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22"/>
  </p:notesMasterIdLst>
  <p:sldIdLst>
    <p:sldId id="256" r:id="rId2"/>
    <p:sldId id="259" r:id="rId3"/>
    <p:sldId id="257" r:id="rId4"/>
    <p:sldId id="258" r:id="rId5"/>
    <p:sldId id="311" r:id="rId6"/>
    <p:sldId id="312" r:id="rId7"/>
    <p:sldId id="260" r:id="rId8"/>
    <p:sldId id="261" r:id="rId9"/>
    <p:sldId id="313" r:id="rId10"/>
    <p:sldId id="314" r:id="rId11"/>
    <p:sldId id="315" r:id="rId12"/>
    <p:sldId id="264" r:id="rId13"/>
    <p:sldId id="262" r:id="rId14"/>
    <p:sldId id="265" r:id="rId15"/>
    <p:sldId id="271" r:id="rId16"/>
    <p:sldId id="266" r:id="rId17"/>
    <p:sldId id="267" r:id="rId18"/>
    <p:sldId id="272" r:id="rId19"/>
    <p:sldId id="270" r:id="rId20"/>
    <p:sldId id="275" r:id="rId21"/>
  </p:sldIdLst>
  <p:sldSz cx="9144000" cy="5143500" type="screen16x9"/>
  <p:notesSz cx="6858000" cy="9144000"/>
  <p:embeddedFontLst>
    <p:embeddedFont>
      <p:font typeface="Calibri" panose="020F0502020204030204" pitchFamily="34" charset="0"/>
      <p:regular r:id="rId23"/>
      <p:bold r:id="rId24"/>
      <p:italic r:id="rId25"/>
      <p:boldItalic r:id="rId26"/>
    </p:embeddedFont>
    <p:embeddedFont>
      <p:font typeface="Roboto Mono" panose="020B0604020202020204" charset="0"/>
      <p:regular r:id="rId27"/>
      <p:bold r:id="rId28"/>
      <p:italic r:id="rId29"/>
      <p:boldItalic r:id="rId30"/>
    </p:embeddedFont>
    <p:embeddedFont>
      <p:font typeface="Anaheim" panose="020B0604020202020204" charset="0"/>
      <p:regular r:id="rId31"/>
      <p:bold r:id="rId32"/>
    </p:embeddedFont>
    <p:embeddedFont>
      <p:font typeface="Golos Text" panose="020B060402020202020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A46352-8C6F-4F80-924B-F2B52B946E10}">
  <a:tblStyle styleId="{8CA46352-8C6F-4F80-924B-F2B52B946E1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300" y="-14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3"/>
        <p:cNvGrpSpPr/>
        <p:nvPr/>
      </p:nvGrpSpPr>
      <p:grpSpPr>
        <a:xfrm>
          <a:off x="0" y="0"/>
          <a:ext cx="0" cy="0"/>
          <a:chOff x="0" y="0"/>
          <a:chExt cx="0" cy="0"/>
        </a:xfrm>
      </p:grpSpPr>
      <p:sp>
        <p:nvSpPr>
          <p:cNvPr id="1984" name="Google Shape;1984;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5" name="Google Shape;1985;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0"/>
        <p:cNvGrpSpPr/>
        <p:nvPr/>
      </p:nvGrpSpPr>
      <p:grpSpPr>
        <a:xfrm>
          <a:off x="0" y="0"/>
          <a:ext cx="0" cy="0"/>
          <a:chOff x="0" y="0"/>
          <a:chExt cx="0" cy="0"/>
        </a:xfrm>
      </p:grpSpPr>
      <p:sp>
        <p:nvSpPr>
          <p:cNvPr id="1961" name="Google Shape;1961;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2" name="Google Shape;1962;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9"/>
        <p:cNvGrpSpPr/>
        <p:nvPr/>
      </p:nvGrpSpPr>
      <p:grpSpPr>
        <a:xfrm>
          <a:off x="0" y="0"/>
          <a:ext cx="0" cy="0"/>
          <a:chOff x="0" y="0"/>
          <a:chExt cx="0" cy="0"/>
        </a:xfrm>
      </p:grpSpPr>
      <p:sp>
        <p:nvSpPr>
          <p:cNvPr id="1970" name="Google Shape;1970;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1" name="Google Shape;1971;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0"/>
        <p:cNvGrpSpPr/>
        <p:nvPr/>
      </p:nvGrpSpPr>
      <p:grpSpPr>
        <a:xfrm>
          <a:off x="0" y="0"/>
          <a:ext cx="0" cy="0"/>
          <a:chOff x="0" y="0"/>
          <a:chExt cx="0" cy="0"/>
        </a:xfrm>
      </p:grpSpPr>
      <p:sp>
        <p:nvSpPr>
          <p:cNvPr id="1961" name="Google Shape;1961;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2" name="Google Shape;1962;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2135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9"/>
        <p:cNvGrpSpPr/>
        <p:nvPr/>
      </p:nvGrpSpPr>
      <p:grpSpPr>
        <a:xfrm>
          <a:off x="0" y="0"/>
          <a:ext cx="0" cy="0"/>
          <a:chOff x="0" y="0"/>
          <a:chExt cx="0" cy="0"/>
        </a:xfrm>
      </p:grpSpPr>
      <p:sp>
        <p:nvSpPr>
          <p:cNvPr id="1970" name="Google Shape;1970;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1" name="Google Shape;1971;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61274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7"/>
        <p:cNvGrpSpPr/>
        <p:nvPr/>
      </p:nvGrpSpPr>
      <p:grpSpPr>
        <a:xfrm>
          <a:off x="0" y="0"/>
          <a:ext cx="0" cy="0"/>
          <a:chOff x="0" y="0"/>
          <a:chExt cx="0" cy="0"/>
        </a:xfrm>
      </p:grpSpPr>
      <p:sp>
        <p:nvSpPr>
          <p:cNvPr id="2028" name="Google Shape;2028;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9" name="Google Shape;2029;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8"/>
        <p:cNvGrpSpPr/>
        <p:nvPr/>
      </p:nvGrpSpPr>
      <p:grpSpPr>
        <a:xfrm>
          <a:off x="0" y="0"/>
          <a:ext cx="0" cy="0"/>
          <a:chOff x="0" y="0"/>
          <a:chExt cx="0" cy="0"/>
        </a:xfrm>
      </p:grpSpPr>
      <p:sp>
        <p:nvSpPr>
          <p:cNvPr id="2079" name="Google Shape;207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0" name="Google Shape;208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8"/>
        <p:cNvGrpSpPr/>
        <p:nvPr/>
      </p:nvGrpSpPr>
      <p:grpSpPr>
        <a:xfrm>
          <a:off x="0" y="0"/>
          <a:ext cx="0" cy="0"/>
          <a:chOff x="0" y="0"/>
          <a:chExt cx="0" cy="0"/>
        </a:xfrm>
      </p:grpSpPr>
      <p:sp>
        <p:nvSpPr>
          <p:cNvPr id="2079" name="Google Shape;207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0" name="Google Shape;208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7335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7"/>
        <p:cNvGrpSpPr/>
        <p:nvPr/>
      </p:nvGrpSpPr>
      <p:grpSpPr>
        <a:xfrm>
          <a:off x="0" y="0"/>
          <a:ext cx="0" cy="0"/>
          <a:chOff x="0" y="0"/>
          <a:chExt cx="0" cy="0"/>
        </a:xfrm>
      </p:grpSpPr>
      <p:sp>
        <p:nvSpPr>
          <p:cNvPr id="2138" name="Google Shape;2138;g1e5b002f6bd_0_1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9" name="Google Shape;2139;g1e5b002f6bd_0_1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19956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7"/>
        <p:cNvGrpSpPr/>
        <p:nvPr/>
      </p:nvGrpSpPr>
      <p:grpSpPr>
        <a:xfrm>
          <a:off x="0" y="0"/>
          <a:ext cx="0" cy="0"/>
          <a:chOff x="0" y="0"/>
          <a:chExt cx="0" cy="0"/>
        </a:xfrm>
      </p:grpSpPr>
      <p:sp>
        <p:nvSpPr>
          <p:cNvPr id="2138" name="Google Shape;2138;g1e5b002f6bd_0_1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9" name="Google Shape;2139;g1e5b002f6bd_0_1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7136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7"/>
        <p:cNvGrpSpPr/>
        <p:nvPr/>
      </p:nvGrpSpPr>
      <p:grpSpPr>
        <a:xfrm>
          <a:off x="0" y="0"/>
          <a:ext cx="0" cy="0"/>
          <a:chOff x="0" y="0"/>
          <a:chExt cx="0" cy="0"/>
        </a:xfrm>
      </p:grpSpPr>
      <p:sp>
        <p:nvSpPr>
          <p:cNvPr id="2138" name="Google Shape;2138;g1e5b002f6bd_0_1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9" name="Google Shape;2139;g1e5b002f6bd_0_1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1"/>
        <p:cNvGrpSpPr/>
        <p:nvPr/>
      </p:nvGrpSpPr>
      <p:grpSpPr>
        <a:xfrm>
          <a:off x="0" y="0"/>
          <a:ext cx="0" cy="0"/>
          <a:chOff x="0" y="0"/>
          <a:chExt cx="0" cy="0"/>
        </a:xfrm>
      </p:grpSpPr>
      <p:sp>
        <p:nvSpPr>
          <p:cNvPr id="2092" name="Google Shape;2092;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3" name="Google Shape;209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6"/>
        <p:cNvGrpSpPr/>
        <p:nvPr/>
      </p:nvGrpSpPr>
      <p:grpSpPr>
        <a:xfrm>
          <a:off x="0" y="0"/>
          <a:ext cx="0" cy="0"/>
          <a:chOff x="0" y="0"/>
          <a:chExt cx="0" cy="0"/>
        </a:xfrm>
      </p:grpSpPr>
      <p:sp>
        <p:nvSpPr>
          <p:cNvPr id="2157" name="Google Shape;215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8" name="Google Shape;215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3"/>
        <p:cNvGrpSpPr/>
        <p:nvPr/>
      </p:nvGrpSpPr>
      <p:grpSpPr>
        <a:xfrm>
          <a:off x="0" y="0"/>
          <a:ext cx="0" cy="0"/>
          <a:chOff x="0" y="0"/>
          <a:chExt cx="0" cy="0"/>
        </a:xfrm>
      </p:grpSpPr>
      <p:sp>
        <p:nvSpPr>
          <p:cNvPr id="2294" name="Google Shape;2294;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5" name="Google Shape;2295;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7"/>
        <p:cNvGrpSpPr/>
        <p:nvPr/>
      </p:nvGrpSpPr>
      <p:grpSpPr>
        <a:xfrm>
          <a:off x="0" y="0"/>
          <a:ext cx="0" cy="0"/>
          <a:chOff x="0" y="0"/>
          <a:chExt cx="0" cy="0"/>
        </a:xfrm>
      </p:grpSpPr>
      <p:sp>
        <p:nvSpPr>
          <p:cNvPr id="2168" name="Google Shape;2168;g1e5b002f6bd_0_2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9" name="Google Shape;2169;g1e5b002f6bd_0_2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5"/>
        <p:cNvGrpSpPr/>
        <p:nvPr/>
      </p:nvGrpSpPr>
      <p:grpSpPr>
        <a:xfrm>
          <a:off x="0" y="0"/>
          <a:ext cx="0" cy="0"/>
          <a:chOff x="0" y="0"/>
          <a:chExt cx="0" cy="0"/>
        </a:xfrm>
      </p:grpSpPr>
      <p:sp>
        <p:nvSpPr>
          <p:cNvPr id="2196" name="Google Shape;2196;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7" name="Google Shape;2197;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6"/>
        <p:cNvGrpSpPr/>
        <p:nvPr/>
      </p:nvGrpSpPr>
      <p:grpSpPr>
        <a:xfrm>
          <a:off x="0" y="0"/>
          <a:ext cx="0" cy="0"/>
          <a:chOff x="0" y="0"/>
          <a:chExt cx="0" cy="0"/>
        </a:xfrm>
      </p:grpSpPr>
      <p:sp>
        <p:nvSpPr>
          <p:cNvPr id="2337" name="Google Shape;2337;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8" name="Google Shape;2338;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4"/>
        <p:cNvGrpSpPr/>
        <p:nvPr/>
      </p:nvGrpSpPr>
      <p:grpSpPr>
        <a:xfrm>
          <a:off x="0" y="0"/>
          <a:ext cx="0" cy="0"/>
          <a:chOff x="0" y="0"/>
          <a:chExt cx="0" cy="0"/>
        </a:xfrm>
      </p:grpSpPr>
      <p:sp>
        <p:nvSpPr>
          <p:cNvPr id="2245" name="Google Shape;2245;g1e5b002f6bd_0_18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6" name="Google Shape;2246;g1e5b002f6bd_0_18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9"/>
        <p:cNvGrpSpPr/>
        <p:nvPr/>
      </p:nvGrpSpPr>
      <p:grpSpPr>
        <a:xfrm>
          <a:off x="0" y="0"/>
          <a:ext cx="0" cy="0"/>
          <a:chOff x="0" y="0"/>
          <a:chExt cx="0" cy="0"/>
        </a:xfrm>
      </p:grpSpPr>
      <p:sp>
        <p:nvSpPr>
          <p:cNvPr id="2460" name="Google Shape;2460;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1" name="Google Shape;2461;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sp>
        <p:nvSpPr>
          <p:cNvPr id="10" name="Google Shape;10;p2"/>
          <p:cNvSpPr txBox="1">
            <a:spLocks noGrp="1"/>
          </p:cNvSpPr>
          <p:nvPr>
            <p:ph type="ctrTitle"/>
          </p:nvPr>
        </p:nvSpPr>
        <p:spPr>
          <a:xfrm>
            <a:off x="713225" y="1606650"/>
            <a:ext cx="5102700" cy="19302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3907400"/>
            <a:ext cx="2614800" cy="696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100325" y="87310"/>
            <a:ext cx="8943350" cy="4933531"/>
            <a:chOff x="100325" y="87310"/>
            <a:chExt cx="8943350" cy="4933531"/>
          </a:xfrm>
        </p:grpSpPr>
        <p:grpSp>
          <p:nvGrpSpPr>
            <p:cNvPr id="13" name="Google Shape;13;p2"/>
            <p:cNvGrpSpPr/>
            <p:nvPr/>
          </p:nvGrpSpPr>
          <p:grpSpPr>
            <a:xfrm>
              <a:off x="100325" y="87310"/>
              <a:ext cx="3878450" cy="1094740"/>
              <a:chOff x="100325" y="87310"/>
              <a:chExt cx="3878450" cy="1094740"/>
            </a:xfrm>
          </p:grpSpPr>
          <p:grpSp>
            <p:nvGrpSpPr>
              <p:cNvPr id="14" name="Google Shape;14;p2"/>
              <p:cNvGrpSpPr/>
              <p:nvPr/>
            </p:nvGrpSpPr>
            <p:grpSpPr>
              <a:xfrm>
                <a:off x="2539675" y="122850"/>
                <a:ext cx="1439100" cy="504550"/>
                <a:chOff x="2539675" y="122850"/>
                <a:chExt cx="1439100" cy="504550"/>
              </a:xfrm>
            </p:grpSpPr>
            <p:sp>
              <p:nvSpPr>
                <p:cNvPr id="15" name="Google Shape;15;p2"/>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539675" y="12285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7;p2"/>
              <p:cNvGrpSpPr/>
              <p:nvPr/>
            </p:nvGrpSpPr>
            <p:grpSpPr>
              <a:xfrm>
                <a:off x="100325" y="87310"/>
                <a:ext cx="2142900" cy="1094740"/>
                <a:chOff x="100325" y="87310"/>
                <a:chExt cx="2142900" cy="1094740"/>
              </a:xfrm>
            </p:grpSpPr>
            <p:sp>
              <p:nvSpPr>
                <p:cNvPr id="18" name="Google Shape;18;p2"/>
                <p:cNvSpPr/>
                <p:nvPr/>
              </p:nvSpPr>
              <p:spPr>
                <a:xfrm>
                  <a:off x="243516" y="71263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00325" y="569450"/>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826225" y="87310"/>
                  <a:ext cx="417000" cy="4167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5400000">
                  <a:off x="1015400" y="-189515"/>
                  <a:ext cx="326396" cy="1296862"/>
                </a:xfrm>
                <a:custGeom>
                  <a:avLst/>
                  <a:gdLst/>
                  <a:ahLst/>
                  <a:cxnLst/>
                  <a:rect l="l" t="t" r="r" b="b"/>
                  <a:pathLst>
                    <a:path w="3704" h="14717" extrusionOk="0">
                      <a:moveTo>
                        <a:pt x="218" y="1"/>
                      </a:moveTo>
                      <a:cubicBezTo>
                        <a:pt x="168" y="1"/>
                        <a:pt x="117" y="20"/>
                        <a:pt x="79" y="59"/>
                      </a:cubicBezTo>
                      <a:cubicBezTo>
                        <a:pt x="1" y="136"/>
                        <a:pt x="1" y="261"/>
                        <a:pt x="79" y="338"/>
                      </a:cubicBezTo>
                      <a:lnTo>
                        <a:pt x="3308" y="3569"/>
                      </a:lnTo>
                      <a:lnTo>
                        <a:pt x="3308" y="14518"/>
                      </a:lnTo>
                      <a:cubicBezTo>
                        <a:pt x="3308" y="14628"/>
                        <a:pt x="3397" y="14717"/>
                        <a:pt x="3506" y="14717"/>
                      </a:cubicBezTo>
                      <a:cubicBezTo>
                        <a:pt x="3616" y="14717"/>
                        <a:pt x="3703" y="14628"/>
                        <a:pt x="3703" y="14518"/>
                      </a:cubicBezTo>
                      <a:lnTo>
                        <a:pt x="3703" y="3486"/>
                      </a:lnTo>
                      <a:cubicBezTo>
                        <a:pt x="3703" y="3434"/>
                        <a:pt x="3683" y="3383"/>
                        <a:pt x="3645" y="3347"/>
                      </a:cubicBezTo>
                      <a:lnTo>
                        <a:pt x="358" y="59"/>
                      </a:lnTo>
                      <a:cubicBezTo>
                        <a:pt x="319" y="20"/>
                        <a:pt x="269" y="1"/>
                        <a:pt x="218"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 name="Google Shape;22;p2"/>
            <p:cNvGrpSpPr/>
            <p:nvPr/>
          </p:nvGrpSpPr>
          <p:grpSpPr>
            <a:xfrm>
              <a:off x="4471525" y="2224708"/>
              <a:ext cx="4572150" cy="2796132"/>
              <a:chOff x="4471525" y="2224708"/>
              <a:chExt cx="4572150" cy="2796132"/>
            </a:xfrm>
          </p:grpSpPr>
          <p:sp>
            <p:nvSpPr>
              <p:cNvPr id="23" name="Google Shape;23;p2"/>
              <p:cNvSpPr/>
              <p:nvPr/>
            </p:nvSpPr>
            <p:spPr>
              <a:xfrm>
                <a:off x="6335737" y="46040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24;p2"/>
              <p:cNvGrpSpPr/>
              <p:nvPr/>
            </p:nvGrpSpPr>
            <p:grpSpPr>
              <a:xfrm>
                <a:off x="4471525" y="4603950"/>
                <a:ext cx="1344400" cy="271200"/>
                <a:chOff x="3686625" y="4603950"/>
                <a:chExt cx="1344400" cy="271200"/>
              </a:xfrm>
            </p:grpSpPr>
            <p:sp>
              <p:nvSpPr>
                <p:cNvPr id="25" name="Google Shape;25;p2"/>
                <p:cNvSpPr/>
                <p:nvPr/>
              </p:nvSpPr>
              <p:spPr>
                <a:xfrm rot="-5400000">
                  <a:off x="36389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rot="-5400000">
                  <a:off x="39310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rot="-5400000">
                  <a:off x="42232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rot="-5400000">
                  <a:off x="45153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rot="-5400000">
                  <a:off x="48075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8293379" y="2224708"/>
                <a:ext cx="750296" cy="2796132"/>
                <a:chOff x="8293379" y="2224708"/>
                <a:chExt cx="750296" cy="2796132"/>
              </a:xfrm>
            </p:grpSpPr>
            <p:sp>
              <p:nvSpPr>
                <p:cNvPr id="31" name="Google Shape;31;p2"/>
                <p:cNvSpPr/>
                <p:nvPr/>
              </p:nvSpPr>
              <p:spPr>
                <a:xfrm>
                  <a:off x="8430775" y="4408241"/>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293379" y="222470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rot="5400000" flipH="1">
                  <a:off x="7659889" y="3325979"/>
                  <a:ext cx="1868166" cy="312450"/>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4" name="Google Shape;34;p2"/>
          <p:cNvGrpSpPr/>
          <p:nvPr/>
        </p:nvGrpSpPr>
        <p:grpSpPr>
          <a:xfrm>
            <a:off x="354895" y="174153"/>
            <a:ext cx="8618190" cy="4776951"/>
            <a:chOff x="354895" y="174153"/>
            <a:chExt cx="8618190" cy="4776951"/>
          </a:xfrm>
        </p:grpSpPr>
        <p:grpSp>
          <p:nvGrpSpPr>
            <p:cNvPr id="35" name="Google Shape;35;p2"/>
            <p:cNvGrpSpPr/>
            <p:nvPr/>
          </p:nvGrpSpPr>
          <p:grpSpPr>
            <a:xfrm>
              <a:off x="8650719" y="2843742"/>
              <a:ext cx="322367" cy="2107361"/>
              <a:chOff x="8650719" y="2843742"/>
              <a:chExt cx="322367" cy="2107361"/>
            </a:xfrm>
          </p:grpSpPr>
          <p:sp>
            <p:nvSpPr>
              <p:cNvPr id="36" name="Google Shape;36;p2"/>
              <p:cNvSpPr/>
              <p:nvPr/>
            </p:nvSpPr>
            <p:spPr>
              <a:xfrm>
                <a:off x="8829491" y="2933717"/>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916983" y="3021261"/>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739516" y="2843742"/>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828237" y="4895001"/>
                <a:ext cx="56103" cy="56103"/>
              </a:xfrm>
              <a:custGeom>
                <a:avLst/>
                <a:gdLst/>
                <a:ahLst/>
                <a:cxnLst/>
                <a:rect l="l" t="t" r="r" b="b"/>
                <a:pathLst>
                  <a:path w="1085" h="1085" extrusionOk="0">
                    <a:moveTo>
                      <a:pt x="542" y="0"/>
                    </a:moveTo>
                    <a:cubicBezTo>
                      <a:pt x="243" y="0"/>
                      <a:pt x="1" y="243"/>
                      <a:pt x="1" y="542"/>
                    </a:cubicBezTo>
                    <a:cubicBezTo>
                      <a:pt x="1" y="841"/>
                      <a:pt x="243" y="1084"/>
                      <a:pt x="542" y="1084"/>
                    </a:cubicBezTo>
                    <a:cubicBezTo>
                      <a:pt x="841" y="1084"/>
                      <a:pt x="1085" y="841"/>
                      <a:pt x="1085" y="542"/>
                    </a:cubicBezTo>
                    <a:cubicBezTo>
                      <a:pt x="1085" y="243"/>
                      <a:pt x="841"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740693" y="4807457"/>
                <a:ext cx="56103" cy="56103"/>
              </a:xfrm>
              <a:custGeom>
                <a:avLst/>
                <a:gdLst/>
                <a:ahLst/>
                <a:cxnLst/>
                <a:rect l="l" t="t" r="r" b="b"/>
                <a:pathLst>
                  <a:path w="1085" h="1085" extrusionOk="0">
                    <a:moveTo>
                      <a:pt x="542" y="1"/>
                    </a:moveTo>
                    <a:cubicBezTo>
                      <a:pt x="243" y="1"/>
                      <a:pt x="1" y="243"/>
                      <a:pt x="1" y="542"/>
                    </a:cubicBezTo>
                    <a:cubicBezTo>
                      <a:pt x="1" y="842"/>
                      <a:pt x="243" y="1085"/>
                      <a:pt x="542" y="1085"/>
                    </a:cubicBezTo>
                    <a:cubicBezTo>
                      <a:pt x="843" y="1085"/>
                      <a:pt x="1085" y="842"/>
                      <a:pt x="1085" y="542"/>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650719" y="4717483"/>
                <a:ext cx="56103" cy="56103"/>
              </a:xfrm>
              <a:custGeom>
                <a:avLst/>
                <a:gdLst/>
                <a:ahLst/>
                <a:cxnLst/>
                <a:rect l="l" t="t" r="r" b="b"/>
                <a:pathLst>
                  <a:path w="1085" h="1085" extrusionOk="0">
                    <a:moveTo>
                      <a:pt x="542" y="0"/>
                    </a:moveTo>
                    <a:cubicBezTo>
                      <a:pt x="243" y="0"/>
                      <a:pt x="1" y="243"/>
                      <a:pt x="1" y="542"/>
                    </a:cubicBezTo>
                    <a:cubicBezTo>
                      <a:pt x="1" y="842"/>
                      <a:pt x="243" y="1084"/>
                      <a:pt x="542" y="1084"/>
                    </a:cubicBezTo>
                    <a:cubicBezTo>
                      <a:pt x="842" y="1084"/>
                      <a:pt x="1085" y="842"/>
                      <a:pt x="1085" y="542"/>
                    </a:cubicBezTo>
                    <a:cubicBezTo>
                      <a:pt x="1085" y="243"/>
                      <a:pt x="842"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42;p2"/>
            <p:cNvGrpSpPr/>
            <p:nvPr/>
          </p:nvGrpSpPr>
          <p:grpSpPr>
            <a:xfrm>
              <a:off x="354895" y="174153"/>
              <a:ext cx="3590656" cy="467100"/>
              <a:chOff x="354895" y="174153"/>
              <a:chExt cx="3590656" cy="467100"/>
            </a:xfrm>
          </p:grpSpPr>
          <p:sp>
            <p:nvSpPr>
              <p:cNvPr id="43" name="Google Shape;43;p2"/>
              <p:cNvSpPr/>
              <p:nvPr/>
            </p:nvSpPr>
            <p:spPr>
              <a:xfrm rot="-5400000">
                <a:off x="3890650" y="347762"/>
                <a:ext cx="54901" cy="54901"/>
              </a:xfrm>
              <a:custGeom>
                <a:avLst/>
                <a:gdLst/>
                <a:ahLst/>
                <a:cxnLst/>
                <a:rect l="l" t="t" r="r" b="b"/>
                <a:pathLst>
                  <a:path w="1085" h="1085" extrusionOk="0">
                    <a:moveTo>
                      <a:pt x="542" y="0"/>
                    </a:moveTo>
                    <a:cubicBezTo>
                      <a:pt x="242" y="0"/>
                      <a:pt x="0" y="244"/>
                      <a:pt x="0" y="543"/>
                    </a:cubicBezTo>
                    <a:cubicBezTo>
                      <a:pt x="0" y="842"/>
                      <a:pt x="242" y="1085"/>
                      <a:pt x="542" y="1085"/>
                    </a:cubicBezTo>
                    <a:cubicBezTo>
                      <a:pt x="841" y="1085"/>
                      <a:pt x="1084" y="842"/>
                      <a:pt x="1084" y="543"/>
                    </a:cubicBezTo>
                    <a:cubicBezTo>
                      <a:pt x="1084" y="244"/>
                      <a:pt x="841"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rot="-5400000">
                <a:off x="3805034" y="262197"/>
                <a:ext cx="54901" cy="54901"/>
              </a:xfrm>
              <a:custGeom>
                <a:avLst/>
                <a:gdLst/>
                <a:ahLst/>
                <a:cxnLst/>
                <a:rect l="l" t="t" r="r" b="b"/>
                <a:pathLst>
                  <a:path w="1085" h="1085" extrusionOk="0">
                    <a:moveTo>
                      <a:pt x="543" y="1"/>
                    </a:moveTo>
                    <a:cubicBezTo>
                      <a:pt x="244" y="1"/>
                      <a:pt x="1" y="243"/>
                      <a:pt x="1" y="542"/>
                    </a:cubicBezTo>
                    <a:cubicBezTo>
                      <a:pt x="1" y="841"/>
                      <a:pt x="244" y="1085"/>
                      <a:pt x="543" y="1085"/>
                    </a:cubicBezTo>
                    <a:cubicBezTo>
                      <a:pt x="842" y="1085"/>
                      <a:pt x="1085" y="841"/>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5400000">
                <a:off x="3716989" y="174153"/>
                <a:ext cx="54901" cy="54901"/>
              </a:xfrm>
              <a:custGeom>
                <a:avLst/>
                <a:gdLst/>
                <a:ahLst/>
                <a:cxnLst/>
                <a:rect l="l" t="t" r="r" b="b"/>
                <a:pathLst>
                  <a:path w="1085" h="1085" extrusionOk="0">
                    <a:moveTo>
                      <a:pt x="544" y="1"/>
                    </a:moveTo>
                    <a:cubicBezTo>
                      <a:pt x="243" y="1"/>
                      <a:pt x="1" y="243"/>
                      <a:pt x="1" y="542"/>
                    </a:cubicBezTo>
                    <a:cubicBezTo>
                      <a:pt x="1" y="842"/>
                      <a:pt x="243" y="1085"/>
                      <a:pt x="544" y="1085"/>
                    </a:cubicBezTo>
                    <a:cubicBezTo>
                      <a:pt x="843" y="1085"/>
                      <a:pt x="1085" y="842"/>
                      <a:pt x="1085" y="542"/>
                    </a:cubicBezTo>
                    <a:cubicBezTo>
                      <a:pt x="1085" y="243"/>
                      <a:pt x="843" y="1"/>
                      <a:pt x="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rot="-5400000">
                <a:off x="528607" y="586352"/>
                <a:ext cx="54901" cy="54901"/>
              </a:xfrm>
              <a:custGeom>
                <a:avLst/>
                <a:gdLst/>
                <a:ahLst/>
                <a:cxnLst/>
                <a:rect l="l" t="t" r="r" b="b"/>
                <a:pathLst>
                  <a:path w="1085" h="1085" extrusionOk="0">
                    <a:moveTo>
                      <a:pt x="542" y="0"/>
                    </a:moveTo>
                    <a:cubicBezTo>
                      <a:pt x="243" y="0"/>
                      <a:pt x="0" y="243"/>
                      <a:pt x="0" y="542"/>
                    </a:cubicBezTo>
                    <a:cubicBezTo>
                      <a:pt x="0" y="841"/>
                      <a:pt x="243" y="1084"/>
                      <a:pt x="542" y="1084"/>
                    </a:cubicBezTo>
                    <a:cubicBezTo>
                      <a:pt x="842" y="1084"/>
                      <a:pt x="1084" y="841"/>
                      <a:pt x="1084" y="542"/>
                    </a:cubicBezTo>
                    <a:cubicBezTo>
                      <a:pt x="1084" y="243"/>
                      <a:pt x="842"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rot="-5400000">
                <a:off x="442940" y="500686"/>
                <a:ext cx="54901" cy="54901"/>
              </a:xfrm>
              <a:custGeom>
                <a:avLst/>
                <a:gdLst/>
                <a:ahLst/>
                <a:cxnLst/>
                <a:rect l="l" t="t" r="r" b="b"/>
                <a:pathLst>
                  <a:path w="1085" h="1085" extrusionOk="0">
                    <a:moveTo>
                      <a:pt x="542" y="0"/>
                    </a:moveTo>
                    <a:cubicBezTo>
                      <a:pt x="242" y="0"/>
                      <a:pt x="0" y="243"/>
                      <a:pt x="0" y="542"/>
                    </a:cubicBezTo>
                    <a:cubicBezTo>
                      <a:pt x="0" y="842"/>
                      <a:pt x="242" y="1084"/>
                      <a:pt x="542" y="1084"/>
                    </a:cubicBezTo>
                    <a:cubicBezTo>
                      <a:pt x="841" y="1084"/>
                      <a:pt x="1084" y="842"/>
                      <a:pt x="1084" y="542"/>
                    </a:cubicBezTo>
                    <a:cubicBezTo>
                      <a:pt x="1084" y="243"/>
                      <a:pt x="841"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rot="-5400000">
                <a:off x="354895" y="412642"/>
                <a:ext cx="54901" cy="54901"/>
              </a:xfrm>
              <a:custGeom>
                <a:avLst/>
                <a:gdLst/>
                <a:ahLst/>
                <a:cxnLst/>
                <a:rect l="l" t="t" r="r" b="b"/>
                <a:pathLst>
                  <a:path w="1085" h="1085" extrusionOk="0">
                    <a:moveTo>
                      <a:pt x="542" y="0"/>
                    </a:moveTo>
                    <a:cubicBezTo>
                      <a:pt x="243" y="0"/>
                      <a:pt x="0" y="243"/>
                      <a:pt x="0" y="542"/>
                    </a:cubicBezTo>
                    <a:cubicBezTo>
                      <a:pt x="0" y="842"/>
                      <a:pt x="243" y="1084"/>
                      <a:pt x="542" y="1084"/>
                    </a:cubicBezTo>
                    <a:cubicBezTo>
                      <a:pt x="841" y="1084"/>
                      <a:pt x="1084" y="842"/>
                      <a:pt x="1084" y="542"/>
                    </a:cubicBezTo>
                    <a:cubicBezTo>
                      <a:pt x="1084" y="243"/>
                      <a:pt x="841"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 name="Google Shape;49;p2"/>
          <p:cNvGrpSpPr/>
          <p:nvPr/>
        </p:nvGrpSpPr>
        <p:grpSpPr>
          <a:xfrm>
            <a:off x="100324" y="-76205"/>
            <a:ext cx="8709341" cy="5285373"/>
            <a:chOff x="100324" y="-76205"/>
            <a:chExt cx="8709341" cy="5285373"/>
          </a:xfrm>
        </p:grpSpPr>
        <p:grpSp>
          <p:nvGrpSpPr>
            <p:cNvPr id="50" name="Google Shape;50;p2"/>
            <p:cNvGrpSpPr/>
            <p:nvPr/>
          </p:nvGrpSpPr>
          <p:grpSpPr>
            <a:xfrm>
              <a:off x="100324" y="-76205"/>
              <a:ext cx="8709341" cy="5285373"/>
              <a:chOff x="100324" y="-76205"/>
              <a:chExt cx="8709341" cy="5285373"/>
            </a:xfrm>
          </p:grpSpPr>
          <p:grpSp>
            <p:nvGrpSpPr>
              <p:cNvPr id="51" name="Google Shape;51;p2"/>
              <p:cNvGrpSpPr/>
              <p:nvPr/>
            </p:nvGrpSpPr>
            <p:grpSpPr>
              <a:xfrm>
                <a:off x="5067578" y="3008023"/>
                <a:ext cx="3742087" cy="2201144"/>
                <a:chOff x="5067578" y="3008023"/>
                <a:chExt cx="3742087" cy="2201144"/>
              </a:xfrm>
            </p:grpSpPr>
            <p:sp>
              <p:nvSpPr>
                <p:cNvPr id="52" name="Google Shape;52;p2"/>
                <p:cNvSpPr/>
                <p:nvPr/>
              </p:nvSpPr>
              <p:spPr>
                <a:xfrm rot="-5400000">
                  <a:off x="5157949" y="4727478"/>
                  <a:ext cx="93940" cy="94000"/>
                </a:xfrm>
                <a:custGeom>
                  <a:avLst/>
                  <a:gdLst/>
                  <a:ahLst/>
                  <a:cxnLst/>
                  <a:rect l="l" t="t" r="r" b="b"/>
                  <a:pathLst>
                    <a:path w="1566" h="1567" extrusionOk="0">
                      <a:moveTo>
                        <a:pt x="783" y="1"/>
                      </a:moveTo>
                      <a:cubicBezTo>
                        <a:pt x="350" y="1"/>
                        <a:pt x="0" y="352"/>
                        <a:pt x="0" y="784"/>
                      </a:cubicBezTo>
                      <a:cubicBezTo>
                        <a:pt x="0" y="1216"/>
                        <a:pt x="350" y="1567"/>
                        <a:pt x="783" y="1567"/>
                      </a:cubicBezTo>
                      <a:cubicBezTo>
                        <a:pt x="1216" y="1567"/>
                        <a:pt x="1565" y="1216"/>
                        <a:pt x="1565" y="784"/>
                      </a:cubicBezTo>
                      <a:cubicBezTo>
                        <a:pt x="1565" y="352"/>
                        <a:pt x="1216" y="1"/>
                        <a:pt x="783" y="1"/>
                      </a:cubicBezTo>
                      <a:close/>
                    </a:path>
                  </a:pathLst>
                </a:custGeom>
                <a:solidFill>
                  <a:schemeClr val="dk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rot="-5400000">
                  <a:off x="5067608" y="4637075"/>
                  <a:ext cx="274683" cy="274743"/>
                </a:xfrm>
                <a:custGeom>
                  <a:avLst/>
                  <a:gdLst/>
                  <a:ahLst/>
                  <a:cxnLst/>
                  <a:rect l="l" t="t" r="r" b="b"/>
                  <a:pathLst>
                    <a:path w="4579" h="4580" extrusionOk="0">
                      <a:moveTo>
                        <a:pt x="2289" y="154"/>
                      </a:moveTo>
                      <a:cubicBezTo>
                        <a:pt x="3466" y="154"/>
                        <a:pt x="4425" y="1112"/>
                        <a:pt x="4425" y="2290"/>
                      </a:cubicBezTo>
                      <a:cubicBezTo>
                        <a:pt x="4425" y="3468"/>
                        <a:pt x="3466" y="4425"/>
                        <a:pt x="2289" y="4425"/>
                      </a:cubicBezTo>
                      <a:cubicBezTo>
                        <a:pt x="1111" y="4425"/>
                        <a:pt x="154" y="3468"/>
                        <a:pt x="154" y="2290"/>
                      </a:cubicBezTo>
                      <a:cubicBezTo>
                        <a:pt x="154" y="1113"/>
                        <a:pt x="1111" y="154"/>
                        <a:pt x="2289" y="154"/>
                      </a:cubicBezTo>
                      <a:close/>
                      <a:moveTo>
                        <a:pt x="2289" y="0"/>
                      </a:moveTo>
                      <a:cubicBezTo>
                        <a:pt x="1026" y="0"/>
                        <a:pt x="0" y="1028"/>
                        <a:pt x="0" y="2290"/>
                      </a:cubicBezTo>
                      <a:cubicBezTo>
                        <a:pt x="0" y="3552"/>
                        <a:pt x="1026" y="4579"/>
                        <a:pt x="2289" y="4579"/>
                      </a:cubicBezTo>
                      <a:cubicBezTo>
                        <a:pt x="3551" y="4579"/>
                        <a:pt x="4579" y="3552"/>
                        <a:pt x="4579" y="2290"/>
                      </a:cubicBezTo>
                      <a:cubicBezTo>
                        <a:pt x="4579" y="1028"/>
                        <a:pt x="3551"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 name="Google Shape;54;p2"/>
                <p:cNvGrpSpPr/>
                <p:nvPr/>
              </p:nvGrpSpPr>
              <p:grpSpPr>
                <a:xfrm>
                  <a:off x="6447540" y="3008023"/>
                  <a:ext cx="2362125" cy="2201144"/>
                  <a:chOff x="6447540" y="3008023"/>
                  <a:chExt cx="2362125" cy="2201144"/>
                </a:xfrm>
              </p:grpSpPr>
              <p:sp>
                <p:nvSpPr>
                  <p:cNvPr id="55" name="Google Shape;55;p2"/>
                  <p:cNvSpPr/>
                  <p:nvPr/>
                </p:nvSpPr>
                <p:spPr>
                  <a:xfrm>
                    <a:off x="6514917" y="4671306"/>
                    <a:ext cx="92712" cy="537861"/>
                  </a:xfrm>
                  <a:custGeom>
                    <a:avLst/>
                    <a:gdLst/>
                    <a:ahLst/>
                    <a:cxnLst/>
                    <a:rect l="l" t="t" r="r" b="b"/>
                    <a:pathLst>
                      <a:path w="1793" h="10402" extrusionOk="0">
                        <a:moveTo>
                          <a:pt x="1639" y="10402"/>
                        </a:moveTo>
                        <a:cubicBezTo>
                          <a:pt x="1554" y="10402"/>
                          <a:pt x="1485" y="10333"/>
                          <a:pt x="1485" y="10248"/>
                        </a:cubicBezTo>
                        <a:lnTo>
                          <a:pt x="1485" y="1703"/>
                        </a:lnTo>
                        <a:lnTo>
                          <a:pt x="61" y="279"/>
                        </a:lnTo>
                        <a:cubicBezTo>
                          <a:pt x="1" y="218"/>
                          <a:pt x="1" y="121"/>
                          <a:pt x="61" y="61"/>
                        </a:cubicBezTo>
                        <a:cubicBezTo>
                          <a:pt x="121" y="1"/>
                          <a:pt x="218" y="1"/>
                          <a:pt x="278" y="61"/>
                        </a:cubicBezTo>
                        <a:lnTo>
                          <a:pt x="1748" y="1531"/>
                        </a:lnTo>
                        <a:cubicBezTo>
                          <a:pt x="1776" y="1559"/>
                          <a:pt x="1793" y="1598"/>
                          <a:pt x="1793" y="1639"/>
                        </a:cubicBezTo>
                        <a:lnTo>
                          <a:pt x="1793" y="10248"/>
                        </a:lnTo>
                        <a:cubicBezTo>
                          <a:pt x="1793" y="10333"/>
                          <a:pt x="1724" y="10402"/>
                          <a:pt x="1639" y="10402"/>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7235176" y="4521142"/>
                    <a:ext cx="185061" cy="688020"/>
                  </a:xfrm>
                  <a:custGeom>
                    <a:avLst/>
                    <a:gdLst/>
                    <a:ahLst/>
                    <a:cxnLst/>
                    <a:rect l="l" t="t" r="r" b="b"/>
                    <a:pathLst>
                      <a:path w="3579" h="13306" extrusionOk="0">
                        <a:moveTo>
                          <a:pt x="2341" y="0"/>
                        </a:moveTo>
                        <a:cubicBezTo>
                          <a:pt x="1657" y="0"/>
                          <a:pt x="1104" y="555"/>
                          <a:pt x="1104" y="1237"/>
                        </a:cubicBezTo>
                        <a:cubicBezTo>
                          <a:pt x="1104" y="1875"/>
                          <a:pt x="1588" y="2393"/>
                          <a:pt x="2206" y="2462"/>
                        </a:cubicBezTo>
                        <a:lnTo>
                          <a:pt x="2206" y="5094"/>
                        </a:lnTo>
                        <a:lnTo>
                          <a:pt x="45" y="7256"/>
                        </a:lnTo>
                        <a:cubicBezTo>
                          <a:pt x="17" y="7285"/>
                          <a:pt x="0" y="7324"/>
                          <a:pt x="0" y="7365"/>
                        </a:cubicBezTo>
                        <a:lnTo>
                          <a:pt x="0" y="13152"/>
                        </a:lnTo>
                        <a:cubicBezTo>
                          <a:pt x="0" y="13237"/>
                          <a:pt x="69" y="13306"/>
                          <a:pt x="154" y="13306"/>
                        </a:cubicBezTo>
                        <a:cubicBezTo>
                          <a:pt x="239" y="13306"/>
                          <a:pt x="307" y="13237"/>
                          <a:pt x="307" y="13152"/>
                        </a:cubicBezTo>
                        <a:lnTo>
                          <a:pt x="307" y="7429"/>
                        </a:lnTo>
                        <a:lnTo>
                          <a:pt x="2468" y="5267"/>
                        </a:lnTo>
                        <a:cubicBezTo>
                          <a:pt x="2498" y="5238"/>
                          <a:pt x="2513" y="5199"/>
                          <a:pt x="2513" y="5158"/>
                        </a:cubicBezTo>
                        <a:lnTo>
                          <a:pt x="2513" y="2457"/>
                        </a:lnTo>
                        <a:cubicBezTo>
                          <a:pt x="3115" y="2373"/>
                          <a:pt x="3578" y="1862"/>
                          <a:pt x="3578" y="1238"/>
                        </a:cubicBezTo>
                        <a:lnTo>
                          <a:pt x="3578" y="1237"/>
                        </a:lnTo>
                        <a:cubicBezTo>
                          <a:pt x="3578" y="555"/>
                          <a:pt x="3024" y="0"/>
                          <a:pt x="2341"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7329236" y="4558166"/>
                    <a:ext cx="53983" cy="53931"/>
                  </a:xfrm>
                  <a:custGeom>
                    <a:avLst/>
                    <a:gdLst/>
                    <a:ahLst/>
                    <a:cxnLst/>
                    <a:rect l="l" t="t" r="r" b="b"/>
                    <a:pathLst>
                      <a:path w="1044" h="1043" extrusionOk="0">
                        <a:moveTo>
                          <a:pt x="522" y="1"/>
                        </a:moveTo>
                        <a:cubicBezTo>
                          <a:pt x="234" y="1"/>
                          <a:pt x="0" y="233"/>
                          <a:pt x="0" y="521"/>
                        </a:cubicBezTo>
                        <a:cubicBezTo>
                          <a:pt x="0" y="809"/>
                          <a:pt x="234" y="1042"/>
                          <a:pt x="522" y="1042"/>
                        </a:cubicBezTo>
                        <a:cubicBezTo>
                          <a:pt x="810" y="1042"/>
                          <a:pt x="1043" y="809"/>
                          <a:pt x="1043" y="521"/>
                        </a:cubicBezTo>
                        <a:cubicBezTo>
                          <a:pt x="1043"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8356648" y="3008023"/>
                    <a:ext cx="448769" cy="2163752"/>
                  </a:xfrm>
                  <a:custGeom>
                    <a:avLst/>
                    <a:gdLst/>
                    <a:ahLst/>
                    <a:cxnLst/>
                    <a:rect l="l" t="t" r="r" b="b"/>
                    <a:pathLst>
                      <a:path w="8679" h="41846" extrusionOk="0">
                        <a:moveTo>
                          <a:pt x="4204" y="1"/>
                        </a:moveTo>
                        <a:cubicBezTo>
                          <a:pt x="3521" y="1"/>
                          <a:pt x="2966" y="554"/>
                          <a:pt x="2966" y="1237"/>
                        </a:cubicBezTo>
                        <a:cubicBezTo>
                          <a:pt x="2966" y="1921"/>
                          <a:pt x="3521" y="2475"/>
                          <a:pt x="4204" y="2475"/>
                        </a:cubicBezTo>
                        <a:cubicBezTo>
                          <a:pt x="4482" y="2475"/>
                          <a:pt x="4736" y="2381"/>
                          <a:pt x="4943" y="2226"/>
                        </a:cubicBezTo>
                        <a:lnTo>
                          <a:pt x="8371" y="5654"/>
                        </a:lnTo>
                        <a:lnTo>
                          <a:pt x="8371" y="15908"/>
                        </a:lnTo>
                        <a:lnTo>
                          <a:pt x="6318" y="17962"/>
                        </a:lnTo>
                        <a:cubicBezTo>
                          <a:pt x="6289" y="17990"/>
                          <a:pt x="6273" y="18029"/>
                          <a:pt x="6273" y="18070"/>
                        </a:cubicBezTo>
                        <a:lnTo>
                          <a:pt x="6273" y="28208"/>
                        </a:lnTo>
                        <a:lnTo>
                          <a:pt x="3244" y="31238"/>
                        </a:lnTo>
                        <a:cubicBezTo>
                          <a:pt x="3215" y="31266"/>
                          <a:pt x="3198" y="31305"/>
                          <a:pt x="3198" y="31346"/>
                        </a:cubicBezTo>
                        <a:lnTo>
                          <a:pt x="3198" y="38444"/>
                        </a:lnTo>
                        <a:lnTo>
                          <a:pt x="61" y="41583"/>
                        </a:lnTo>
                        <a:cubicBezTo>
                          <a:pt x="0" y="41642"/>
                          <a:pt x="0" y="41740"/>
                          <a:pt x="61" y="41799"/>
                        </a:cubicBezTo>
                        <a:cubicBezTo>
                          <a:pt x="90" y="41830"/>
                          <a:pt x="129" y="41845"/>
                          <a:pt x="169" y="41845"/>
                        </a:cubicBezTo>
                        <a:cubicBezTo>
                          <a:pt x="208" y="41845"/>
                          <a:pt x="247" y="41830"/>
                          <a:pt x="278" y="41799"/>
                        </a:cubicBezTo>
                        <a:lnTo>
                          <a:pt x="3462" y="38617"/>
                        </a:lnTo>
                        <a:cubicBezTo>
                          <a:pt x="3490" y="38587"/>
                          <a:pt x="3507" y="38548"/>
                          <a:pt x="3507" y="38508"/>
                        </a:cubicBezTo>
                        <a:lnTo>
                          <a:pt x="3507" y="31409"/>
                        </a:lnTo>
                        <a:lnTo>
                          <a:pt x="6535" y="28379"/>
                        </a:lnTo>
                        <a:cubicBezTo>
                          <a:pt x="6565" y="28351"/>
                          <a:pt x="6580" y="28312"/>
                          <a:pt x="6580" y="28270"/>
                        </a:cubicBezTo>
                        <a:lnTo>
                          <a:pt x="6580" y="18134"/>
                        </a:lnTo>
                        <a:lnTo>
                          <a:pt x="8634" y="16081"/>
                        </a:lnTo>
                        <a:cubicBezTo>
                          <a:pt x="8662" y="16051"/>
                          <a:pt x="8679" y="16013"/>
                          <a:pt x="8679" y="15972"/>
                        </a:cubicBezTo>
                        <a:lnTo>
                          <a:pt x="8679" y="5590"/>
                        </a:lnTo>
                        <a:cubicBezTo>
                          <a:pt x="8679" y="5550"/>
                          <a:pt x="8662" y="5511"/>
                          <a:pt x="8634" y="5481"/>
                        </a:cubicBezTo>
                        <a:lnTo>
                          <a:pt x="8634" y="5483"/>
                        </a:lnTo>
                        <a:lnTo>
                          <a:pt x="5163" y="2012"/>
                        </a:lnTo>
                        <a:cubicBezTo>
                          <a:pt x="5334" y="1799"/>
                          <a:pt x="5442" y="1532"/>
                          <a:pt x="5442" y="1237"/>
                        </a:cubicBezTo>
                        <a:cubicBezTo>
                          <a:pt x="5442" y="554"/>
                          <a:pt x="4887" y="1"/>
                          <a:pt x="4204"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7124674" y="4785325"/>
                    <a:ext cx="236820" cy="236820"/>
                  </a:xfrm>
                  <a:custGeom>
                    <a:avLst/>
                    <a:gdLst/>
                    <a:ahLst/>
                    <a:cxnLst/>
                    <a:rect l="l" t="t" r="r" b="b"/>
                    <a:pathLst>
                      <a:path w="4580" h="4580" extrusionOk="0">
                        <a:moveTo>
                          <a:pt x="2291" y="154"/>
                        </a:moveTo>
                        <a:cubicBezTo>
                          <a:pt x="3468" y="154"/>
                          <a:pt x="4426" y="1113"/>
                          <a:pt x="4426" y="2290"/>
                        </a:cubicBezTo>
                        <a:cubicBezTo>
                          <a:pt x="4426" y="3468"/>
                          <a:pt x="3468" y="4427"/>
                          <a:pt x="2291" y="4427"/>
                        </a:cubicBezTo>
                        <a:cubicBezTo>
                          <a:pt x="1113" y="4427"/>
                          <a:pt x="155" y="3468"/>
                          <a:pt x="155" y="2290"/>
                        </a:cubicBezTo>
                        <a:cubicBezTo>
                          <a:pt x="155" y="1113"/>
                          <a:pt x="1113" y="154"/>
                          <a:pt x="2291" y="154"/>
                        </a:cubicBezTo>
                        <a:close/>
                        <a:moveTo>
                          <a:pt x="2291" y="1"/>
                        </a:moveTo>
                        <a:cubicBezTo>
                          <a:pt x="1028" y="1"/>
                          <a:pt x="1" y="1028"/>
                          <a:pt x="1" y="2290"/>
                        </a:cubicBezTo>
                        <a:cubicBezTo>
                          <a:pt x="1" y="3553"/>
                          <a:pt x="1028" y="4579"/>
                          <a:pt x="2291" y="4579"/>
                        </a:cubicBezTo>
                        <a:cubicBezTo>
                          <a:pt x="3553" y="4579"/>
                          <a:pt x="4579" y="3553"/>
                          <a:pt x="4579" y="2290"/>
                        </a:cubicBezTo>
                        <a:cubicBezTo>
                          <a:pt x="4579" y="1028"/>
                          <a:pt x="3553" y="1"/>
                          <a:pt x="2291"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8650719" y="3901923"/>
                    <a:ext cx="80974" cy="81026"/>
                  </a:xfrm>
                  <a:custGeom>
                    <a:avLst/>
                    <a:gdLst/>
                    <a:ahLst/>
                    <a:cxnLst/>
                    <a:rect l="l" t="t" r="r" b="b"/>
                    <a:pathLst>
                      <a:path w="1566" h="1567" extrusionOk="0">
                        <a:moveTo>
                          <a:pt x="783" y="1"/>
                        </a:moveTo>
                        <a:cubicBezTo>
                          <a:pt x="351" y="1"/>
                          <a:pt x="1" y="351"/>
                          <a:pt x="1" y="783"/>
                        </a:cubicBezTo>
                        <a:cubicBezTo>
                          <a:pt x="1" y="1216"/>
                          <a:pt x="351" y="1566"/>
                          <a:pt x="783" y="1566"/>
                        </a:cubicBezTo>
                        <a:cubicBezTo>
                          <a:pt x="1216" y="1566"/>
                          <a:pt x="1566" y="1216"/>
                          <a:pt x="1566" y="783"/>
                        </a:cubicBezTo>
                        <a:cubicBezTo>
                          <a:pt x="1566" y="351"/>
                          <a:pt x="1216"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8572845" y="3823997"/>
                    <a:ext cx="236820" cy="236820"/>
                  </a:xfrm>
                  <a:custGeom>
                    <a:avLst/>
                    <a:gdLst/>
                    <a:ahLst/>
                    <a:cxnLst/>
                    <a:rect l="l" t="t" r="r" b="b"/>
                    <a:pathLst>
                      <a:path w="4580" h="4580" extrusionOk="0">
                        <a:moveTo>
                          <a:pt x="2289" y="154"/>
                        </a:moveTo>
                        <a:cubicBezTo>
                          <a:pt x="3467" y="154"/>
                          <a:pt x="4426" y="1113"/>
                          <a:pt x="4426" y="2290"/>
                        </a:cubicBezTo>
                        <a:cubicBezTo>
                          <a:pt x="4426" y="3468"/>
                          <a:pt x="3467" y="4426"/>
                          <a:pt x="2289" y="4426"/>
                        </a:cubicBezTo>
                        <a:cubicBezTo>
                          <a:pt x="1112" y="4426"/>
                          <a:pt x="154" y="3468"/>
                          <a:pt x="154" y="2290"/>
                        </a:cubicBezTo>
                        <a:cubicBezTo>
                          <a:pt x="154" y="1113"/>
                          <a:pt x="1112" y="154"/>
                          <a:pt x="2289" y="154"/>
                        </a:cubicBezTo>
                        <a:close/>
                        <a:moveTo>
                          <a:pt x="2289" y="1"/>
                        </a:moveTo>
                        <a:cubicBezTo>
                          <a:pt x="1028" y="1"/>
                          <a:pt x="1" y="1028"/>
                          <a:pt x="1" y="2290"/>
                        </a:cubicBezTo>
                        <a:cubicBezTo>
                          <a:pt x="1" y="3552"/>
                          <a:pt x="1028" y="4579"/>
                          <a:pt x="2289" y="4579"/>
                        </a:cubicBezTo>
                        <a:cubicBezTo>
                          <a:pt x="3552" y="4579"/>
                          <a:pt x="4579" y="3553"/>
                          <a:pt x="4579" y="2290"/>
                        </a:cubicBezTo>
                        <a:cubicBezTo>
                          <a:pt x="4579" y="1028"/>
                          <a:pt x="3552" y="1"/>
                          <a:pt x="2289"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6447540" y="4616081"/>
                    <a:ext cx="128028" cy="127976"/>
                  </a:xfrm>
                  <a:custGeom>
                    <a:avLst/>
                    <a:gdLst/>
                    <a:ahLst/>
                    <a:cxnLst/>
                    <a:rect l="l" t="t" r="r" b="b"/>
                    <a:pathLst>
                      <a:path w="2476" h="2475" extrusionOk="0">
                        <a:moveTo>
                          <a:pt x="1237" y="0"/>
                        </a:moveTo>
                        <a:cubicBezTo>
                          <a:pt x="555" y="0"/>
                          <a:pt x="1" y="555"/>
                          <a:pt x="1" y="1238"/>
                        </a:cubicBezTo>
                        <a:cubicBezTo>
                          <a:pt x="1" y="1921"/>
                          <a:pt x="555" y="2474"/>
                          <a:pt x="1237" y="2474"/>
                        </a:cubicBezTo>
                        <a:cubicBezTo>
                          <a:pt x="1921" y="2474"/>
                          <a:pt x="2475" y="1921"/>
                          <a:pt x="2475" y="1238"/>
                        </a:cubicBezTo>
                        <a:cubicBezTo>
                          <a:pt x="2475" y="555"/>
                          <a:pt x="1921" y="0"/>
                          <a:pt x="12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6484616" y="4653104"/>
                    <a:ext cx="53879" cy="53983"/>
                  </a:xfrm>
                  <a:custGeom>
                    <a:avLst/>
                    <a:gdLst/>
                    <a:ahLst/>
                    <a:cxnLst/>
                    <a:rect l="l" t="t" r="r" b="b"/>
                    <a:pathLst>
                      <a:path w="1042" h="1044" extrusionOk="0">
                        <a:moveTo>
                          <a:pt x="522" y="1"/>
                        </a:moveTo>
                        <a:cubicBezTo>
                          <a:pt x="233" y="1"/>
                          <a:pt x="0" y="235"/>
                          <a:pt x="0" y="522"/>
                        </a:cubicBezTo>
                        <a:cubicBezTo>
                          <a:pt x="0" y="809"/>
                          <a:pt x="233" y="1043"/>
                          <a:pt x="522" y="1043"/>
                        </a:cubicBezTo>
                        <a:cubicBezTo>
                          <a:pt x="809" y="1043"/>
                          <a:pt x="1042" y="809"/>
                          <a:pt x="1042" y="522"/>
                        </a:cubicBezTo>
                        <a:cubicBezTo>
                          <a:pt x="1042" y="233"/>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4" name="Google Shape;64;p2"/>
              <p:cNvGrpSpPr/>
              <p:nvPr/>
            </p:nvGrpSpPr>
            <p:grpSpPr>
              <a:xfrm>
                <a:off x="100324" y="-76205"/>
                <a:ext cx="4075198" cy="588124"/>
                <a:chOff x="100324" y="-76205"/>
                <a:chExt cx="4075198" cy="588124"/>
              </a:xfrm>
            </p:grpSpPr>
            <p:sp>
              <p:nvSpPr>
                <p:cNvPr id="65" name="Google Shape;65;p2"/>
                <p:cNvSpPr/>
                <p:nvPr/>
              </p:nvSpPr>
              <p:spPr>
                <a:xfrm rot="-5400000">
                  <a:off x="87119" y="45083"/>
                  <a:ext cx="396046" cy="155089"/>
                </a:xfrm>
                <a:custGeom>
                  <a:avLst/>
                  <a:gdLst/>
                  <a:ahLst/>
                  <a:cxnLst/>
                  <a:rect l="l" t="t" r="r" b="b"/>
                  <a:pathLst>
                    <a:path w="7827" h="3065" extrusionOk="0">
                      <a:moveTo>
                        <a:pt x="7673" y="3065"/>
                      </a:moveTo>
                      <a:lnTo>
                        <a:pt x="2911" y="3065"/>
                      </a:lnTo>
                      <a:cubicBezTo>
                        <a:pt x="2871" y="3065"/>
                        <a:pt x="2832" y="3048"/>
                        <a:pt x="2802" y="3020"/>
                      </a:cubicBezTo>
                      <a:lnTo>
                        <a:pt x="61" y="278"/>
                      </a:lnTo>
                      <a:cubicBezTo>
                        <a:pt x="1" y="218"/>
                        <a:pt x="1" y="121"/>
                        <a:pt x="61" y="61"/>
                      </a:cubicBezTo>
                      <a:cubicBezTo>
                        <a:pt x="121" y="1"/>
                        <a:pt x="218" y="1"/>
                        <a:pt x="279" y="61"/>
                      </a:cubicBezTo>
                      <a:lnTo>
                        <a:pt x="2975" y="2757"/>
                      </a:lnTo>
                      <a:lnTo>
                        <a:pt x="7673" y="2757"/>
                      </a:lnTo>
                      <a:cubicBezTo>
                        <a:pt x="7758" y="2757"/>
                        <a:pt x="7827" y="2826"/>
                        <a:pt x="7827" y="2911"/>
                      </a:cubicBezTo>
                      <a:cubicBezTo>
                        <a:pt x="7827" y="2996"/>
                        <a:pt x="7758" y="3065"/>
                        <a:pt x="7673" y="3065"/>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rot="-5400000">
                  <a:off x="3191587" y="83159"/>
                  <a:ext cx="498157" cy="179428"/>
                </a:xfrm>
                <a:custGeom>
                  <a:avLst/>
                  <a:gdLst/>
                  <a:ahLst/>
                  <a:cxnLst/>
                  <a:rect l="l" t="t" r="r" b="b"/>
                  <a:pathLst>
                    <a:path w="9845" h="3546" extrusionOk="0">
                      <a:moveTo>
                        <a:pt x="3348" y="1"/>
                      </a:moveTo>
                      <a:cubicBezTo>
                        <a:pt x="3307" y="1"/>
                        <a:pt x="3268" y="16"/>
                        <a:pt x="3239" y="46"/>
                      </a:cubicBezTo>
                      <a:lnTo>
                        <a:pt x="1970" y="1314"/>
                      </a:lnTo>
                      <a:cubicBezTo>
                        <a:pt x="1765" y="1163"/>
                        <a:pt x="1513" y="1070"/>
                        <a:pt x="1238" y="1070"/>
                      </a:cubicBezTo>
                      <a:cubicBezTo>
                        <a:pt x="555" y="1070"/>
                        <a:pt x="0" y="1624"/>
                        <a:pt x="0" y="2307"/>
                      </a:cubicBezTo>
                      <a:cubicBezTo>
                        <a:pt x="0" y="2991"/>
                        <a:pt x="555" y="3545"/>
                        <a:pt x="1238" y="3545"/>
                      </a:cubicBezTo>
                      <a:cubicBezTo>
                        <a:pt x="1921" y="3545"/>
                        <a:pt x="2476" y="2991"/>
                        <a:pt x="2476" y="2307"/>
                      </a:cubicBezTo>
                      <a:cubicBezTo>
                        <a:pt x="2476" y="2011"/>
                        <a:pt x="2366" y="1741"/>
                        <a:pt x="2192" y="1528"/>
                      </a:cubicBezTo>
                      <a:lnTo>
                        <a:pt x="3412" y="308"/>
                      </a:lnTo>
                      <a:lnTo>
                        <a:pt x="6929" y="308"/>
                      </a:lnTo>
                      <a:lnTo>
                        <a:pt x="9566" y="2945"/>
                      </a:lnTo>
                      <a:cubicBezTo>
                        <a:pt x="9597" y="2975"/>
                        <a:pt x="9636" y="2991"/>
                        <a:pt x="9675" y="2991"/>
                      </a:cubicBezTo>
                      <a:cubicBezTo>
                        <a:pt x="9715" y="2991"/>
                        <a:pt x="9754" y="2975"/>
                        <a:pt x="9784" y="2945"/>
                      </a:cubicBezTo>
                      <a:cubicBezTo>
                        <a:pt x="9844" y="2885"/>
                        <a:pt x="9844" y="2787"/>
                        <a:pt x="9784" y="2728"/>
                      </a:cubicBezTo>
                      <a:lnTo>
                        <a:pt x="7101" y="46"/>
                      </a:lnTo>
                      <a:cubicBezTo>
                        <a:pt x="7073" y="16"/>
                        <a:pt x="7034" y="1"/>
                        <a:pt x="6993"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rot="-5400000">
                  <a:off x="3441299" y="332921"/>
                  <a:ext cx="52826" cy="52776"/>
                </a:xfrm>
                <a:custGeom>
                  <a:avLst/>
                  <a:gdLst/>
                  <a:ahLst/>
                  <a:cxnLst/>
                  <a:rect l="l" t="t" r="r" b="b"/>
                  <a:pathLst>
                    <a:path w="1044" h="1043" extrusionOk="0">
                      <a:moveTo>
                        <a:pt x="522" y="0"/>
                      </a:moveTo>
                      <a:cubicBezTo>
                        <a:pt x="233" y="0"/>
                        <a:pt x="0" y="234"/>
                        <a:pt x="0" y="521"/>
                      </a:cubicBezTo>
                      <a:cubicBezTo>
                        <a:pt x="0" y="810"/>
                        <a:pt x="235" y="1043"/>
                        <a:pt x="522" y="1043"/>
                      </a:cubicBezTo>
                      <a:cubicBezTo>
                        <a:pt x="809" y="1043"/>
                        <a:pt x="1043" y="810"/>
                        <a:pt x="1043" y="521"/>
                      </a:cubicBezTo>
                      <a:cubicBezTo>
                        <a:pt x="1043" y="234"/>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rot="-5400000">
                  <a:off x="2957105" y="96821"/>
                  <a:ext cx="497347" cy="152913"/>
                </a:xfrm>
                <a:custGeom>
                  <a:avLst/>
                  <a:gdLst/>
                  <a:ahLst/>
                  <a:cxnLst/>
                  <a:rect l="l" t="t" r="r" b="b"/>
                  <a:pathLst>
                    <a:path w="9829" h="3022" extrusionOk="0">
                      <a:moveTo>
                        <a:pt x="1238" y="1"/>
                      </a:moveTo>
                      <a:cubicBezTo>
                        <a:pt x="555" y="1"/>
                        <a:pt x="0" y="555"/>
                        <a:pt x="0" y="1239"/>
                      </a:cubicBezTo>
                      <a:cubicBezTo>
                        <a:pt x="0" y="1922"/>
                        <a:pt x="555" y="2475"/>
                        <a:pt x="1238" y="2475"/>
                      </a:cubicBezTo>
                      <a:cubicBezTo>
                        <a:pt x="1512" y="2475"/>
                        <a:pt x="1764" y="2383"/>
                        <a:pt x="1968" y="2232"/>
                      </a:cubicBezTo>
                      <a:lnTo>
                        <a:pt x="2713" y="2976"/>
                      </a:lnTo>
                      <a:cubicBezTo>
                        <a:pt x="2742" y="3005"/>
                        <a:pt x="2781" y="3021"/>
                        <a:pt x="2822" y="3021"/>
                      </a:cubicBezTo>
                      <a:lnTo>
                        <a:pt x="4763" y="3021"/>
                      </a:lnTo>
                      <a:cubicBezTo>
                        <a:pt x="4804" y="3021"/>
                        <a:pt x="4843" y="3005"/>
                        <a:pt x="4872" y="2976"/>
                      </a:cubicBezTo>
                      <a:lnTo>
                        <a:pt x="6539" y="1310"/>
                      </a:lnTo>
                      <a:lnTo>
                        <a:pt x="9675" y="1310"/>
                      </a:lnTo>
                      <a:cubicBezTo>
                        <a:pt x="9760" y="1310"/>
                        <a:pt x="9829" y="1241"/>
                        <a:pt x="9829" y="1156"/>
                      </a:cubicBezTo>
                      <a:cubicBezTo>
                        <a:pt x="9829" y="1071"/>
                        <a:pt x="9760" y="1002"/>
                        <a:pt x="9675" y="1002"/>
                      </a:cubicBezTo>
                      <a:lnTo>
                        <a:pt x="6475" y="1002"/>
                      </a:lnTo>
                      <a:cubicBezTo>
                        <a:pt x="6435" y="1002"/>
                        <a:pt x="6394" y="1019"/>
                        <a:pt x="6366" y="1047"/>
                      </a:cubicBezTo>
                      <a:lnTo>
                        <a:pt x="4700" y="2714"/>
                      </a:lnTo>
                      <a:lnTo>
                        <a:pt x="2885" y="2714"/>
                      </a:lnTo>
                      <a:lnTo>
                        <a:pt x="2191" y="2019"/>
                      </a:lnTo>
                      <a:cubicBezTo>
                        <a:pt x="2366" y="1805"/>
                        <a:pt x="2476" y="1535"/>
                        <a:pt x="2476" y="1239"/>
                      </a:cubicBezTo>
                      <a:cubicBezTo>
                        <a:pt x="2476" y="555"/>
                        <a:pt x="1921" y="1"/>
                        <a:pt x="123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rot="-5400000">
                  <a:off x="3165602" y="332896"/>
                  <a:ext cx="52826" cy="52826"/>
                </a:xfrm>
                <a:custGeom>
                  <a:avLst/>
                  <a:gdLst/>
                  <a:ahLst/>
                  <a:cxnLst/>
                  <a:rect l="l" t="t" r="r" b="b"/>
                  <a:pathLst>
                    <a:path w="1044" h="1044" extrusionOk="0">
                      <a:moveTo>
                        <a:pt x="522" y="0"/>
                      </a:moveTo>
                      <a:cubicBezTo>
                        <a:pt x="233" y="0"/>
                        <a:pt x="0" y="234"/>
                        <a:pt x="0" y="522"/>
                      </a:cubicBezTo>
                      <a:cubicBezTo>
                        <a:pt x="0" y="809"/>
                        <a:pt x="235" y="1043"/>
                        <a:pt x="522" y="1043"/>
                      </a:cubicBezTo>
                      <a:cubicBezTo>
                        <a:pt x="809" y="1043"/>
                        <a:pt x="1043" y="809"/>
                        <a:pt x="1043" y="522"/>
                      </a:cubicBezTo>
                      <a:cubicBezTo>
                        <a:pt x="1043"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rot="-5400000">
                  <a:off x="1412929" y="85437"/>
                  <a:ext cx="587314" cy="265650"/>
                </a:xfrm>
                <a:custGeom>
                  <a:avLst/>
                  <a:gdLst/>
                  <a:ahLst/>
                  <a:cxnLst/>
                  <a:rect l="l" t="t" r="r" b="b"/>
                  <a:pathLst>
                    <a:path w="11607" h="5250" extrusionOk="0">
                      <a:moveTo>
                        <a:pt x="7737" y="0"/>
                      </a:moveTo>
                      <a:cubicBezTo>
                        <a:pt x="7697" y="0"/>
                        <a:pt x="7658" y="16"/>
                        <a:pt x="7629" y="45"/>
                      </a:cubicBezTo>
                      <a:lnTo>
                        <a:pt x="6105" y="1569"/>
                      </a:lnTo>
                      <a:lnTo>
                        <a:pt x="3503" y="1569"/>
                      </a:lnTo>
                      <a:cubicBezTo>
                        <a:pt x="3462" y="1569"/>
                        <a:pt x="3422" y="1584"/>
                        <a:pt x="3394" y="1614"/>
                      </a:cubicBezTo>
                      <a:lnTo>
                        <a:pt x="1980" y="3028"/>
                      </a:lnTo>
                      <a:cubicBezTo>
                        <a:pt x="1772" y="2871"/>
                        <a:pt x="1517" y="2775"/>
                        <a:pt x="1237" y="2775"/>
                      </a:cubicBezTo>
                      <a:cubicBezTo>
                        <a:pt x="553" y="2775"/>
                        <a:pt x="0" y="3328"/>
                        <a:pt x="0" y="4011"/>
                      </a:cubicBezTo>
                      <a:cubicBezTo>
                        <a:pt x="0" y="4695"/>
                        <a:pt x="553" y="5249"/>
                        <a:pt x="1237" y="5249"/>
                      </a:cubicBezTo>
                      <a:cubicBezTo>
                        <a:pt x="1920" y="5249"/>
                        <a:pt x="2474" y="4695"/>
                        <a:pt x="2474" y="4011"/>
                      </a:cubicBezTo>
                      <a:cubicBezTo>
                        <a:pt x="2474" y="3719"/>
                        <a:pt x="2369" y="3455"/>
                        <a:pt x="2199" y="3243"/>
                      </a:cubicBezTo>
                      <a:lnTo>
                        <a:pt x="3567" y="1876"/>
                      </a:lnTo>
                      <a:lnTo>
                        <a:pt x="6169" y="1876"/>
                      </a:lnTo>
                      <a:cubicBezTo>
                        <a:pt x="6209" y="1876"/>
                        <a:pt x="6248" y="1860"/>
                        <a:pt x="6277" y="1831"/>
                      </a:cubicBezTo>
                      <a:lnTo>
                        <a:pt x="7801" y="308"/>
                      </a:lnTo>
                      <a:lnTo>
                        <a:pt x="11453" y="308"/>
                      </a:lnTo>
                      <a:cubicBezTo>
                        <a:pt x="11538" y="308"/>
                        <a:pt x="11607" y="239"/>
                        <a:pt x="11607" y="154"/>
                      </a:cubicBezTo>
                      <a:cubicBezTo>
                        <a:pt x="11607" y="69"/>
                        <a:pt x="11538" y="0"/>
                        <a:pt x="11453"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rot="-5400000">
                  <a:off x="1750407" y="422964"/>
                  <a:ext cx="52725" cy="52725"/>
                </a:xfrm>
                <a:custGeom>
                  <a:avLst/>
                  <a:gdLst/>
                  <a:ahLst/>
                  <a:cxnLst/>
                  <a:rect l="l" t="t" r="r" b="b"/>
                  <a:pathLst>
                    <a:path w="1042" h="1042" extrusionOk="0">
                      <a:moveTo>
                        <a:pt x="522" y="0"/>
                      </a:moveTo>
                      <a:cubicBezTo>
                        <a:pt x="233" y="0"/>
                        <a:pt x="0" y="233"/>
                        <a:pt x="0" y="520"/>
                      </a:cubicBezTo>
                      <a:cubicBezTo>
                        <a:pt x="0" y="809"/>
                        <a:pt x="233" y="1042"/>
                        <a:pt x="522" y="1042"/>
                      </a:cubicBezTo>
                      <a:cubicBezTo>
                        <a:pt x="809" y="1042"/>
                        <a:pt x="1042" y="809"/>
                        <a:pt x="1042" y="520"/>
                      </a:cubicBezTo>
                      <a:cubicBezTo>
                        <a:pt x="1042"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5400000">
                  <a:off x="391379" y="26361"/>
                  <a:ext cx="400701" cy="197188"/>
                </a:xfrm>
                <a:custGeom>
                  <a:avLst/>
                  <a:gdLst/>
                  <a:ahLst/>
                  <a:cxnLst/>
                  <a:rect l="l" t="t" r="r" b="b"/>
                  <a:pathLst>
                    <a:path w="7919" h="3897" extrusionOk="0">
                      <a:moveTo>
                        <a:pt x="3870" y="0"/>
                      </a:moveTo>
                      <a:cubicBezTo>
                        <a:pt x="3828" y="0"/>
                        <a:pt x="3789" y="17"/>
                        <a:pt x="3761" y="45"/>
                      </a:cubicBezTo>
                      <a:lnTo>
                        <a:pt x="2062" y="1744"/>
                      </a:lnTo>
                      <a:cubicBezTo>
                        <a:pt x="1844" y="1545"/>
                        <a:pt x="1556" y="1421"/>
                        <a:pt x="1237" y="1421"/>
                      </a:cubicBezTo>
                      <a:cubicBezTo>
                        <a:pt x="554" y="1421"/>
                        <a:pt x="0" y="1976"/>
                        <a:pt x="0" y="2659"/>
                      </a:cubicBezTo>
                      <a:cubicBezTo>
                        <a:pt x="0" y="3342"/>
                        <a:pt x="554" y="3897"/>
                        <a:pt x="1237" y="3897"/>
                      </a:cubicBezTo>
                      <a:cubicBezTo>
                        <a:pt x="1920" y="3897"/>
                        <a:pt x="2475" y="3342"/>
                        <a:pt x="2475" y="2659"/>
                      </a:cubicBezTo>
                      <a:cubicBezTo>
                        <a:pt x="2475" y="2406"/>
                        <a:pt x="2398" y="2171"/>
                        <a:pt x="2267" y="1974"/>
                      </a:cubicBezTo>
                      <a:lnTo>
                        <a:pt x="3932" y="308"/>
                      </a:lnTo>
                      <a:lnTo>
                        <a:pt x="7765" y="308"/>
                      </a:lnTo>
                      <a:cubicBezTo>
                        <a:pt x="7850" y="308"/>
                        <a:pt x="7919" y="239"/>
                        <a:pt x="7919" y="154"/>
                      </a:cubicBezTo>
                      <a:cubicBezTo>
                        <a:pt x="7919" y="69"/>
                        <a:pt x="7850" y="0"/>
                        <a:pt x="7765"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5400000">
                  <a:off x="601269" y="236300"/>
                  <a:ext cx="52826" cy="52826"/>
                </a:xfrm>
                <a:custGeom>
                  <a:avLst/>
                  <a:gdLst/>
                  <a:ahLst/>
                  <a:cxnLst/>
                  <a:rect l="l" t="t" r="r" b="b"/>
                  <a:pathLst>
                    <a:path w="1044" h="1044" extrusionOk="0">
                      <a:moveTo>
                        <a:pt x="522" y="1"/>
                      </a:moveTo>
                      <a:cubicBezTo>
                        <a:pt x="235" y="1"/>
                        <a:pt x="1" y="233"/>
                        <a:pt x="1" y="522"/>
                      </a:cubicBezTo>
                      <a:cubicBezTo>
                        <a:pt x="1" y="809"/>
                        <a:pt x="235" y="1043"/>
                        <a:pt x="522" y="1043"/>
                      </a:cubicBezTo>
                      <a:cubicBezTo>
                        <a:pt x="810" y="1043"/>
                        <a:pt x="1043" y="809"/>
                        <a:pt x="1043" y="522"/>
                      </a:cubicBezTo>
                      <a:cubicBezTo>
                        <a:pt x="1043"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5400000">
                  <a:off x="176579" y="272429"/>
                  <a:ext cx="79240" cy="79240"/>
                </a:xfrm>
                <a:custGeom>
                  <a:avLst/>
                  <a:gdLst/>
                  <a:ahLst/>
                  <a:cxnLst/>
                  <a:rect l="l" t="t" r="r" b="b"/>
                  <a:pathLst>
                    <a:path w="1566" h="1566" extrusionOk="0">
                      <a:moveTo>
                        <a:pt x="783" y="0"/>
                      </a:moveTo>
                      <a:cubicBezTo>
                        <a:pt x="350" y="0"/>
                        <a:pt x="0" y="350"/>
                        <a:pt x="0" y="783"/>
                      </a:cubicBezTo>
                      <a:cubicBezTo>
                        <a:pt x="0" y="1215"/>
                        <a:pt x="350" y="1565"/>
                        <a:pt x="783" y="1565"/>
                      </a:cubicBezTo>
                      <a:cubicBezTo>
                        <a:pt x="1215" y="1565"/>
                        <a:pt x="1565" y="1215"/>
                        <a:pt x="1565" y="783"/>
                      </a:cubicBezTo>
                      <a:cubicBezTo>
                        <a:pt x="1565" y="350"/>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rot="-5400000">
                  <a:off x="100350" y="196149"/>
                  <a:ext cx="231697" cy="231748"/>
                </a:xfrm>
                <a:custGeom>
                  <a:avLst/>
                  <a:gdLst/>
                  <a:ahLst/>
                  <a:cxnLst/>
                  <a:rect l="l" t="t" r="r" b="b"/>
                  <a:pathLst>
                    <a:path w="4579" h="4580" extrusionOk="0">
                      <a:moveTo>
                        <a:pt x="2289" y="155"/>
                      </a:moveTo>
                      <a:cubicBezTo>
                        <a:pt x="3466" y="155"/>
                        <a:pt x="4425" y="1112"/>
                        <a:pt x="4425" y="2290"/>
                      </a:cubicBezTo>
                      <a:cubicBezTo>
                        <a:pt x="4425" y="3467"/>
                        <a:pt x="3466" y="4426"/>
                        <a:pt x="2289" y="4426"/>
                      </a:cubicBezTo>
                      <a:cubicBezTo>
                        <a:pt x="1111" y="4426"/>
                        <a:pt x="154" y="3467"/>
                        <a:pt x="154" y="2290"/>
                      </a:cubicBezTo>
                      <a:cubicBezTo>
                        <a:pt x="154" y="1112"/>
                        <a:pt x="1111" y="155"/>
                        <a:pt x="2289" y="155"/>
                      </a:cubicBezTo>
                      <a:close/>
                      <a:moveTo>
                        <a:pt x="2289" y="1"/>
                      </a:moveTo>
                      <a:cubicBezTo>
                        <a:pt x="1026" y="1"/>
                        <a:pt x="0" y="1027"/>
                        <a:pt x="0" y="2290"/>
                      </a:cubicBezTo>
                      <a:cubicBezTo>
                        <a:pt x="0" y="3552"/>
                        <a:pt x="1026" y="4580"/>
                        <a:pt x="2289" y="4580"/>
                      </a:cubicBezTo>
                      <a:cubicBezTo>
                        <a:pt x="3551" y="4580"/>
                        <a:pt x="4579" y="3552"/>
                        <a:pt x="4579" y="2290"/>
                      </a:cubicBezTo>
                      <a:cubicBezTo>
                        <a:pt x="4579" y="1027"/>
                        <a:pt x="3551" y="1"/>
                        <a:pt x="228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rot="-5400000">
                  <a:off x="908311" y="141695"/>
                  <a:ext cx="119821" cy="119821"/>
                </a:xfrm>
                <a:custGeom>
                  <a:avLst/>
                  <a:gdLst/>
                  <a:ahLst/>
                  <a:cxnLst/>
                  <a:rect l="l" t="t" r="r" b="b"/>
                  <a:pathLst>
                    <a:path w="2368" h="2368" extrusionOk="0">
                      <a:moveTo>
                        <a:pt x="1184" y="154"/>
                      </a:moveTo>
                      <a:cubicBezTo>
                        <a:pt x="1751" y="154"/>
                        <a:pt x="2214" y="616"/>
                        <a:pt x="2214" y="1184"/>
                      </a:cubicBezTo>
                      <a:cubicBezTo>
                        <a:pt x="2214" y="1751"/>
                        <a:pt x="1751" y="2213"/>
                        <a:pt x="1184" y="2213"/>
                      </a:cubicBezTo>
                      <a:cubicBezTo>
                        <a:pt x="617" y="2213"/>
                        <a:pt x="156" y="1751"/>
                        <a:pt x="156" y="1184"/>
                      </a:cubicBezTo>
                      <a:cubicBezTo>
                        <a:pt x="156" y="616"/>
                        <a:pt x="617" y="154"/>
                        <a:pt x="1184" y="154"/>
                      </a:cubicBezTo>
                      <a:close/>
                      <a:moveTo>
                        <a:pt x="1184" y="0"/>
                      </a:moveTo>
                      <a:cubicBezTo>
                        <a:pt x="531" y="0"/>
                        <a:pt x="1" y="531"/>
                        <a:pt x="1" y="1184"/>
                      </a:cubicBezTo>
                      <a:cubicBezTo>
                        <a:pt x="1" y="1836"/>
                        <a:pt x="531" y="2367"/>
                        <a:pt x="1184" y="2367"/>
                      </a:cubicBezTo>
                      <a:cubicBezTo>
                        <a:pt x="1837" y="2367"/>
                        <a:pt x="2367" y="1836"/>
                        <a:pt x="2367" y="1184"/>
                      </a:cubicBezTo>
                      <a:cubicBezTo>
                        <a:pt x="2367" y="531"/>
                        <a:pt x="1837" y="0"/>
                        <a:pt x="1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rot="-5400000">
                  <a:off x="4055701" y="189669"/>
                  <a:ext cx="119821" cy="119821"/>
                </a:xfrm>
                <a:custGeom>
                  <a:avLst/>
                  <a:gdLst/>
                  <a:ahLst/>
                  <a:cxnLst/>
                  <a:rect l="l" t="t" r="r" b="b"/>
                  <a:pathLst>
                    <a:path w="2368" h="2368" extrusionOk="0">
                      <a:moveTo>
                        <a:pt x="1184" y="154"/>
                      </a:moveTo>
                      <a:cubicBezTo>
                        <a:pt x="1751" y="154"/>
                        <a:pt x="2214" y="617"/>
                        <a:pt x="2214" y="1184"/>
                      </a:cubicBezTo>
                      <a:cubicBezTo>
                        <a:pt x="2214" y="1751"/>
                        <a:pt x="1751" y="2212"/>
                        <a:pt x="1184" y="2212"/>
                      </a:cubicBezTo>
                      <a:cubicBezTo>
                        <a:pt x="616" y="2212"/>
                        <a:pt x="155" y="1751"/>
                        <a:pt x="155" y="1184"/>
                      </a:cubicBezTo>
                      <a:cubicBezTo>
                        <a:pt x="155" y="617"/>
                        <a:pt x="616" y="154"/>
                        <a:pt x="1184" y="154"/>
                      </a:cubicBezTo>
                      <a:close/>
                      <a:moveTo>
                        <a:pt x="1184" y="1"/>
                      </a:moveTo>
                      <a:cubicBezTo>
                        <a:pt x="531" y="1"/>
                        <a:pt x="0" y="531"/>
                        <a:pt x="0" y="1184"/>
                      </a:cubicBezTo>
                      <a:cubicBezTo>
                        <a:pt x="0" y="1837"/>
                        <a:pt x="531" y="2367"/>
                        <a:pt x="1184" y="2367"/>
                      </a:cubicBezTo>
                      <a:cubicBezTo>
                        <a:pt x="1836" y="2367"/>
                        <a:pt x="2367" y="1837"/>
                        <a:pt x="2367" y="1184"/>
                      </a:cubicBezTo>
                      <a:cubicBezTo>
                        <a:pt x="2367" y="531"/>
                        <a:pt x="1836" y="1"/>
                        <a:pt x="1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 name="Google Shape;78;p2"/>
            <p:cNvSpPr/>
            <p:nvPr/>
          </p:nvSpPr>
          <p:spPr>
            <a:xfrm>
              <a:off x="8547511" y="3041416"/>
              <a:ext cx="53983" cy="53931"/>
            </a:xfrm>
            <a:custGeom>
              <a:avLst/>
              <a:gdLst/>
              <a:ahLst/>
              <a:cxnLst/>
              <a:rect l="l" t="t" r="r" b="b"/>
              <a:pathLst>
                <a:path w="1044" h="1043" extrusionOk="0">
                  <a:moveTo>
                    <a:pt x="522" y="1"/>
                  </a:moveTo>
                  <a:cubicBezTo>
                    <a:pt x="234" y="1"/>
                    <a:pt x="0" y="233"/>
                    <a:pt x="0" y="521"/>
                  </a:cubicBezTo>
                  <a:cubicBezTo>
                    <a:pt x="0" y="809"/>
                    <a:pt x="234" y="1042"/>
                    <a:pt x="522" y="1042"/>
                  </a:cubicBezTo>
                  <a:cubicBezTo>
                    <a:pt x="810" y="1042"/>
                    <a:pt x="1043" y="809"/>
                    <a:pt x="1043" y="521"/>
                  </a:cubicBezTo>
                  <a:cubicBezTo>
                    <a:pt x="1043"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9"/>
        <p:cNvGrpSpPr/>
        <p:nvPr/>
      </p:nvGrpSpPr>
      <p:grpSpPr>
        <a:xfrm>
          <a:off x="0" y="0"/>
          <a:ext cx="0" cy="0"/>
          <a:chOff x="0" y="0"/>
          <a:chExt cx="0" cy="0"/>
        </a:xfrm>
      </p:grpSpPr>
      <p:pic>
        <p:nvPicPr>
          <p:cNvPr id="80" name="Google Shape;80;p3"/>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sp>
        <p:nvSpPr>
          <p:cNvPr id="81" name="Google Shape;81;p3"/>
          <p:cNvSpPr txBox="1">
            <a:spLocks noGrp="1"/>
          </p:cNvSpPr>
          <p:nvPr>
            <p:ph type="title"/>
          </p:nvPr>
        </p:nvSpPr>
        <p:spPr>
          <a:xfrm>
            <a:off x="2362075" y="2079368"/>
            <a:ext cx="6068700" cy="6990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2" name="Google Shape;82;p3"/>
          <p:cNvSpPr txBox="1">
            <a:spLocks noGrp="1"/>
          </p:cNvSpPr>
          <p:nvPr>
            <p:ph type="title" idx="2" hasCustomPrompt="1"/>
          </p:nvPr>
        </p:nvSpPr>
        <p:spPr>
          <a:xfrm>
            <a:off x="713225" y="2079375"/>
            <a:ext cx="1249500" cy="984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a:spLocks noGrp="1"/>
          </p:cNvSpPr>
          <p:nvPr>
            <p:ph type="subTitle" idx="1"/>
          </p:nvPr>
        </p:nvSpPr>
        <p:spPr>
          <a:xfrm>
            <a:off x="2362075" y="2689132"/>
            <a:ext cx="60687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84" name="Google Shape;84;p3"/>
          <p:cNvGrpSpPr/>
          <p:nvPr/>
        </p:nvGrpSpPr>
        <p:grpSpPr>
          <a:xfrm>
            <a:off x="158650" y="126523"/>
            <a:ext cx="8822200" cy="4894317"/>
            <a:chOff x="158650" y="126523"/>
            <a:chExt cx="8822200" cy="4894317"/>
          </a:xfrm>
        </p:grpSpPr>
        <p:grpSp>
          <p:nvGrpSpPr>
            <p:cNvPr id="85" name="Google Shape;85;p3"/>
            <p:cNvGrpSpPr/>
            <p:nvPr/>
          </p:nvGrpSpPr>
          <p:grpSpPr>
            <a:xfrm>
              <a:off x="713225" y="268300"/>
              <a:ext cx="1344400" cy="271200"/>
              <a:chOff x="3686625" y="4603950"/>
              <a:chExt cx="1344400" cy="271200"/>
            </a:xfrm>
          </p:grpSpPr>
          <p:sp>
            <p:nvSpPr>
              <p:cNvPr id="86" name="Google Shape;86;p3"/>
              <p:cNvSpPr/>
              <p:nvPr/>
            </p:nvSpPr>
            <p:spPr>
              <a:xfrm rot="-5400000">
                <a:off x="36389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rot="-5400000">
                <a:off x="39310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rot="-5400000">
                <a:off x="42232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rot="-5400000">
                <a:off x="45153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rot="-5400000">
                <a:off x="48075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rot="10800000" flipH="1">
              <a:off x="158650" y="4066400"/>
              <a:ext cx="2160475" cy="954440"/>
              <a:chOff x="100325" y="227610"/>
              <a:chExt cx="2160475" cy="954440"/>
            </a:xfrm>
          </p:grpSpPr>
          <p:sp>
            <p:nvSpPr>
              <p:cNvPr id="92" name="Google Shape;92;p3"/>
              <p:cNvSpPr/>
              <p:nvPr/>
            </p:nvSpPr>
            <p:spPr>
              <a:xfrm>
                <a:off x="243516" y="71263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100325" y="569450"/>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1843800" y="227610"/>
                <a:ext cx="417000" cy="4167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rot="-5400000">
                <a:off x="1097232" y="-45701"/>
                <a:ext cx="304978" cy="1211724"/>
              </a:xfrm>
              <a:custGeom>
                <a:avLst/>
                <a:gdLst/>
                <a:ahLst/>
                <a:cxnLst/>
                <a:rect l="l" t="t" r="r" b="b"/>
                <a:pathLst>
                  <a:path w="3704" h="14717" extrusionOk="0">
                    <a:moveTo>
                      <a:pt x="218" y="1"/>
                    </a:moveTo>
                    <a:cubicBezTo>
                      <a:pt x="168" y="1"/>
                      <a:pt x="117" y="20"/>
                      <a:pt x="79" y="59"/>
                    </a:cubicBezTo>
                    <a:cubicBezTo>
                      <a:pt x="1" y="136"/>
                      <a:pt x="1" y="261"/>
                      <a:pt x="79" y="338"/>
                    </a:cubicBezTo>
                    <a:lnTo>
                      <a:pt x="3308" y="3569"/>
                    </a:lnTo>
                    <a:lnTo>
                      <a:pt x="3308" y="14518"/>
                    </a:lnTo>
                    <a:cubicBezTo>
                      <a:pt x="3308" y="14628"/>
                      <a:pt x="3397" y="14717"/>
                      <a:pt x="3506" y="14717"/>
                    </a:cubicBezTo>
                    <a:cubicBezTo>
                      <a:pt x="3616" y="14717"/>
                      <a:pt x="3703" y="14628"/>
                      <a:pt x="3703" y="14518"/>
                    </a:cubicBezTo>
                    <a:lnTo>
                      <a:pt x="3703" y="3486"/>
                    </a:lnTo>
                    <a:cubicBezTo>
                      <a:pt x="3703" y="3434"/>
                      <a:pt x="3683" y="3383"/>
                      <a:pt x="3645" y="3347"/>
                    </a:cubicBezTo>
                    <a:lnTo>
                      <a:pt x="358" y="59"/>
                    </a:lnTo>
                    <a:cubicBezTo>
                      <a:pt x="319" y="20"/>
                      <a:pt x="269" y="1"/>
                      <a:pt x="218"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 name="Google Shape;96;p3"/>
            <p:cNvGrpSpPr/>
            <p:nvPr/>
          </p:nvGrpSpPr>
          <p:grpSpPr>
            <a:xfrm rot="-5400000">
              <a:off x="6929868" y="1366656"/>
              <a:ext cx="3284287" cy="804021"/>
              <a:chOff x="5822921" y="4332649"/>
              <a:chExt cx="3284287" cy="804021"/>
            </a:xfrm>
          </p:grpSpPr>
          <p:sp>
            <p:nvSpPr>
              <p:cNvPr id="97" name="Google Shape;97;p3"/>
              <p:cNvSpPr/>
              <p:nvPr/>
            </p:nvSpPr>
            <p:spPr>
              <a:xfrm flipH="1">
                <a:off x="6142491" y="4605900"/>
                <a:ext cx="2358631" cy="39449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8494308" y="4332649"/>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5822921" y="4810270"/>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 name="Google Shape;100;p3"/>
            <p:cNvGrpSpPr/>
            <p:nvPr/>
          </p:nvGrpSpPr>
          <p:grpSpPr>
            <a:xfrm flipH="1">
              <a:off x="7541750" y="4351725"/>
              <a:ext cx="1439100" cy="504550"/>
              <a:chOff x="2539675" y="122850"/>
              <a:chExt cx="1439100" cy="504550"/>
            </a:xfrm>
          </p:grpSpPr>
          <p:sp>
            <p:nvSpPr>
              <p:cNvPr id="101" name="Google Shape;101;p3"/>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2539675" y="12285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3" name="Google Shape;103;p3"/>
          <p:cNvGrpSpPr/>
          <p:nvPr/>
        </p:nvGrpSpPr>
        <p:grpSpPr>
          <a:xfrm>
            <a:off x="-2861" y="146445"/>
            <a:ext cx="8781756" cy="4793903"/>
            <a:chOff x="-2861" y="146445"/>
            <a:chExt cx="8781756" cy="4793903"/>
          </a:xfrm>
        </p:grpSpPr>
        <p:grpSp>
          <p:nvGrpSpPr>
            <p:cNvPr id="104" name="Google Shape;104;p3"/>
            <p:cNvGrpSpPr/>
            <p:nvPr/>
          </p:nvGrpSpPr>
          <p:grpSpPr>
            <a:xfrm>
              <a:off x="2896700" y="146445"/>
              <a:ext cx="246063" cy="246061"/>
              <a:chOff x="2896700" y="146445"/>
              <a:chExt cx="246063" cy="246061"/>
            </a:xfrm>
          </p:grpSpPr>
          <p:sp>
            <p:nvSpPr>
              <p:cNvPr id="105" name="Google Shape;105;p3"/>
              <p:cNvSpPr/>
              <p:nvPr/>
            </p:nvSpPr>
            <p:spPr>
              <a:xfrm rot="-5400000">
                <a:off x="3083671" y="333414"/>
                <a:ext cx="59092" cy="59092"/>
              </a:xfrm>
              <a:custGeom>
                <a:avLst/>
                <a:gdLst/>
                <a:ahLst/>
                <a:cxnLst/>
                <a:rect l="l" t="t" r="r" b="b"/>
                <a:pathLst>
                  <a:path w="1085" h="1085" extrusionOk="0">
                    <a:moveTo>
                      <a:pt x="543" y="1"/>
                    </a:moveTo>
                    <a:cubicBezTo>
                      <a:pt x="244" y="1"/>
                      <a:pt x="0" y="243"/>
                      <a:pt x="0" y="542"/>
                    </a:cubicBezTo>
                    <a:cubicBezTo>
                      <a:pt x="0" y="841"/>
                      <a:pt x="244" y="1085"/>
                      <a:pt x="543" y="1085"/>
                    </a:cubicBezTo>
                    <a:cubicBezTo>
                      <a:pt x="842" y="1085"/>
                      <a:pt x="1084" y="841"/>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rot="-5400000">
                <a:off x="2991520" y="241264"/>
                <a:ext cx="59092" cy="59092"/>
              </a:xfrm>
              <a:custGeom>
                <a:avLst/>
                <a:gdLst/>
                <a:ahLst/>
                <a:cxnLst/>
                <a:rect l="l" t="t" r="r" b="b"/>
                <a:pathLst>
                  <a:path w="1085" h="1085" extrusionOk="0">
                    <a:moveTo>
                      <a:pt x="544" y="0"/>
                    </a:moveTo>
                    <a:cubicBezTo>
                      <a:pt x="243" y="0"/>
                      <a:pt x="1" y="242"/>
                      <a:pt x="1" y="541"/>
                    </a:cubicBezTo>
                    <a:cubicBezTo>
                      <a:pt x="1" y="841"/>
                      <a:pt x="243" y="1084"/>
                      <a:pt x="544" y="1084"/>
                    </a:cubicBezTo>
                    <a:cubicBezTo>
                      <a:pt x="843" y="1084"/>
                      <a:pt x="1085" y="841"/>
                      <a:pt x="1085" y="541"/>
                    </a:cubicBezTo>
                    <a:cubicBezTo>
                      <a:pt x="1085" y="242"/>
                      <a:pt x="843" y="0"/>
                      <a:pt x="5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rot="-5400000">
                <a:off x="2896700" y="146445"/>
                <a:ext cx="59092" cy="59092"/>
              </a:xfrm>
              <a:custGeom>
                <a:avLst/>
                <a:gdLst/>
                <a:ahLst/>
                <a:cxnLst/>
                <a:rect l="l" t="t" r="r" b="b"/>
                <a:pathLst>
                  <a:path w="1085" h="1085" extrusionOk="0">
                    <a:moveTo>
                      <a:pt x="542" y="1"/>
                    </a:moveTo>
                    <a:cubicBezTo>
                      <a:pt x="242" y="1"/>
                      <a:pt x="0" y="243"/>
                      <a:pt x="0" y="542"/>
                    </a:cubicBezTo>
                    <a:cubicBezTo>
                      <a:pt x="0" y="843"/>
                      <a:pt x="242" y="1085"/>
                      <a:pt x="542" y="1085"/>
                    </a:cubicBezTo>
                    <a:cubicBezTo>
                      <a:pt x="842" y="1085"/>
                      <a:pt x="1084" y="843"/>
                      <a:pt x="1084" y="542"/>
                    </a:cubicBezTo>
                    <a:cubicBezTo>
                      <a:pt x="1084"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 name="Google Shape;108;p3"/>
            <p:cNvGrpSpPr/>
            <p:nvPr/>
          </p:nvGrpSpPr>
          <p:grpSpPr>
            <a:xfrm>
              <a:off x="5718551" y="4138851"/>
              <a:ext cx="3060344" cy="801498"/>
              <a:chOff x="5718551" y="4138851"/>
              <a:chExt cx="3060344" cy="801498"/>
            </a:xfrm>
          </p:grpSpPr>
          <p:sp>
            <p:nvSpPr>
              <p:cNvPr id="109" name="Google Shape;109;p3"/>
              <p:cNvSpPr/>
              <p:nvPr/>
            </p:nvSpPr>
            <p:spPr>
              <a:xfrm flipH="1">
                <a:off x="8715410" y="4138851"/>
                <a:ext cx="63486" cy="63489"/>
              </a:xfrm>
              <a:custGeom>
                <a:avLst/>
                <a:gdLst/>
                <a:ahLst/>
                <a:cxnLst/>
                <a:rect l="l" t="t" r="r" b="b"/>
                <a:pathLst>
                  <a:path w="1085" h="1085" extrusionOk="0">
                    <a:moveTo>
                      <a:pt x="543" y="1"/>
                    </a:moveTo>
                    <a:cubicBezTo>
                      <a:pt x="243" y="1"/>
                      <a:pt x="1" y="243"/>
                      <a:pt x="1" y="543"/>
                    </a:cubicBezTo>
                    <a:cubicBezTo>
                      <a:pt x="1" y="842"/>
                      <a:pt x="243" y="1085"/>
                      <a:pt x="543" y="1085"/>
                    </a:cubicBezTo>
                    <a:cubicBezTo>
                      <a:pt x="842" y="1085"/>
                      <a:pt x="1085" y="842"/>
                      <a:pt x="1085" y="543"/>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
              <p:cNvSpPr/>
              <p:nvPr/>
            </p:nvSpPr>
            <p:spPr>
              <a:xfrm flipH="1">
                <a:off x="8613595" y="4240666"/>
                <a:ext cx="63486" cy="63489"/>
              </a:xfrm>
              <a:custGeom>
                <a:avLst/>
                <a:gdLst/>
                <a:ahLst/>
                <a:cxnLst/>
                <a:rect l="l" t="t" r="r" b="b"/>
                <a:pathLst>
                  <a:path w="1085" h="1085" extrusionOk="0">
                    <a:moveTo>
                      <a:pt x="542" y="1"/>
                    </a:moveTo>
                    <a:cubicBezTo>
                      <a:pt x="243" y="1"/>
                      <a:pt x="1" y="243"/>
                      <a:pt x="1" y="542"/>
                    </a:cubicBezTo>
                    <a:cubicBezTo>
                      <a:pt x="1" y="842"/>
                      <a:pt x="243" y="1085"/>
                      <a:pt x="542" y="1085"/>
                    </a:cubicBezTo>
                    <a:cubicBezTo>
                      <a:pt x="842" y="1085"/>
                      <a:pt x="1085" y="842"/>
                      <a:pt x="1085" y="542"/>
                    </a:cubicBezTo>
                    <a:cubicBezTo>
                      <a:pt x="1085"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flipH="1">
                <a:off x="8514531" y="4339731"/>
                <a:ext cx="63486" cy="63489"/>
              </a:xfrm>
              <a:custGeom>
                <a:avLst/>
                <a:gdLst/>
                <a:ahLst/>
                <a:cxnLst/>
                <a:rect l="l" t="t" r="r" b="b"/>
                <a:pathLst>
                  <a:path w="1085" h="1085" extrusionOk="0">
                    <a:moveTo>
                      <a:pt x="542" y="1"/>
                    </a:moveTo>
                    <a:cubicBezTo>
                      <a:pt x="243" y="1"/>
                      <a:pt x="1" y="243"/>
                      <a:pt x="1" y="542"/>
                    </a:cubicBezTo>
                    <a:cubicBezTo>
                      <a:pt x="1" y="841"/>
                      <a:pt x="243" y="1085"/>
                      <a:pt x="542" y="1085"/>
                    </a:cubicBezTo>
                    <a:cubicBezTo>
                      <a:pt x="841" y="1085"/>
                      <a:pt x="1085" y="841"/>
                      <a:pt x="1085" y="542"/>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flipH="1">
                <a:off x="5919430" y="4675979"/>
                <a:ext cx="63486" cy="63489"/>
              </a:xfrm>
              <a:custGeom>
                <a:avLst/>
                <a:gdLst/>
                <a:ahLst/>
                <a:cxnLst/>
                <a:rect l="l" t="t" r="r" b="b"/>
                <a:pathLst>
                  <a:path w="1085" h="1085" extrusionOk="0">
                    <a:moveTo>
                      <a:pt x="543" y="1"/>
                    </a:moveTo>
                    <a:cubicBezTo>
                      <a:pt x="243" y="1"/>
                      <a:pt x="1" y="243"/>
                      <a:pt x="1" y="543"/>
                    </a:cubicBezTo>
                    <a:cubicBezTo>
                      <a:pt x="1" y="842"/>
                      <a:pt x="243" y="1085"/>
                      <a:pt x="543" y="1085"/>
                    </a:cubicBezTo>
                    <a:cubicBezTo>
                      <a:pt x="842" y="1085"/>
                      <a:pt x="1085" y="842"/>
                      <a:pt x="1085" y="543"/>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flipH="1">
                <a:off x="5817615" y="4777795"/>
                <a:ext cx="63486" cy="63489"/>
              </a:xfrm>
              <a:custGeom>
                <a:avLst/>
                <a:gdLst/>
                <a:ahLst/>
                <a:cxnLst/>
                <a:rect l="l" t="t" r="r" b="b"/>
                <a:pathLst>
                  <a:path w="1085" h="1085" extrusionOk="0">
                    <a:moveTo>
                      <a:pt x="542" y="1"/>
                    </a:moveTo>
                    <a:cubicBezTo>
                      <a:pt x="243" y="1"/>
                      <a:pt x="1" y="243"/>
                      <a:pt x="1" y="542"/>
                    </a:cubicBezTo>
                    <a:cubicBezTo>
                      <a:pt x="1" y="842"/>
                      <a:pt x="243" y="1085"/>
                      <a:pt x="542" y="1085"/>
                    </a:cubicBezTo>
                    <a:cubicBezTo>
                      <a:pt x="842" y="1085"/>
                      <a:pt x="1085" y="842"/>
                      <a:pt x="1085" y="542"/>
                    </a:cubicBezTo>
                    <a:cubicBezTo>
                      <a:pt x="1085"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flipH="1">
                <a:off x="5718551" y="4876860"/>
                <a:ext cx="63486" cy="63489"/>
              </a:xfrm>
              <a:custGeom>
                <a:avLst/>
                <a:gdLst/>
                <a:ahLst/>
                <a:cxnLst/>
                <a:rect l="l" t="t" r="r" b="b"/>
                <a:pathLst>
                  <a:path w="1085" h="1085" extrusionOk="0">
                    <a:moveTo>
                      <a:pt x="542" y="1"/>
                    </a:moveTo>
                    <a:cubicBezTo>
                      <a:pt x="243" y="1"/>
                      <a:pt x="1" y="243"/>
                      <a:pt x="1" y="542"/>
                    </a:cubicBezTo>
                    <a:cubicBezTo>
                      <a:pt x="1" y="841"/>
                      <a:pt x="243" y="1085"/>
                      <a:pt x="542" y="1085"/>
                    </a:cubicBezTo>
                    <a:cubicBezTo>
                      <a:pt x="841" y="1085"/>
                      <a:pt x="1085" y="841"/>
                      <a:pt x="1085" y="542"/>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3"/>
            <p:cNvGrpSpPr/>
            <p:nvPr/>
          </p:nvGrpSpPr>
          <p:grpSpPr>
            <a:xfrm>
              <a:off x="-2861" y="3608218"/>
              <a:ext cx="989098" cy="1193483"/>
              <a:chOff x="-2861" y="3608218"/>
              <a:chExt cx="989098" cy="1193483"/>
            </a:xfrm>
          </p:grpSpPr>
          <p:sp>
            <p:nvSpPr>
              <p:cNvPr id="116" name="Google Shape;116;p3"/>
              <p:cNvSpPr/>
              <p:nvPr/>
            </p:nvSpPr>
            <p:spPr>
              <a:xfrm rot="-5400000" flipH="1">
                <a:off x="182005" y="3793125"/>
                <a:ext cx="58450" cy="58409"/>
              </a:xfrm>
              <a:custGeom>
                <a:avLst/>
                <a:gdLst/>
                <a:ahLst/>
                <a:cxnLst/>
                <a:rect l="l" t="t" r="r" b="b"/>
                <a:pathLst>
                  <a:path w="1397" h="1396" extrusionOk="0">
                    <a:moveTo>
                      <a:pt x="698" y="1"/>
                    </a:moveTo>
                    <a:cubicBezTo>
                      <a:pt x="313" y="1"/>
                      <a:pt x="1" y="313"/>
                      <a:pt x="1" y="698"/>
                    </a:cubicBezTo>
                    <a:cubicBezTo>
                      <a:pt x="1" y="1083"/>
                      <a:pt x="313" y="1396"/>
                      <a:pt x="698" y="1396"/>
                    </a:cubicBezTo>
                    <a:cubicBezTo>
                      <a:pt x="1084" y="1396"/>
                      <a:pt x="1397" y="1083"/>
                      <a:pt x="1397" y="698"/>
                    </a:cubicBezTo>
                    <a:cubicBezTo>
                      <a:pt x="1397" y="313"/>
                      <a:pt x="1084"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p:nvPr/>
            </p:nvSpPr>
            <p:spPr>
              <a:xfrm rot="-5400000" flipH="1">
                <a:off x="90838" y="3701958"/>
                <a:ext cx="58409" cy="58450"/>
              </a:xfrm>
              <a:custGeom>
                <a:avLst/>
                <a:gdLst/>
                <a:ahLst/>
                <a:cxnLst/>
                <a:rect l="l" t="t" r="r" b="b"/>
                <a:pathLst>
                  <a:path w="1396" h="1397" extrusionOk="0">
                    <a:moveTo>
                      <a:pt x="698" y="1"/>
                    </a:moveTo>
                    <a:cubicBezTo>
                      <a:pt x="312" y="1"/>
                      <a:pt x="0" y="314"/>
                      <a:pt x="0" y="699"/>
                    </a:cubicBezTo>
                    <a:cubicBezTo>
                      <a:pt x="0" y="1085"/>
                      <a:pt x="312" y="1397"/>
                      <a:pt x="698" y="1397"/>
                    </a:cubicBezTo>
                    <a:cubicBezTo>
                      <a:pt x="1083" y="1397"/>
                      <a:pt x="1395" y="1085"/>
                      <a:pt x="1395" y="699"/>
                    </a:cubicBezTo>
                    <a:cubicBezTo>
                      <a:pt x="1395" y="314"/>
                      <a:pt x="1083"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p:nvPr/>
            </p:nvSpPr>
            <p:spPr>
              <a:xfrm rot="-5400000" flipH="1">
                <a:off x="-2882" y="3608238"/>
                <a:ext cx="58450" cy="58409"/>
              </a:xfrm>
              <a:custGeom>
                <a:avLst/>
                <a:gdLst/>
                <a:ahLst/>
                <a:cxnLst/>
                <a:rect l="l" t="t" r="r" b="b"/>
                <a:pathLst>
                  <a:path w="1397" h="1396" extrusionOk="0">
                    <a:moveTo>
                      <a:pt x="700" y="1"/>
                    </a:moveTo>
                    <a:cubicBezTo>
                      <a:pt x="314" y="1"/>
                      <a:pt x="1" y="313"/>
                      <a:pt x="1" y="698"/>
                    </a:cubicBezTo>
                    <a:cubicBezTo>
                      <a:pt x="1" y="1083"/>
                      <a:pt x="314" y="1396"/>
                      <a:pt x="700" y="1396"/>
                    </a:cubicBezTo>
                    <a:cubicBezTo>
                      <a:pt x="1085" y="1396"/>
                      <a:pt x="1397" y="1083"/>
                      <a:pt x="1397" y="698"/>
                    </a:cubicBezTo>
                    <a:cubicBezTo>
                      <a:pt x="1397" y="313"/>
                      <a:pt x="1085" y="1"/>
                      <a:pt x="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3"/>
              <p:cNvSpPr/>
              <p:nvPr/>
            </p:nvSpPr>
            <p:spPr>
              <a:xfrm rot="-5400000" flipH="1">
                <a:off x="742901" y="4558363"/>
                <a:ext cx="58409" cy="58492"/>
              </a:xfrm>
              <a:custGeom>
                <a:avLst/>
                <a:gdLst/>
                <a:ahLst/>
                <a:cxnLst/>
                <a:rect l="l" t="t" r="r" b="b"/>
                <a:pathLst>
                  <a:path w="1396" h="1398" extrusionOk="0">
                    <a:moveTo>
                      <a:pt x="698" y="1"/>
                    </a:moveTo>
                    <a:cubicBezTo>
                      <a:pt x="312" y="1"/>
                      <a:pt x="0" y="314"/>
                      <a:pt x="0" y="700"/>
                    </a:cubicBezTo>
                    <a:cubicBezTo>
                      <a:pt x="0" y="1085"/>
                      <a:pt x="312" y="1397"/>
                      <a:pt x="698" y="1397"/>
                    </a:cubicBezTo>
                    <a:cubicBezTo>
                      <a:pt x="1083" y="1397"/>
                      <a:pt x="1395" y="1085"/>
                      <a:pt x="1395" y="700"/>
                    </a:cubicBezTo>
                    <a:cubicBezTo>
                      <a:pt x="1395" y="314"/>
                      <a:pt x="1083"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
              <p:cNvSpPr/>
              <p:nvPr/>
            </p:nvSpPr>
            <p:spPr>
              <a:xfrm rot="-5400000" flipH="1">
                <a:off x="836599" y="4652103"/>
                <a:ext cx="58450" cy="58409"/>
              </a:xfrm>
              <a:custGeom>
                <a:avLst/>
                <a:gdLst/>
                <a:ahLst/>
                <a:cxnLst/>
                <a:rect l="l" t="t" r="r" b="b"/>
                <a:pathLst>
                  <a:path w="1397" h="1396" extrusionOk="0">
                    <a:moveTo>
                      <a:pt x="699" y="0"/>
                    </a:moveTo>
                    <a:cubicBezTo>
                      <a:pt x="314" y="0"/>
                      <a:pt x="0" y="312"/>
                      <a:pt x="0" y="698"/>
                    </a:cubicBezTo>
                    <a:cubicBezTo>
                      <a:pt x="0" y="1083"/>
                      <a:pt x="314" y="1395"/>
                      <a:pt x="699" y="1395"/>
                    </a:cubicBezTo>
                    <a:cubicBezTo>
                      <a:pt x="1084" y="1395"/>
                      <a:pt x="1396" y="1083"/>
                      <a:pt x="1396" y="698"/>
                    </a:cubicBezTo>
                    <a:cubicBezTo>
                      <a:pt x="1396" y="312"/>
                      <a:pt x="1084" y="0"/>
                      <a:pt x="6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rot="-5400000" flipH="1">
                <a:off x="927766" y="4743229"/>
                <a:ext cx="58450" cy="58492"/>
              </a:xfrm>
              <a:custGeom>
                <a:avLst/>
                <a:gdLst/>
                <a:ahLst/>
                <a:cxnLst/>
                <a:rect l="l" t="t" r="r" b="b"/>
                <a:pathLst>
                  <a:path w="1397" h="1398" extrusionOk="0">
                    <a:moveTo>
                      <a:pt x="699" y="1"/>
                    </a:moveTo>
                    <a:cubicBezTo>
                      <a:pt x="313" y="1"/>
                      <a:pt x="0" y="313"/>
                      <a:pt x="0" y="698"/>
                    </a:cubicBezTo>
                    <a:cubicBezTo>
                      <a:pt x="0" y="1084"/>
                      <a:pt x="313" y="1397"/>
                      <a:pt x="699" y="1397"/>
                    </a:cubicBezTo>
                    <a:cubicBezTo>
                      <a:pt x="1084" y="1397"/>
                      <a:pt x="1396" y="1084"/>
                      <a:pt x="1396" y="698"/>
                    </a:cubicBezTo>
                    <a:cubicBezTo>
                      <a:pt x="1396" y="313"/>
                      <a:pt x="1084" y="1"/>
                      <a:pt x="6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2" name="Google Shape;122;p3"/>
          <p:cNvGrpSpPr/>
          <p:nvPr/>
        </p:nvGrpSpPr>
        <p:grpSpPr>
          <a:xfrm>
            <a:off x="3200919" y="-46587"/>
            <a:ext cx="4499581" cy="632146"/>
            <a:chOff x="3200919" y="-46587"/>
            <a:chExt cx="4499581" cy="632146"/>
          </a:xfrm>
        </p:grpSpPr>
        <p:sp>
          <p:nvSpPr>
            <p:cNvPr id="123" name="Google Shape;123;p3"/>
            <p:cNvSpPr/>
            <p:nvPr/>
          </p:nvSpPr>
          <p:spPr>
            <a:xfrm rot="-5400000">
              <a:off x="6701964" y="138777"/>
              <a:ext cx="535312" cy="164586"/>
            </a:xfrm>
            <a:custGeom>
              <a:avLst/>
              <a:gdLst/>
              <a:ahLst/>
              <a:cxnLst/>
              <a:rect l="l" t="t" r="r" b="b"/>
              <a:pathLst>
                <a:path w="9829" h="3022" extrusionOk="0">
                  <a:moveTo>
                    <a:pt x="1238" y="1"/>
                  </a:moveTo>
                  <a:cubicBezTo>
                    <a:pt x="555" y="1"/>
                    <a:pt x="0" y="555"/>
                    <a:pt x="0" y="1239"/>
                  </a:cubicBezTo>
                  <a:cubicBezTo>
                    <a:pt x="0" y="1922"/>
                    <a:pt x="555" y="2475"/>
                    <a:pt x="1238" y="2475"/>
                  </a:cubicBezTo>
                  <a:cubicBezTo>
                    <a:pt x="1512" y="2475"/>
                    <a:pt x="1764" y="2383"/>
                    <a:pt x="1968" y="2232"/>
                  </a:cubicBezTo>
                  <a:lnTo>
                    <a:pt x="2713" y="2976"/>
                  </a:lnTo>
                  <a:cubicBezTo>
                    <a:pt x="2742" y="3005"/>
                    <a:pt x="2781" y="3021"/>
                    <a:pt x="2822" y="3021"/>
                  </a:cubicBezTo>
                  <a:lnTo>
                    <a:pt x="4763" y="3021"/>
                  </a:lnTo>
                  <a:cubicBezTo>
                    <a:pt x="4804" y="3021"/>
                    <a:pt x="4843" y="3005"/>
                    <a:pt x="4872" y="2976"/>
                  </a:cubicBezTo>
                  <a:lnTo>
                    <a:pt x="6539" y="1310"/>
                  </a:lnTo>
                  <a:lnTo>
                    <a:pt x="9675" y="1310"/>
                  </a:lnTo>
                  <a:cubicBezTo>
                    <a:pt x="9760" y="1310"/>
                    <a:pt x="9829" y="1241"/>
                    <a:pt x="9829" y="1156"/>
                  </a:cubicBezTo>
                  <a:cubicBezTo>
                    <a:pt x="9829" y="1071"/>
                    <a:pt x="9760" y="1002"/>
                    <a:pt x="9675" y="1002"/>
                  </a:cubicBezTo>
                  <a:lnTo>
                    <a:pt x="6475" y="1002"/>
                  </a:lnTo>
                  <a:cubicBezTo>
                    <a:pt x="6435" y="1002"/>
                    <a:pt x="6394" y="1019"/>
                    <a:pt x="6366" y="1047"/>
                  </a:cubicBezTo>
                  <a:lnTo>
                    <a:pt x="4700" y="2714"/>
                  </a:lnTo>
                  <a:lnTo>
                    <a:pt x="2885" y="2714"/>
                  </a:lnTo>
                  <a:lnTo>
                    <a:pt x="2191" y="2019"/>
                  </a:lnTo>
                  <a:cubicBezTo>
                    <a:pt x="2366" y="1805"/>
                    <a:pt x="2476" y="1535"/>
                    <a:pt x="2476" y="1239"/>
                  </a:cubicBezTo>
                  <a:cubicBezTo>
                    <a:pt x="2476" y="555"/>
                    <a:pt x="1921" y="1"/>
                    <a:pt x="123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rot="-5400000">
              <a:off x="6926377" y="392872"/>
              <a:ext cx="56859" cy="56859"/>
            </a:xfrm>
            <a:custGeom>
              <a:avLst/>
              <a:gdLst/>
              <a:ahLst/>
              <a:cxnLst/>
              <a:rect l="l" t="t" r="r" b="b"/>
              <a:pathLst>
                <a:path w="1044" h="1044" extrusionOk="0">
                  <a:moveTo>
                    <a:pt x="522" y="0"/>
                  </a:moveTo>
                  <a:cubicBezTo>
                    <a:pt x="233" y="0"/>
                    <a:pt x="0" y="234"/>
                    <a:pt x="0" y="522"/>
                  </a:cubicBezTo>
                  <a:cubicBezTo>
                    <a:pt x="0" y="809"/>
                    <a:pt x="235" y="1043"/>
                    <a:pt x="522" y="1043"/>
                  </a:cubicBezTo>
                  <a:cubicBezTo>
                    <a:pt x="809" y="1043"/>
                    <a:pt x="1043" y="809"/>
                    <a:pt x="1043" y="522"/>
                  </a:cubicBezTo>
                  <a:cubicBezTo>
                    <a:pt x="1043"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rot="-5400000">
              <a:off x="5186255" y="126522"/>
              <a:ext cx="632146" cy="285928"/>
            </a:xfrm>
            <a:custGeom>
              <a:avLst/>
              <a:gdLst/>
              <a:ahLst/>
              <a:cxnLst/>
              <a:rect l="l" t="t" r="r" b="b"/>
              <a:pathLst>
                <a:path w="11607" h="5250" extrusionOk="0">
                  <a:moveTo>
                    <a:pt x="7737" y="0"/>
                  </a:moveTo>
                  <a:cubicBezTo>
                    <a:pt x="7697" y="0"/>
                    <a:pt x="7658" y="16"/>
                    <a:pt x="7629" y="45"/>
                  </a:cubicBezTo>
                  <a:lnTo>
                    <a:pt x="6105" y="1569"/>
                  </a:lnTo>
                  <a:lnTo>
                    <a:pt x="3503" y="1569"/>
                  </a:lnTo>
                  <a:cubicBezTo>
                    <a:pt x="3462" y="1569"/>
                    <a:pt x="3422" y="1584"/>
                    <a:pt x="3394" y="1614"/>
                  </a:cubicBezTo>
                  <a:lnTo>
                    <a:pt x="1980" y="3028"/>
                  </a:lnTo>
                  <a:cubicBezTo>
                    <a:pt x="1772" y="2871"/>
                    <a:pt x="1517" y="2775"/>
                    <a:pt x="1237" y="2775"/>
                  </a:cubicBezTo>
                  <a:cubicBezTo>
                    <a:pt x="553" y="2775"/>
                    <a:pt x="0" y="3328"/>
                    <a:pt x="0" y="4011"/>
                  </a:cubicBezTo>
                  <a:cubicBezTo>
                    <a:pt x="0" y="4695"/>
                    <a:pt x="553" y="5249"/>
                    <a:pt x="1237" y="5249"/>
                  </a:cubicBezTo>
                  <a:cubicBezTo>
                    <a:pt x="1920" y="5249"/>
                    <a:pt x="2474" y="4695"/>
                    <a:pt x="2474" y="4011"/>
                  </a:cubicBezTo>
                  <a:cubicBezTo>
                    <a:pt x="2474" y="3719"/>
                    <a:pt x="2369" y="3455"/>
                    <a:pt x="2199" y="3243"/>
                  </a:cubicBezTo>
                  <a:lnTo>
                    <a:pt x="3567" y="1876"/>
                  </a:lnTo>
                  <a:lnTo>
                    <a:pt x="6169" y="1876"/>
                  </a:lnTo>
                  <a:cubicBezTo>
                    <a:pt x="6209" y="1876"/>
                    <a:pt x="6248" y="1860"/>
                    <a:pt x="6277" y="1831"/>
                  </a:cubicBezTo>
                  <a:lnTo>
                    <a:pt x="7801" y="308"/>
                  </a:lnTo>
                  <a:lnTo>
                    <a:pt x="11453" y="308"/>
                  </a:lnTo>
                  <a:cubicBezTo>
                    <a:pt x="11538" y="308"/>
                    <a:pt x="11607" y="239"/>
                    <a:pt x="11607" y="154"/>
                  </a:cubicBezTo>
                  <a:cubicBezTo>
                    <a:pt x="11607" y="69"/>
                    <a:pt x="11538" y="0"/>
                    <a:pt x="11453"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rot="-5400000">
              <a:off x="5549494" y="489815"/>
              <a:ext cx="56750" cy="56750"/>
            </a:xfrm>
            <a:custGeom>
              <a:avLst/>
              <a:gdLst/>
              <a:ahLst/>
              <a:cxnLst/>
              <a:rect l="l" t="t" r="r" b="b"/>
              <a:pathLst>
                <a:path w="1042" h="1042" extrusionOk="0">
                  <a:moveTo>
                    <a:pt x="522" y="0"/>
                  </a:moveTo>
                  <a:cubicBezTo>
                    <a:pt x="233" y="0"/>
                    <a:pt x="0" y="233"/>
                    <a:pt x="0" y="520"/>
                  </a:cubicBezTo>
                  <a:cubicBezTo>
                    <a:pt x="0" y="809"/>
                    <a:pt x="233" y="1042"/>
                    <a:pt x="522" y="1042"/>
                  </a:cubicBezTo>
                  <a:cubicBezTo>
                    <a:pt x="809" y="1042"/>
                    <a:pt x="1042" y="809"/>
                    <a:pt x="1042" y="520"/>
                  </a:cubicBezTo>
                  <a:cubicBezTo>
                    <a:pt x="1042"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rot="-5400000">
              <a:off x="7533164" y="142881"/>
              <a:ext cx="85288" cy="85343"/>
            </a:xfrm>
            <a:custGeom>
              <a:avLst/>
              <a:gdLst/>
              <a:ahLst/>
              <a:cxnLst/>
              <a:rect l="l" t="t" r="r" b="b"/>
              <a:pathLst>
                <a:path w="1566" h="1567" extrusionOk="0">
                  <a:moveTo>
                    <a:pt x="783" y="0"/>
                  </a:moveTo>
                  <a:cubicBezTo>
                    <a:pt x="350" y="0"/>
                    <a:pt x="0" y="351"/>
                    <a:pt x="0" y="783"/>
                  </a:cubicBezTo>
                  <a:cubicBezTo>
                    <a:pt x="0" y="1216"/>
                    <a:pt x="350" y="1567"/>
                    <a:pt x="783" y="1567"/>
                  </a:cubicBezTo>
                  <a:cubicBezTo>
                    <a:pt x="1216" y="1567"/>
                    <a:pt x="1566" y="1216"/>
                    <a:pt x="1566" y="783"/>
                  </a:cubicBezTo>
                  <a:cubicBezTo>
                    <a:pt x="1566" y="351"/>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rot="-5400000">
              <a:off x="7451116" y="60833"/>
              <a:ext cx="249384" cy="249384"/>
            </a:xfrm>
            <a:custGeom>
              <a:avLst/>
              <a:gdLst/>
              <a:ahLst/>
              <a:cxnLst/>
              <a:rect l="l" t="t" r="r" b="b"/>
              <a:pathLst>
                <a:path w="4579" h="4579" extrusionOk="0">
                  <a:moveTo>
                    <a:pt x="2289" y="154"/>
                  </a:moveTo>
                  <a:cubicBezTo>
                    <a:pt x="3466" y="154"/>
                    <a:pt x="4425" y="1111"/>
                    <a:pt x="4425" y="2289"/>
                  </a:cubicBezTo>
                  <a:cubicBezTo>
                    <a:pt x="4425" y="3468"/>
                    <a:pt x="3466" y="4425"/>
                    <a:pt x="2289" y="4425"/>
                  </a:cubicBezTo>
                  <a:cubicBezTo>
                    <a:pt x="1112" y="4425"/>
                    <a:pt x="154" y="3466"/>
                    <a:pt x="154" y="2289"/>
                  </a:cubicBezTo>
                  <a:cubicBezTo>
                    <a:pt x="154" y="1111"/>
                    <a:pt x="1112" y="154"/>
                    <a:pt x="2289" y="154"/>
                  </a:cubicBezTo>
                  <a:close/>
                  <a:moveTo>
                    <a:pt x="2289" y="0"/>
                  </a:moveTo>
                  <a:cubicBezTo>
                    <a:pt x="1026" y="0"/>
                    <a:pt x="0" y="1027"/>
                    <a:pt x="0" y="2289"/>
                  </a:cubicBezTo>
                  <a:cubicBezTo>
                    <a:pt x="0" y="3551"/>
                    <a:pt x="1026" y="4579"/>
                    <a:pt x="2289" y="4579"/>
                  </a:cubicBezTo>
                  <a:cubicBezTo>
                    <a:pt x="3552" y="4579"/>
                    <a:pt x="4579" y="3551"/>
                    <a:pt x="4579" y="2289"/>
                  </a:cubicBezTo>
                  <a:cubicBezTo>
                    <a:pt x="4579" y="1027"/>
                    <a:pt x="3552"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rot="-5400000">
              <a:off x="7187027" y="238716"/>
              <a:ext cx="128967" cy="128967"/>
            </a:xfrm>
            <a:custGeom>
              <a:avLst/>
              <a:gdLst/>
              <a:ahLst/>
              <a:cxnLst/>
              <a:rect l="l" t="t" r="r" b="b"/>
              <a:pathLst>
                <a:path w="2368" h="2368" extrusionOk="0">
                  <a:moveTo>
                    <a:pt x="1184" y="154"/>
                  </a:moveTo>
                  <a:cubicBezTo>
                    <a:pt x="1751" y="154"/>
                    <a:pt x="2214" y="616"/>
                    <a:pt x="2214" y="1184"/>
                  </a:cubicBezTo>
                  <a:cubicBezTo>
                    <a:pt x="2214" y="1751"/>
                    <a:pt x="1751" y="2213"/>
                    <a:pt x="1184" y="2213"/>
                  </a:cubicBezTo>
                  <a:cubicBezTo>
                    <a:pt x="617" y="2213"/>
                    <a:pt x="156" y="1751"/>
                    <a:pt x="156" y="1184"/>
                  </a:cubicBezTo>
                  <a:cubicBezTo>
                    <a:pt x="156" y="616"/>
                    <a:pt x="617" y="154"/>
                    <a:pt x="1184" y="154"/>
                  </a:cubicBezTo>
                  <a:close/>
                  <a:moveTo>
                    <a:pt x="1184" y="0"/>
                  </a:moveTo>
                  <a:cubicBezTo>
                    <a:pt x="531" y="0"/>
                    <a:pt x="1" y="531"/>
                    <a:pt x="1" y="1184"/>
                  </a:cubicBezTo>
                  <a:cubicBezTo>
                    <a:pt x="1" y="1836"/>
                    <a:pt x="531" y="2367"/>
                    <a:pt x="1184" y="2367"/>
                  </a:cubicBezTo>
                  <a:cubicBezTo>
                    <a:pt x="1837" y="2367"/>
                    <a:pt x="2367" y="1836"/>
                    <a:pt x="2367" y="1184"/>
                  </a:cubicBezTo>
                  <a:cubicBezTo>
                    <a:pt x="2367" y="531"/>
                    <a:pt x="1837" y="0"/>
                    <a:pt x="1184"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p:nvPr/>
          </p:nvSpPr>
          <p:spPr>
            <a:xfrm rot="-5400000">
              <a:off x="4728867" y="138777"/>
              <a:ext cx="535312" cy="164586"/>
            </a:xfrm>
            <a:custGeom>
              <a:avLst/>
              <a:gdLst/>
              <a:ahLst/>
              <a:cxnLst/>
              <a:rect l="l" t="t" r="r" b="b"/>
              <a:pathLst>
                <a:path w="9829" h="3022" extrusionOk="0">
                  <a:moveTo>
                    <a:pt x="1238" y="1"/>
                  </a:moveTo>
                  <a:cubicBezTo>
                    <a:pt x="555" y="1"/>
                    <a:pt x="0" y="555"/>
                    <a:pt x="0" y="1239"/>
                  </a:cubicBezTo>
                  <a:cubicBezTo>
                    <a:pt x="0" y="1922"/>
                    <a:pt x="555" y="2475"/>
                    <a:pt x="1238" y="2475"/>
                  </a:cubicBezTo>
                  <a:cubicBezTo>
                    <a:pt x="1512" y="2475"/>
                    <a:pt x="1764" y="2383"/>
                    <a:pt x="1968" y="2232"/>
                  </a:cubicBezTo>
                  <a:lnTo>
                    <a:pt x="2713" y="2976"/>
                  </a:lnTo>
                  <a:cubicBezTo>
                    <a:pt x="2742" y="3005"/>
                    <a:pt x="2781" y="3021"/>
                    <a:pt x="2822" y="3021"/>
                  </a:cubicBezTo>
                  <a:lnTo>
                    <a:pt x="4763" y="3021"/>
                  </a:lnTo>
                  <a:cubicBezTo>
                    <a:pt x="4804" y="3021"/>
                    <a:pt x="4843" y="3005"/>
                    <a:pt x="4872" y="2976"/>
                  </a:cubicBezTo>
                  <a:lnTo>
                    <a:pt x="6539" y="1310"/>
                  </a:lnTo>
                  <a:lnTo>
                    <a:pt x="9675" y="1310"/>
                  </a:lnTo>
                  <a:cubicBezTo>
                    <a:pt x="9760" y="1310"/>
                    <a:pt x="9829" y="1241"/>
                    <a:pt x="9829" y="1156"/>
                  </a:cubicBezTo>
                  <a:cubicBezTo>
                    <a:pt x="9829" y="1071"/>
                    <a:pt x="9760" y="1002"/>
                    <a:pt x="9675" y="1002"/>
                  </a:cubicBezTo>
                  <a:lnTo>
                    <a:pt x="6475" y="1002"/>
                  </a:lnTo>
                  <a:cubicBezTo>
                    <a:pt x="6435" y="1002"/>
                    <a:pt x="6394" y="1019"/>
                    <a:pt x="6366" y="1047"/>
                  </a:cubicBezTo>
                  <a:lnTo>
                    <a:pt x="4700" y="2714"/>
                  </a:lnTo>
                  <a:lnTo>
                    <a:pt x="2885" y="2714"/>
                  </a:lnTo>
                  <a:lnTo>
                    <a:pt x="2191" y="2019"/>
                  </a:lnTo>
                  <a:cubicBezTo>
                    <a:pt x="2366" y="1805"/>
                    <a:pt x="2476" y="1535"/>
                    <a:pt x="2476" y="1239"/>
                  </a:cubicBezTo>
                  <a:cubicBezTo>
                    <a:pt x="2476" y="555"/>
                    <a:pt x="1921" y="1"/>
                    <a:pt x="123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rot="-5400000">
              <a:off x="4953280" y="392872"/>
              <a:ext cx="56859" cy="56859"/>
            </a:xfrm>
            <a:custGeom>
              <a:avLst/>
              <a:gdLst/>
              <a:ahLst/>
              <a:cxnLst/>
              <a:rect l="l" t="t" r="r" b="b"/>
              <a:pathLst>
                <a:path w="1044" h="1044" extrusionOk="0">
                  <a:moveTo>
                    <a:pt x="522" y="0"/>
                  </a:moveTo>
                  <a:cubicBezTo>
                    <a:pt x="233" y="0"/>
                    <a:pt x="0" y="234"/>
                    <a:pt x="0" y="522"/>
                  </a:cubicBezTo>
                  <a:cubicBezTo>
                    <a:pt x="0" y="809"/>
                    <a:pt x="235" y="1043"/>
                    <a:pt x="522" y="1043"/>
                  </a:cubicBezTo>
                  <a:cubicBezTo>
                    <a:pt x="809" y="1043"/>
                    <a:pt x="1043" y="809"/>
                    <a:pt x="1043" y="522"/>
                  </a:cubicBezTo>
                  <a:cubicBezTo>
                    <a:pt x="1043"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rot="-5400000">
              <a:off x="3466104" y="126522"/>
              <a:ext cx="632146" cy="285928"/>
            </a:xfrm>
            <a:custGeom>
              <a:avLst/>
              <a:gdLst/>
              <a:ahLst/>
              <a:cxnLst/>
              <a:rect l="l" t="t" r="r" b="b"/>
              <a:pathLst>
                <a:path w="11607" h="5250" extrusionOk="0">
                  <a:moveTo>
                    <a:pt x="7737" y="0"/>
                  </a:moveTo>
                  <a:cubicBezTo>
                    <a:pt x="7697" y="0"/>
                    <a:pt x="7658" y="16"/>
                    <a:pt x="7629" y="45"/>
                  </a:cubicBezTo>
                  <a:lnTo>
                    <a:pt x="6105" y="1569"/>
                  </a:lnTo>
                  <a:lnTo>
                    <a:pt x="3503" y="1569"/>
                  </a:lnTo>
                  <a:cubicBezTo>
                    <a:pt x="3462" y="1569"/>
                    <a:pt x="3422" y="1584"/>
                    <a:pt x="3394" y="1614"/>
                  </a:cubicBezTo>
                  <a:lnTo>
                    <a:pt x="1980" y="3028"/>
                  </a:lnTo>
                  <a:cubicBezTo>
                    <a:pt x="1772" y="2871"/>
                    <a:pt x="1517" y="2775"/>
                    <a:pt x="1237" y="2775"/>
                  </a:cubicBezTo>
                  <a:cubicBezTo>
                    <a:pt x="553" y="2775"/>
                    <a:pt x="0" y="3328"/>
                    <a:pt x="0" y="4011"/>
                  </a:cubicBezTo>
                  <a:cubicBezTo>
                    <a:pt x="0" y="4695"/>
                    <a:pt x="553" y="5249"/>
                    <a:pt x="1237" y="5249"/>
                  </a:cubicBezTo>
                  <a:cubicBezTo>
                    <a:pt x="1920" y="5249"/>
                    <a:pt x="2474" y="4695"/>
                    <a:pt x="2474" y="4011"/>
                  </a:cubicBezTo>
                  <a:cubicBezTo>
                    <a:pt x="2474" y="3719"/>
                    <a:pt x="2369" y="3455"/>
                    <a:pt x="2199" y="3243"/>
                  </a:cubicBezTo>
                  <a:lnTo>
                    <a:pt x="3567" y="1876"/>
                  </a:lnTo>
                  <a:lnTo>
                    <a:pt x="6169" y="1876"/>
                  </a:lnTo>
                  <a:cubicBezTo>
                    <a:pt x="6209" y="1876"/>
                    <a:pt x="6248" y="1860"/>
                    <a:pt x="6277" y="1831"/>
                  </a:cubicBezTo>
                  <a:lnTo>
                    <a:pt x="7801" y="308"/>
                  </a:lnTo>
                  <a:lnTo>
                    <a:pt x="11453" y="308"/>
                  </a:lnTo>
                  <a:cubicBezTo>
                    <a:pt x="11538" y="308"/>
                    <a:pt x="11607" y="239"/>
                    <a:pt x="11607" y="154"/>
                  </a:cubicBezTo>
                  <a:cubicBezTo>
                    <a:pt x="11607" y="69"/>
                    <a:pt x="11538" y="0"/>
                    <a:pt x="11453"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rot="-5400000">
              <a:off x="3829343" y="489815"/>
              <a:ext cx="56750" cy="56750"/>
            </a:xfrm>
            <a:custGeom>
              <a:avLst/>
              <a:gdLst/>
              <a:ahLst/>
              <a:cxnLst/>
              <a:rect l="l" t="t" r="r" b="b"/>
              <a:pathLst>
                <a:path w="1042" h="1042" extrusionOk="0">
                  <a:moveTo>
                    <a:pt x="522" y="0"/>
                  </a:moveTo>
                  <a:cubicBezTo>
                    <a:pt x="233" y="0"/>
                    <a:pt x="0" y="233"/>
                    <a:pt x="0" y="520"/>
                  </a:cubicBezTo>
                  <a:cubicBezTo>
                    <a:pt x="0" y="809"/>
                    <a:pt x="233" y="1042"/>
                    <a:pt x="522" y="1042"/>
                  </a:cubicBezTo>
                  <a:cubicBezTo>
                    <a:pt x="809" y="1042"/>
                    <a:pt x="1042" y="809"/>
                    <a:pt x="1042" y="520"/>
                  </a:cubicBezTo>
                  <a:cubicBezTo>
                    <a:pt x="1042"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rot="-5400000">
              <a:off x="3200919" y="139568"/>
              <a:ext cx="128967" cy="128967"/>
            </a:xfrm>
            <a:custGeom>
              <a:avLst/>
              <a:gdLst/>
              <a:ahLst/>
              <a:cxnLst/>
              <a:rect l="l" t="t" r="r" b="b"/>
              <a:pathLst>
                <a:path w="2368" h="2368" extrusionOk="0">
                  <a:moveTo>
                    <a:pt x="1184" y="154"/>
                  </a:moveTo>
                  <a:cubicBezTo>
                    <a:pt x="1751" y="154"/>
                    <a:pt x="2214" y="617"/>
                    <a:pt x="2214" y="1184"/>
                  </a:cubicBezTo>
                  <a:cubicBezTo>
                    <a:pt x="2214" y="1751"/>
                    <a:pt x="1751" y="2212"/>
                    <a:pt x="1184" y="2212"/>
                  </a:cubicBezTo>
                  <a:cubicBezTo>
                    <a:pt x="616" y="2212"/>
                    <a:pt x="155" y="1751"/>
                    <a:pt x="155" y="1184"/>
                  </a:cubicBezTo>
                  <a:cubicBezTo>
                    <a:pt x="155" y="617"/>
                    <a:pt x="616" y="154"/>
                    <a:pt x="1184" y="154"/>
                  </a:cubicBezTo>
                  <a:close/>
                  <a:moveTo>
                    <a:pt x="1184" y="1"/>
                  </a:moveTo>
                  <a:cubicBezTo>
                    <a:pt x="531" y="1"/>
                    <a:pt x="0" y="531"/>
                    <a:pt x="0" y="1184"/>
                  </a:cubicBezTo>
                  <a:cubicBezTo>
                    <a:pt x="0" y="1837"/>
                    <a:pt x="531" y="2367"/>
                    <a:pt x="1184" y="2367"/>
                  </a:cubicBezTo>
                  <a:cubicBezTo>
                    <a:pt x="1836" y="2367"/>
                    <a:pt x="2367" y="1837"/>
                    <a:pt x="2367" y="1184"/>
                  </a:cubicBezTo>
                  <a:cubicBezTo>
                    <a:pt x="2367" y="531"/>
                    <a:pt x="1836" y="1"/>
                    <a:pt x="118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3"/>
          <p:cNvGrpSpPr/>
          <p:nvPr/>
        </p:nvGrpSpPr>
        <p:grpSpPr>
          <a:xfrm>
            <a:off x="6686771" y="4400382"/>
            <a:ext cx="2282172" cy="803818"/>
            <a:chOff x="6686771" y="4400382"/>
            <a:chExt cx="2282172" cy="803818"/>
          </a:xfrm>
        </p:grpSpPr>
        <p:sp>
          <p:nvSpPr>
            <p:cNvPr id="136" name="Google Shape;136;p3"/>
            <p:cNvSpPr/>
            <p:nvPr/>
          </p:nvSpPr>
          <p:spPr>
            <a:xfrm flipH="1">
              <a:off x="6811756" y="4630402"/>
              <a:ext cx="247859" cy="573798"/>
            </a:xfrm>
            <a:custGeom>
              <a:avLst/>
              <a:gdLst/>
              <a:ahLst/>
              <a:cxnLst/>
              <a:rect l="l" t="t" r="r" b="b"/>
              <a:pathLst>
                <a:path w="4236" h="9806" extrusionOk="0">
                  <a:moveTo>
                    <a:pt x="1239" y="1"/>
                  </a:moveTo>
                  <a:cubicBezTo>
                    <a:pt x="555" y="1"/>
                    <a:pt x="1" y="554"/>
                    <a:pt x="1" y="1237"/>
                  </a:cubicBezTo>
                  <a:cubicBezTo>
                    <a:pt x="1" y="1921"/>
                    <a:pt x="555" y="2475"/>
                    <a:pt x="1239" y="2475"/>
                  </a:cubicBezTo>
                  <a:cubicBezTo>
                    <a:pt x="1525" y="2475"/>
                    <a:pt x="1784" y="2374"/>
                    <a:pt x="1994" y="2211"/>
                  </a:cubicBezTo>
                  <a:lnTo>
                    <a:pt x="3928" y="4145"/>
                  </a:lnTo>
                  <a:lnTo>
                    <a:pt x="3928" y="9652"/>
                  </a:lnTo>
                  <a:cubicBezTo>
                    <a:pt x="3928" y="9737"/>
                    <a:pt x="3997" y="9806"/>
                    <a:pt x="4082" y="9806"/>
                  </a:cubicBezTo>
                  <a:cubicBezTo>
                    <a:pt x="4167" y="9806"/>
                    <a:pt x="4235" y="9737"/>
                    <a:pt x="4235" y="9652"/>
                  </a:cubicBezTo>
                  <a:lnTo>
                    <a:pt x="4235" y="4082"/>
                  </a:lnTo>
                  <a:cubicBezTo>
                    <a:pt x="4235" y="4041"/>
                    <a:pt x="4219" y="4001"/>
                    <a:pt x="4191" y="3973"/>
                  </a:cubicBezTo>
                  <a:lnTo>
                    <a:pt x="2212" y="1994"/>
                  </a:lnTo>
                  <a:cubicBezTo>
                    <a:pt x="2375" y="1785"/>
                    <a:pt x="2475" y="1524"/>
                    <a:pt x="2475" y="1237"/>
                  </a:cubicBezTo>
                  <a:cubicBezTo>
                    <a:pt x="2475" y="554"/>
                    <a:pt x="1922" y="1"/>
                    <a:pt x="123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flipH="1">
              <a:off x="6956691" y="4672357"/>
              <a:ext cx="60970" cy="60973"/>
            </a:xfrm>
            <a:custGeom>
              <a:avLst/>
              <a:gdLst/>
              <a:ahLst/>
              <a:cxnLst/>
              <a:rect l="l" t="t" r="r" b="b"/>
              <a:pathLst>
                <a:path w="1042" h="1042" extrusionOk="0">
                  <a:moveTo>
                    <a:pt x="522" y="0"/>
                  </a:moveTo>
                  <a:cubicBezTo>
                    <a:pt x="233" y="0"/>
                    <a:pt x="0" y="233"/>
                    <a:pt x="0" y="520"/>
                  </a:cubicBezTo>
                  <a:cubicBezTo>
                    <a:pt x="0" y="809"/>
                    <a:pt x="233" y="1042"/>
                    <a:pt x="522" y="1042"/>
                  </a:cubicBezTo>
                  <a:cubicBezTo>
                    <a:pt x="809" y="1042"/>
                    <a:pt x="1042" y="809"/>
                    <a:pt x="1042" y="520"/>
                  </a:cubicBezTo>
                  <a:cubicBezTo>
                    <a:pt x="1042"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flipH="1">
              <a:off x="8789074" y="4488505"/>
              <a:ext cx="91748" cy="91752"/>
            </a:xfrm>
            <a:custGeom>
              <a:avLst/>
              <a:gdLst/>
              <a:ahLst/>
              <a:cxnLst/>
              <a:rect l="l" t="t" r="r" b="b"/>
              <a:pathLst>
                <a:path w="1568" h="1568" extrusionOk="0">
                  <a:moveTo>
                    <a:pt x="784" y="1"/>
                  </a:moveTo>
                  <a:cubicBezTo>
                    <a:pt x="352" y="1"/>
                    <a:pt x="1" y="352"/>
                    <a:pt x="1" y="785"/>
                  </a:cubicBezTo>
                  <a:cubicBezTo>
                    <a:pt x="1" y="1216"/>
                    <a:pt x="352" y="1567"/>
                    <a:pt x="784" y="1567"/>
                  </a:cubicBezTo>
                  <a:cubicBezTo>
                    <a:pt x="1216" y="1567"/>
                    <a:pt x="1567" y="1216"/>
                    <a:pt x="1567" y="785"/>
                  </a:cubicBezTo>
                  <a:cubicBezTo>
                    <a:pt x="1567" y="352"/>
                    <a:pt x="1216"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flipH="1">
              <a:off x="8700956" y="4400382"/>
              <a:ext cx="267987" cy="267999"/>
            </a:xfrm>
            <a:custGeom>
              <a:avLst/>
              <a:gdLst/>
              <a:ahLst/>
              <a:cxnLst/>
              <a:rect l="l" t="t" r="r" b="b"/>
              <a:pathLst>
                <a:path w="4580" h="4580" extrusionOk="0">
                  <a:moveTo>
                    <a:pt x="2290" y="154"/>
                  </a:moveTo>
                  <a:cubicBezTo>
                    <a:pt x="3468" y="154"/>
                    <a:pt x="4426" y="1112"/>
                    <a:pt x="4426" y="2291"/>
                  </a:cubicBezTo>
                  <a:cubicBezTo>
                    <a:pt x="4426" y="3468"/>
                    <a:pt x="3468" y="4426"/>
                    <a:pt x="2290" y="4426"/>
                  </a:cubicBezTo>
                  <a:cubicBezTo>
                    <a:pt x="1112" y="4426"/>
                    <a:pt x="154" y="3468"/>
                    <a:pt x="154" y="2291"/>
                  </a:cubicBezTo>
                  <a:cubicBezTo>
                    <a:pt x="154" y="1112"/>
                    <a:pt x="1112" y="154"/>
                    <a:pt x="2290" y="154"/>
                  </a:cubicBezTo>
                  <a:close/>
                  <a:moveTo>
                    <a:pt x="2290" y="1"/>
                  </a:moveTo>
                  <a:cubicBezTo>
                    <a:pt x="1028" y="1"/>
                    <a:pt x="1" y="1028"/>
                    <a:pt x="1" y="2289"/>
                  </a:cubicBezTo>
                  <a:cubicBezTo>
                    <a:pt x="1" y="3552"/>
                    <a:pt x="1028" y="4579"/>
                    <a:pt x="2290" y="4579"/>
                  </a:cubicBezTo>
                  <a:cubicBezTo>
                    <a:pt x="3552" y="4579"/>
                    <a:pt x="4579" y="3552"/>
                    <a:pt x="4579" y="2289"/>
                  </a:cubicBezTo>
                  <a:cubicBezTo>
                    <a:pt x="4579" y="1028"/>
                    <a:pt x="3552"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flipH="1">
              <a:off x="6774947" y="4825841"/>
              <a:ext cx="91631" cy="91693"/>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p:nvPr/>
          </p:nvSpPr>
          <p:spPr>
            <a:xfrm flipH="1">
              <a:off x="6686771" y="4737718"/>
              <a:ext cx="267929" cy="267940"/>
            </a:xfrm>
            <a:custGeom>
              <a:avLst/>
              <a:gdLst/>
              <a:ahLst/>
              <a:cxnLst/>
              <a:rect l="l" t="t" r="r" b="b"/>
              <a:pathLst>
                <a:path w="4579" h="4579" extrusionOk="0">
                  <a:moveTo>
                    <a:pt x="2289" y="154"/>
                  </a:moveTo>
                  <a:cubicBezTo>
                    <a:pt x="3466" y="154"/>
                    <a:pt x="4425" y="1113"/>
                    <a:pt x="4425" y="2290"/>
                  </a:cubicBezTo>
                  <a:cubicBezTo>
                    <a:pt x="4425" y="3468"/>
                    <a:pt x="3466" y="4425"/>
                    <a:pt x="2289" y="4425"/>
                  </a:cubicBezTo>
                  <a:cubicBezTo>
                    <a:pt x="1111" y="4425"/>
                    <a:pt x="154" y="3468"/>
                    <a:pt x="154" y="2290"/>
                  </a:cubicBezTo>
                  <a:cubicBezTo>
                    <a:pt x="154" y="1113"/>
                    <a:pt x="1111" y="154"/>
                    <a:pt x="2289" y="154"/>
                  </a:cubicBezTo>
                  <a:close/>
                  <a:moveTo>
                    <a:pt x="2289" y="0"/>
                  </a:moveTo>
                  <a:cubicBezTo>
                    <a:pt x="1026" y="0"/>
                    <a:pt x="0" y="1028"/>
                    <a:pt x="0" y="2290"/>
                  </a:cubicBezTo>
                  <a:cubicBezTo>
                    <a:pt x="0" y="3553"/>
                    <a:pt x="1026" y="4579"/>
                    <a:pt x="2289" y="4579"/>
                  </a:cubicBezTo>
                  <a:cubicBezTo>
                    <a:pt x="3551" y="4579"/>
                    <a:pt x="4579" y="3553"/>
                    <a:pt x="4579" y="2290"/>
                  </a:cubicBezTo>
                  <a:cubicBezTo>
                    <a:pt x="4579" y="1028"/>
                    <a:pt x="3551"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 name="Google Shape;142;p3"/>
          <p:cNvGrpSpPr/>
          <p:nvPr/>
        </p:nvGrpSpPr>
        <p:grpSpPr>
          <a:xfrm rot="10800000" flipH="1">
            <a:off x="121093" y="3631479"/>
            <a:ext cx="510681" cy="1614501"/>
            <a:chOff x="8555518" y="-51901"/>
            <a:chExt cx="510681" cy="1614501"/>
          </a:xfrm>
        </p:grpSpPr>
        <p:sp>
          <p:nvSpPr>
            <p:cNvPr id="143" name="Google Shape;143;p3"/>
            <p:cNvSpPr/>
            <p:nvPr/>
          </p:nvSpPr>
          <p:spPr>
            <a:xfrm rot="5400000">
              <a:off x="8470563" y="373037"/>
              <a:ext cx="1020574" cy="17069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rot="5400000">
              <a:off x="7989565" y="577158"/>
              <a:ext cx="1499216" cy="241097"/>
            </a:xfrm>
            <a:custGeom>
              <a:avLst/>
              <a:gdLst/>
              <a:ahLst/>
              <a:cxnLst/>
              <a:rect l="l" t="t" r="r" b="b"/>
              <a:pathLst>
                <a:path w="24469" h="3935" extrusionOk="0">
                  <a:moveTo>
                    <a:pt x="20637" y="1"/>
                  </a:moveTo>
                  <a:cubicBezTo>
                    <a:pt x="20596" y="1"/>
                    <a:pt x="20557" y="17"/>
                    <a:pt x="20529" y="47"/>
                  </a:cubicBezTo>
                  <a:lnTo>
                    <a:pt x="16947" y="3627"/>
                  </a:lnTo>
                  <a:lnTo>
                    <a:pt x="6092" y="3627"/>
                  </a:lnTo>
                  <a:lnTo>
                    <a:pt x="4400" y="1936"/>
                  </a:lnTo>
                  <a:cubicBezTo>
                    <a:pt x="4372" y="1907"/>
                    <a:pt x="4332" y="1891"/>
                    <a:pt x="4291" y="1891"/>
                  </a:cubicBezTo>
                  <a:lnTo>
                    <a:pt x="154" y="1891"/>
                  </a:lnTo>
                  <a:cubicBezTo>
                    <a:pt x="69" y="1891"/>
                    <a:pt x="0" y="1959"/>
                    <a:pt x="0" y="2045"/>
                  </a:cubicBezTo>
                  <a:cubicBezTo>
                    <a:pt x="0" y="2130"/>
                    <a:pt x="69" y="2198"/>
                    <a:pt x="154" y="2198"/>
                  </a:cubicBezTo>
                  <a:lnTo>
                    <a:pt x="4227" y="2198"/>
                  </a:lnTo>
                  <a:lnTo>
                    <a:pt x="5919" y="3890"/>
                  </a:lnTo>
                  <a:cubicBezTo>
                    <a:pt x="5949" y="3918"/>
                    <a:pt x="5988" y="3935"/>
                    <a:pt x="6028" y="3935"/>
                  </a:cubicBezTo>
                  <a:lnTo>
                    <a:pt x="17010" y="3935"/>
                  </a:lnTo>
                  <a:cubicBezTo>
                    <a:pt x="17051" y="3935"/>
                    <a:pt x="17090" y="3918"/>
                    <a:pt x="17119" y="3890"/>
                  </a:cubicBezTo>
                  <a:lnTo>
                    <a:pt x="20701" y="308"/>
                  </a:lnTo>
                  <a:lnTo>
                    <a:pt x="24315" y="308"/>
                  </a:lnTo>
                  <a:cubicBezTo>
                    <a:pt x="24400" y="308"/>
                    <a:pt x="24469" y="239"/>
                    <a:pt x="24469" y="154"/>
                  </a:cubicBezTo>
                  <a:cubicBezTo>
                    <a:pt x="24469" y="70"/>
                    <a:pt x="24400" y="1"/>
                    <a:pt x="2431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rot="5400000">
              <a:off x="8856964" y="387949"/>
              <a:ext cx="95949" cy="95949"/>
            </a:xfrm>
            <a:custGeom>
              <a:avLst/>
              <a:gdLst/>
              <a:ahLst/>
              <a:cxnLst/>
              <a:rect l="l" t="t" r="r" b="b"/>
              <a:pathLst>
                <a:path w="1566" h="1566" extrusionOk="0">
                  <a:moveTo>
                    <a:pt x="783" y="0"/>
                  </a:moveTo>
                  <a:cubicBezTo>
                    <a:pt x="350" y="0"/>
                    <a:pt x="0" y="350"/>
                    <a:pt x="0" y="783"/>
                  </a:cubicBezTo>
                  <a:cubicBezTo>
                    <a:pt x="0" y="1215"/>
                    <a:pt x="350" y="1565"/>
                    <a:pt x="783" y="1565"/>
                  </a:cubicBezTo>
                  <a:cubicBezTo>
                    <a:pt x="1216" y="1565"/>
                    <a:pt x="1566" y="1215"/>
                    <a:pt x="1566" y="783"/>
                  </a:cubicBezTo>
                  <a:cubicBezTo>
                    <a:pt x="1566" y="350"/>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rot="5400000">
              <a:off x="8764659" y="295647"/>
              <a:ext cx="280555" cy="280617"/>
            </a:xfrm>
            <a:custGeom>
              <a:avLst/>
              <a:gdLst/>
              <a:ahLst/>
              <a:cxnLst/>
              <a:rect l="l" t="t" r="r" b="b"/>
              <a:pathLst>
                <a:path w="4579" h="4580" extrusionOk="0">
                  <a:moveTo>
                    <a:pt x="2289" y="155"/>
                  </a:moveTo>
                  <a:cubicBezTo>
                    <a:pt x="3466" y="155"/>
                    <a:pt x="4425" y="1112"/>
                    <a:pt x="4425" y="2290"/>
                  </a:cubicBezTo>
                  <a:cubicBezTo>
                    <a:pt x="4425" y="3467"/>
                    <a:pt x="3466" y="4426"/>
                    <a:pt x="2289" y="4426"/>
                  </a:cubicBezTo>
                  <a:cubicBezTo>
                    <a:pt x="1112" y="4426"/>
                    <a:pt x="154" y="3467"/>
                    <a:pt x="154" y="2290"/>
                  </a:cubicBezTo>
                  <a:cubicBezTo>
                    <a:pt x="154" y="1112"/>
                    <a:pt x="1112" y="155"/>
                    <a:pt x="2289" y="155"/>
                  </a:cubicBezTo>
                  <a:close/>
                  <a:moveTo>
                    <a:pt x="2289" y="1"/>
                  </a:moveTo>
                  <a:cubicBezTo>
                    <a:pt x="1026" y="1"/>
                    <a:pt x="0" y="1028"/>
                    <a:pt x="0" y="2290"/>
                  </a:cubicBezTo>
                  <a:cubicBezTo>
                    <a:pt x="0" y="3552"/>
                    <a:pt x="1026" y="4580"/>
                    <a:pt x="2289" y="4580"/>
                  </a:cubicBezTo>
                  <a:cubicBezTo>
                    <a:pt x="3552" y="4580"/>
                    <a:pt x="4579" y="3552"/>
                    <a:pt x="4579" y="2290"/>
                  </a:cubicBezTo>
                  <a:cubicBezTo>
                    <a:pt x="4579" y="1028"/>
                    <a:pt x="3552" y="1"/>
                    <a:pt x="228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rot="5400000">
              <a:off x="8802250" y="1171640"/>
              <a:ext cx="96010" cy="96010"/>
            </a:xfrm>
            <a:custGeom>
              <a:avLst/>
              <a:gdLst/>
              <a:ahLst/>
              <a:cxnLst/>
              <a:rect l="l" t="t" r="r" b="b"/>
              <a:pathLst>
                <a:path w="1567" h="1567" extrusionOk="0">
                  <a:moveTo>
                    <a:pt x="784" y="1"/>
                  </a:moveTo>
                  <a:cubicBezTo>
                    <a:pt x="352" y="1"/>
                    <a:pt x="1" y="352"/>
                    <a:pt x="1" y="783"/>
                  </a:cubicBezTo>
                  <a:cubicBezTo>
                    <a:pt x="1" y="1216"/>
                    <a:pt x="352" y="1567"/>
                    <a:pt x="784" y="1567"/>
                  </a:cubicBezTo>
                  <a:cubicBezTo>
                    <a:pt x="1216" y="1567"/>
                    <a:pt x="1567" y="1216"/>
                    <a:pt x="1567" y="783"/>
                  </a:cubicBezTo>
                  <a:cubicBezTo>
                    <a:pt x="1567" y="352"/>
                    <a:pt x="1216"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rot="5400000">
              <a:off x="8709915" y="1079369"/>
              <a:ext cx="280617" cy="280617"/>
            </a:xfrm>
            <a:custGeom>
              <a:avLst/>
              <a:gdLst/>
              <a:ahLst/>
              <a:cxnLst/>
              <a:rect l="l" t="t" r="r" b="b"/>
              <a:pathLst>
                <a:path w="4580" h="4580" extrusionOk="0">
                  <a:moveTo>
                    <a:pt x="2290" y="154"/>
                  </a:moveTo>
                  <a:cubicBezTo>
                    <a:pt x="3468" y="154"/>
                    <a:pt x="4425" y="1112"/>
                    <a:pt x="4425" y="2289"/>
                  </a:cubicBezTo>
                  <a:cubicBezTo>
                    <a:pt x="4425" y="3468"/>
                    <a:pt x="3468" y="4425"/>
                    <a:pt x="2290" y="4425"/>
                  </a:cubicBezTo>
                  <a:cubicBezTo>
                    <a:pt x="1113" y="4425"/>
                    <a:pt x="154" y="3468"/>
                    <a:pt x="154" y="2289"/>
                  </a:cubicBezTo>
                  <a:cubicBezTo>
                    <a:pt x="154" y="1112"/>
                    <a:pt x="1113" y="154"/>
                    <a:pt x="2290" y="154"/>
                  </a:cubicBezTo>
                  <a:close/>
                  <a:moveTo>
                    <a:pt x="2290" y="1"/>
                  </a:moveTo>
                  <a:cubicBezTo>
                    <a:pt x="1028" y="1"/>
                    <a:pt x="0" y="1028"/>
                    <a:pt x="0" y="2289"/>
                  </a:cubicBezTo>
                  <a:cubicBezTo>
                    <a:pt x="0" y="3552"/>
                    <a:pt x="1028" y="4579"/>
                    <a:pt x="2290" y="4579"/>
                  </a:cubicBezTo>
                  <a:cubicBezTo>
                    <a:pt x="3553" y="4579"/>
                    <a:pt x="4579" y="3552"/>
                    <a:pt x="4579" y="2289"/>
                  </a:cubicBezTo>
                  <a:cubicBezTo>
                    <a:pt x="4579" y="1028"/>
                    <a:pt x="3552"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rot="5400000">
              <a:off x="8555518" y="748211"/>
              <a:ext cx="145087" cy="145087"/>
            </a:xfrm>
            <a:custGeom>
              <a:avLst/>
              <a:gdLst/>
              <a:ahLst/>
              <a:cxnLst/>
              <a:rect l="l" t="t" r="r" b="b"/>
              <a:pathLst>
                <a:path w="2368" h="2368" extrusionOk="0">
                  <a:moveTo>
                    <a:pt x="1184" y="154"/>
                  </a:moveTo>
                  <a:cubicBezTo>
                    <a:pt x="1751" y="154"/>
                    <a:pt x="2214" y="617"/>
                    <a:pt x="2214" y="1184"/>
                  </a:cubicBezTo>
                  <a:cubicBezTo>
                    <a:pt x="2214" y="1752"/>
                    <a:pt x="1751" y="2214"/>
                    <a:pt x="1184" y="2214"/>
                  </a:cubicBezTo>
                  <a:cubicBezTo>
                    <a:pt x="616" y="2214"/>
                    <a:pt x="155" y="1752"/>
                    <a:pt x="155" y="1184"/>
                  </a:cubicBezTo>
                  <a:cubicBezTo>
                    <a:pt x="155" y="617"/>
                    <a:pt x="616" y="154"/>
                    <a:pt x="1184" y="154"/>
                  </a:cubicBezTo>
                  <a:close/>
                  <a:moveTo>
                    <a:pt x="1184" y="1"/>
                  </a:moveTo>
                  <a:cubicBezTo>
                    <a:pt x="531" y="1"/>
                    <a:pt x="1" y="532"/>
                    <a:pt x="1" y="1184"/>
                  </a:cubicBezTo>
                  <a:cubicBezTo>
                    <a:pt x="1" y="1837"/>
                    <a:pt x="531" y="2368"/>
                    <a:pt x="1184" y="2368"/>
                  </a:cubicBezTo>
                  <a:cubicBezTo>
                    <a:pt x="1836" y="2368"/>
                    <a:pt x="2367" y="1837"/>
                    <a:pt x="2367" y="1184"/>
                  </a:cubicBezTo>
                  <a:cubicBezTo>
                    <a:pt x="2367" y="532"/>
                    <a:pt x="1836" y="1"/>
                    <a:pt x="118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rot="5400000">
              <a:off x="8829085" y="883431"/>
              <a:ext cx="151643" cy="151643"/>
            </a:xfrm>
            <a:custGeom>
              <a:avLst/>
              <a:gdLst/>
              <a:ahLst/>
              <a:cxnLst/>
              <a:rect l="l" t="t" r="r" b="b"/>
              <a:pathLst>
                <a:path w="2475" h="2475" extrusionOk="0">
                  <a:moveTo>
                    <a:pt x="1237" y="0"/>
                  </a:moveTo>
                  <a:cubicBezTo>
                    <a:pt x="554" y="0"/>
                    <a:pt x="1" y="553"/>
                    <a:pt x="1" y="1237"/>
                  </a:cubicBezTo>
                  <a:cubicBezTo>
                    <a:pt x="1" y="1920"/>
                    <a:pt x="554" y="2474"/>
                    <a:pt x="1237" y="2474"/>
                  </a:cubicBezTo>
                  <a:cubicBezTo>
                    <a:pt x="1922" y="2474"/>
                    <a:pt x="2475" y="1920"/>
                    <a:pt x="2475" y="1237"/>
                  </a:cubicBezTo>
                  <a:cubicBezTo>
                    <a:pt x="2475" y="553"/>
                    <a:pt x="1922" y="0"/>
                    <a:pt x="1237"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rot="5400000">
              <a:off x="8873016" y="927300"/>
              <a:ext cx="63843" cy="63966"/>
            </a:xfrm>
            <a:custGeom>
              <a:avLst/>
              <a:gdLst/>
              <a:ahLst/>
              <a:cxnLst/>
              <a:rect l="l" t="t" r="r" b="b"/>
              <a:pathLst>
                <a:path w="1042" h="1044" extrusionOk="0">
                  <a:moveTo>
                    <a:pt x="520" y="0"/>
                  </a:moveTo>
                  <a:cubicBezTo>
                    <a:pt x="233" y="0"/>
                    <a:pt x="0" y="234"/>
                    <a:pt x="0" y="522"/>
                  </a:cubicBezTo>
                  <a:cubicBezTo>
                    <a:pt x="0" y="810"/>
                    <a:pt x="233" y="1043"/>
                    <a:pt x="520" y="1043"/>
                  </a:cubicBezTo>
                  <a:cubicBezTo>
                    <a:pt x="809" y="1043"/>
                    <a:pt x="1042" y="810"/>
                    <a:pt x="1042" y="522"/>
                  </a:cubicBezTo>
                  <a:cubicBezTo>
                    <a:pt x="1042" y="234"/>
                    <a:pt x="809" y="0"/>
                    <a:pt x="5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rot="5400000">
              <a:off x="8774433" y="1410957"/>
              <a:ext cx="151643" cy="151643"/>
            </a:xfrm>
            <a:custGeom>
              <a:avLst/>
              <a:gdLst/>
              <a:ahLst/>
              <a:cxnLst/>
              <a:rect l="l" t="t" r="r" b="b"/>
              <a:pathLst>
                <a:path w="2475" h="2475" extrusionOk="0">
                  <a:moveTo>
                    <a:pt x="1238" y="1"/>
                  </a:moveTo>
                  <a:cubicBezTo>
                    <a:pt x="555" y="1"/>
                    <a:pt x="0" y="554"/>
                    <a:pt x="0" y="1237"/>
                  </a:cubicBezTo>
                  <a:cubicBezTo>
                    <a:pt x="0" y="1921"/>
                    <a:pt x="555" y="2475"/>
                    <a:pt x="1238" y="2475"/>
                  </a:cubicBezTo>
                  <a:cubicBezTo>
                    <a:pt x="1922" y="2475"/>
                    <a:pt x="2475" y="1921"/>
                    <a:pt x="2475" y="1237"/>
                  </a:cubicBezTo>
                  <a:cubicBezTo>
                    <a:pt x="2475" y="554"/>
                    <a:pt x="1922" y="1"/>
                    <a:pt x="1238"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rot="5400000">
              <a:off x="8818272" y="1454856"/>
              <a:ext cx="63905" cy="63843"/>
            </a:xfrm>
            <a:custGeom>
              <a:avLst/>
              <a:gdLst/>
              <a:ahLst/>
              <a:cxnLst/>
              <a:rect l="l" t="t" r="r" b="b"/>
              <a:pathLst>
                <a:path w="1043" h="1042" extrusionOk="0">
                  <a:moveTo>
                    <a:pt x="522" y="0"/>
                  </a:moveTo>
                  <a:cubicBezTo>
                    <a:pt x="234" y="0"/>
                    <a:pt x="1" y="233"/>
                    <a:pt x="1" y="520"/>
                  </a:cubicBezTo>
                  <a:cubicBezTo>
                    <a:pt x="1" y="809"/>
                    <a:pt x="234" y="1042"/>
                    <a:pt x="522" y="1042"/>
                  </a:cubicBezTo>
                  <a:cubicBezTo>
                    <a:pt x="809" y="1042"/>
                    <a:pt x="1042" y="809"/>
                    <a:pt x="1042" y="520"/>
                  </a:cubicBezTo>
                  <a:cubicBezTo>
                    <a:pt x="1042" y="233"/>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4"/>
        <p:cNvGrpSpPr/>
        <p:nvPr/>
      </p:nvGrpSpPr>
      <p:grpSpPr>
        <a:xfrm>
          <a:off x="0" y="0"/>
          <a:ext cx="0" cy="0"/>
          <a:chOff x="0" y="0"/>
          <a:chExt cx="0" cy="0"/>
        </a:xfrm>
      </p:grpSpPr>
      <p:pic>
        <p:nvPicPr>
          <p:cNvPr id="155" name="Google Shape;155;p4"/>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sp>
        <p:nvSpPr>
          <p:cNvPr id="156" name="Google Shape;15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57" name="Google Shape;157;p4"/>
          <p:cNvSpPr txBox="1">
            <a:spLocks noGrp="1"/>
          </p:cNvSpPr>
          <p:nvPr>
            <p:ph type="body" idx="1"/>
          </p:nvPr>
        </p:nvSpPr>
        <p:spPr>
          <a:xfrm>
            <a:off x="720000" y="1139550"/>
            <a:ext cx="7704000" cy="458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158" name="Google Shape;158;p4"/>
          <p:cNvGrpSpPr/>
          <p:nvPr/>
        </p:nvGrpSpPr>
        <p:grpSpPr>
          <a:xfrm>
            <a:off x="107100" y="539500"/>
            <a:ext cx="8594875" cy="4492900"/>
            <a:chOff x="107100" y="539500"/>
            <a:chExt cx="8594875" cy="4492900"/>
          </a:xfrm>
        </p:grpSpPr>
        <p:grpSp>
          <p:nvGrpSpPr>
            <p:cNvPr id="159" name="Google Shape;159;p4"/>
            <p:cNvGrpSpPr/>
            <p:nvPr/>
          </p:nvGrpSpPr>
          <p:grpSpPr>
            <a:xfrm>
              <a:off x="107100" y="3704901"/>
              <a:ext cx="612900" cy="1327499"/>
              <a:chOff x="107100" y="3704901"/>
              <a:chExt cx="612900" cy="1327499"/>
            </a:xfrm>
          </p:grpSpPr>
          <p:sp>
            <p:nvSpPr>
              <p:cNvPr id="160" name="Google Shape;160;p4"/>
              <p:cNvSpPr/>
              <p:nvPr/>
            </p:nvSpPr>
            <p:spPr>
              <a:xfrm>
                <a:off x="385525" y="3704901"/>
                <a:ext cx="271201" cy="723536"/>
              </a:xfrm>
              <a:custGeom>
                <a:avLst/>
                <a:gdLst/>
                <a:ahLst/>
                <a:cxnLst/>
                <a:rect l="l" t="t" r="r" b="b"/>
                <a:pathLst>
                  <a:path w="2562" h="6835" extrusionOk="0">
                    <a:moveTo>
                      <a:pt x="2344" y="1"/>
                    </a:moveTo>
                    <a:cubicBezTo>
                      <a:pt x="2293" y="1"/>
                      <a:pt x="2242" y="20"/>
                      <a:pt x="2204" y="58"/>
                    </a:cubicBezTo>
                    <a:lnTo>
                      <a:pt x="58" y="2205"/>
                    </a:lnTo>
                    <a:cubicBezTo>
                      <a:pt x="21" y="2242"/>
                      <a:pt x="0" y="2292"/>
                      <a:pt x="0" y="2345"/>
                    </a:cubicBezTo>
                    <a:lnTo>
                      <a:pt x="0" y="6636"/>
                    </a:lnTo>
                    <a:cubicBezTo>
                      <a:pt x="0" y="6746"/>
                      <a:pt x="89" y="6835"/>
                      <a:pt x="198" y="6835"/>
                    </a:cubicBezTo>
                    <a:cubicBezTo>
                      <a:pt x="308" y="6835"/>
                      <a:pt x="395" y="6746"/>
                      <a:pt x="395" y="6636"/>
                    </a:cubicBezTo>
                    <a:lnTo>
                      <a:pt x="395" y="2426"/>
                    </a:lnTo>
                    <a:lnTo>
                      <a:pt x="2484" y="339"/>
                    </a:lnTo>
                    <a:cubicBezTo>
                      <a:pt x="2561" y="262"/>
                      <a:pt x="2561" y="135"/>
                      <a:pt x="2484" y="58"/>
                    </a:cubicBezTo>
                    <a:cubicBezTo>
                      <a:pt x="2445" y="20"/>
                      <a:pt x="2394" y="1"/>
                      <a:pt x="2344"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4"/>
              <p:cNvSpPr/>
              <p:nvPr/>
            </p:nvSpPr>
            <p:spPr>
              <a:xfrm>
                <a:off x="250291" y="456298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a:off x="107100" y="4419800"/>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4"/>
            <p:cNvGrpSpPr/>
            <p:nvPr/>
          </p:nvGrpSpPr>
          <p:grpSpPr>
            <a:xfrm rot="5400000">
              <a:off x="7894175" y="1076100"/>
              <a:ext cx="1344400" cy="271200"/>
              <a:chOff x="3686625" y="4603950"/>
              <a:chExt cx="1344400" cy="271200"/>
            </a:xfrm>
          </p:grpSpPr>
          <p:sp>
            <p:nvSpPr>
              <p:cNvPr id="164" name="Google Shape;164;p4"/>
              <p:cNvSpPr/>
              <p:nvPr/>
            </p:nvSpPr>
            <p:spPr>
              <a:xfrm rot="-5400000">
                <a:off x="36389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4"/>
              <p:cNvSpPr/>
              <p:nvPr/>
            </p:nvSpPr>
            <p:spPr>
              <a:xfrm rot="-5400000">
                <a:off x="39310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rot="-5400000">
                <a:off x="42232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rot="-5400000">
                <a:off x="45153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rot="-5400000">
                <a:off x="48075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 name="Google Shape;169;p4"/>
            <p:cNvSpPr/>
            <p:nvPr/>
          </p:nvSpPr>
          <p:spPr>
            <a:xfrm rot="5400000">
              <a:off x="8226025" y="2782025"/>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 name="Google Shape;170;p4"/>
          <p:cNvGrpSpPr/>
          <p:nvPr/>
        </p:nvGrpSpPr>
        <p:grpSpPr>
          <a:xfrm>
            <a:off x="107271" y="-51901"/>
            <a:ext cx="8958929" cy="5195381"/>
            <a:chOff x="107271" y="-51901"/>
            <a:chExt cx="8958929" cy="5195381"/>
          </a:xfrm>
        </p:grpSpPr>
        <p:grpSp>
          <p:nvGrpSpPr>
            <p:cNvPr id="171" name="Google Shape;171;p4"/>
            <p:cNvGrpSpPr/>
            <p:nvPr/>
          </p:nvGrpSpPr>
          <p:grpSpPr>
            <a:xfrm>
              <a:off x="8555518" y="-51901"/>
              <a:ext cx="510681" cy="1614501"/>
              <a:chOff x="8555518" y="-51901"/>
              <a:chExt cx="510681" cy="1614501"/>
            </a:xfrm>
          </p:grpSpPr>
          <p:sp>
            <p:nvSpPr>
              <p:cNvPr id="172" name="Google Shape;172;p4"/>
              <p:cNvSpPr/>
              <p:nvPr/>
            </p:nvSpPr>
            <p:spPr>
              <a:xfrm rot="5400000">
                <a:off x="8470563" y="373037"/>
                <a:ext cx="1020574" cy="17069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rot="5400000">
                <a:off x="7989565" y="577158"/>
                <a:ext cx="1499216" cy="241097"/>
              </a:xfrm>
              <a:custGeom>
                <a:avLst/>
                <a:gdLst/>
                <a:ahLst/>
                <a:cxnLst/>
                <a:rect l="l" t="t" r="r" b="b"/>
                <a:pathLst>
                  <a:path w="24469" h="3935" extrusionOk="0">
                    <a:moveTo>
                      <a:pt x="20637" y="1"/>
                    </a:moveTo>
                    <a:cubicBezTo>
                      <a:pt x="20596" y="1"/>
                      <a:pt x="20557" y="17"/>
                      <a:pt x="20529" y="47"/>
                    </a:cubicBezTo>
                    <a:lnTo>
                      <a:pt x="16947" y="3627"/>
                    </a:lnTo>
                    <a:lnTo>
                      <a:pt x="6092" y="3627"/>
                    </a:lnTo>
                    <a:lnTo>
                      <a:pt x="4400" y="1936"/>
                    </a:lnTo>
                    <a:cubicBezTo>
                      <a:pt x="4372" y="1907"/>
                      <a:pt x="4332" y="1891"/>
                      <a:pt x="4291" y="1891"/>
                    </a:cubicBezTo>
                    <a:lnTo>
                      <a:pt x="154" y="1891"/>
                    </a:lnTo>
                    <a:cubicBezTo>
                      <a:pt x="69" y="1891"/>
                      <a:pt x="0" y="1959"/>
                      <a:pt x="0" y="2045"/>
                    </a:cubicBezTo>
                    <a:cubicBezTo>
                      <a:pt x="0" y="2130"/>
                      <a:pt x="69" y="2198"/>
                      <a:pt x="154" y="2198"/>
                    </a:cubicBezTo>
                    <a:lnTo>
                      <a:pt x="4227" y="2198"/>
                    </a:lnTo>
                    <a:lnTo>
                      <a:pt x="5919" y="3890"/>
                    </a:lnTo>
                    <a:cubicBezTo>
                      <a:pt x="5949" y="3918"/>
                      <a:pt x="5988" y="3935"/>
                      <a:pt x="6028" y="3935"/>
                    </a:cubicBezTo>
                    <a:lnTo>
                      <a:pt x="17010" y="3935"/>
                    </a:lnTo>
                    <a:cubicBezTo>
                      <a:pt x="17051" y="3935"/>
                      <a:pt x="17090" y="3918"/>
                      <a:pt x="17119" y="3890"/>
                    </a:cubicBezTo>
                    <a:lnTo>
                      <a:pt x="20701" y="308"/>
                    </a:lnTo>
                    <a:lnTo>
                      <a:pt x="24315" y="308"/>
                    </a:lnTo>
                    <a:cubicBezTo>
                      <a:pt x="24400" y="308"/>
                      <a:pt x="24469" y="239"/>
                      <a:pt x="24469" y="154"/>
                    </a:cubicBezTo>
                    <a:cubicBezTo>
                      <a:pt x="24469" y="70"/>
                      <a:pt x="24400" y="1"/>
                      <a:pt x="2431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rot="5400000">
                <a:off x="8856964" y="387949"/>
                <a:ext cx="95949" cy="95949"/>
              </a:xfrm>
              <a:custGeom>
                <a:avLst/>
                <a:gdLst/>
                <a:ahLst/>
                <a:cxnLst/>
                <a:rect l="l" t="t" r="r" b="b"/>
                <a:pathLst>
                  <a:path w="1566" h="1566" extrusionOk="0">
                    <a:moveTo>
                      <a:pt x="783" y="0"/>
                    </a:moveTo>
                    <a:cubicBezTo>
                      <a:pt x="350" y="0"/>
                      <a:pt x="0" y="350"/>
                      <a:pt x="0" y="783"/>
                    </a:cubicBezTo>
                    <a:cubicBezTo>
                      <a:pt x="0" y="1215"/>
                      <a:pt x="350" y="1565"/>
                      <a:pt x="783" y="1565"/>
                    </a:cubicBezTo>
                    <a:cubicBezTo>
                      <a:pt x="1216" y="1565"/>
                      <a:pt x="1566" y="1215"/>
                      <a:pt x="1566" y="783"/>
                    </a:cubicBezTo>
                    <a:cubicBezTo>
                      <a:pt x="1566" y="350"/>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4"/>
              <p:cNvSpPr/>
              <p:nvPr/>
            </p:nvSpPr>
            <p:spPr>
              <a:xfrm rot="5400000">
                <a:off x="8764659" y="295647"/>
                <a:ext cx="280555" cy="280617"/>
              </a:xfrm>
              <a:custGeom>
                <a:avLst/>
                <a:gdLst/>
                <a:ahLst/>
                <a:cxnLst/>
                <a:rect l="l" t="t" r="r" b="b"/>
                <a:pathLst>
                  <a:path w="4579" h="4580" extrusionOk="0">
                    <a:moveTo>
                      <a:pt x="2289" y="155"/>
                    </a:moveTo>
                    <a:cubicBezTo>
                      <a:pt x="3466" y="155"/>
                      <a:pt x="4425" y="1112"/>
                      <a:pt x="4425" y="2290"/>
                    </a:cubicBezTo>
                    <a:cubicBezTo>
                      <a:pt x="4425" y="3467"/>
                      <a:pt x="3466" y="4426"/>
                      <a:pt x="2289" y="4426"/>
                    </a:cubicBezTo>
                    <a:cubicBezTo>
                      <a:pt x="1112" y="4426"/>
                      <a:pt x="154" y="3467"/>
                      <a:pt x="154" y="2290"/>
                    </a:cubicBezTo>
                    <a:cubicBezTo>
                      <a:pt x="154" y="1112"/>
                      <a:pt x="1112" y="155"/>
                      <a:pt x="2289" y="155"/>
                    </a:cubicBezTo>
                    <a:close/>
                    <a:moveTo>
                      <a:pt x="2289" y="1"/>
                    </a:moveTo>
                    <a:cubicBezTo>
                      <a:pt x="1026" y="1"/>
                      <a:pt x="0" y="1028"/>
                      <a:pt x="0" y="2290"/>
                    </a:cubicBezTo>
                    <a:cubicBezTo>
                      <a:pt x="0" y="3552"/>
                      <a:pt x="1026" y="4580"/>
                      <a:pt x="2289" y="4580"/>
                    </a:cubicBezTo>
                    <a:cubicBezTo>
                      <a:pt x="3552" y="4580"/>
                      <a:pt x="4579" y="3552"/>
                      <a:pt x="4579" y="2290"/>
                    </a:cubicBezTo>
                    <a:cubicBezTo>
                      <a:pt x="4579" y="1028"/>
                      <a:pt x="3552" y="1"/>
                      <a:pt x="228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4"/>
              <p:cNvSpPr/>
              <p:nvPr/>
            </p:nvSpPr>
            <p:spPr>
              <a:xfrm rot="5400000">
                <a:off x="8802250" y="1171640"/>
                <a:ext cx="96010" cy="96010"/>
              </a:xfrm>
              <a:custGeom>
                <a:avLst/>
                <a:gdLst/>
                <a:ahLst/>
                <a:cxnLst/>
                <a:rect l="l" t="t" r="r" b="b"/>
                <a:pathLst>
                  <a:path w="1567" h="1567" extrusionOk="0">
                    <a:moveTo>
                      <a:pt x="784" y="1"/>
                    </a:moveTo>
                    <a:cubicBezTo>
                      <a:pt x="352" y="1"/>
                      <a:pt x="1" y="352"/>
                      <a:pt x="1" y="783"/>
                    </a:cubicBezTo>
                    <a:cubicBezTo>
                      <a:pt x="1" y="1216"/>
                      <a:pt x="352" y="1567"/>
                      <a:pt x="784" y="1567"/>
                    </a:cubicBezTo>
                    <a:cubicBezTo>
                      <a:pt x="1216" y="1567"/>
                      <a:pt x="1567" y="1216"/>
                      <a:pt x="1567" y="783"/>
                    </a:cubicBezTo>
                    <a:cubicBezTo>
                      <a:pt x="1567" y="352"/>
                      <a:pt x="1216"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4"/>
              <p:cNvSpPr/>
              <p:nvPr/>
            </p:nvSpPr>
            <p:spPr>
              <a:xfrm rot="5400000">
                <a:off x="8709915" y="1079369"/>
                <a:ext cx="280617" cy="280617"/>
              </a:xfrm>
              <a:custGeom>
                <a:avLst/>
                <a:gdLst/>
                <a:ahLst/>
                <a:cxnLst/>
                <a:rect l="l" t="t" r="r" b="b"/>
                <a:pathLst>
                  <a:path w="4580" h="4580" extrusionOk="0">
                    <a:moveTo>
                      <a:pt x="2290" y="154"/>
                    </a:moveTo>
                    <a:cubicBezTo>
                      <a:pt x="3468" y="154"/>
                      <a:pt x="4425" y="1112"/>
                      <a:pt x="4425" y="2289"/>
                    </a:cubicBezTo>
                    <a:cubicBezTo>
                      <a:pt x="4425" y="3468"/>
                      <a:pt x="3468" y="4425"/>
                      <a:pt x="2290" y="4425"/>
                    </a:cubicBezTo>
                    <a:cubicBezTo>
                      <a:pt x="1113" y="4425"/>
                      <a:pt x="154" y="3468"/>
                      <a:pt x="154" y="2289"/>
                    </a:cubicBezTo>
                    <a:cubicBezTo>
                      <a:pt x="154" y="1112"/>
                      <a:pt x="1113" y="154"/>
                      <a:pt x="2290" y="154"/>
                    </a:cubicBezTo>
                    <a:close/>
                    <a:moveTo>
                      <a:pt x="2290" y="1"/>
                    </a:moveTo>
                    <a:cubicBezTo>
                      <a:pt x="1028" y="1"/>
                      <a:pt x="0" y="1028"/>
                      <a:pt x="0" y="2289"/>
                    </a:cubicBezTo>
                    <a:cubicBezTo>
                      <a:pt x="0" y="3552"/>
                      <a:pt x="1028" y="4579"/>
                      <a:pt x="2290" y="4579"/>
                    </a:cubicBezTo>
                    <a:cubicBezTo>
                      <a:pt x="3553" y="4579"/>
                      <a:pt x="4579" y="3552"/>
                      <a:pt x="4579" y="2289"/>
                    </a:cubicBezTo>
                    <a:cubicBezTo>
                      <a:pt x="4579" y="1028"/>
                      <a:pt x="3552"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4"/>
              <p:cNvSpPr/>
              <p:nvPr/>
            </p:nvSpPr>
            <p:spPr>
              <a:xfrm rot="5400000">
                <a:off x="8555518" y="748211"/>
                <a:ext cx="145087" cy="145087"/>
              </a:xfrm>
              <a:custGeom>
                <a:avLst/>
                <a:gdLst/>
                <a:ahLst/>
                <a:cxnLst/>
                <a:rect l="l" t="t" r="r" b="b"/>
                <a:pathLst>
                  <a:path w="2368" h="2368" extrusionOk="0">
                    <a:moveTo>
                      <a:pt x="1184" y="154"/>
                    </a:moveTo>
                    <a:cubicBezTo>
                      <a:pt x="1751" y="154"/>
                      <a:pt x="2214" y="617"/>
                      <a:pt x="2214" y="1184"/>
                    </a:cubicBezTo>
                    <a:cubicBezTo>
                      <a:pt x="2214" y="1752"/>
                      <a:pt x="1751" y="2214"/>
                      <a:pt x="1184" y="2214"/>
                    </a:cubicBezTo>
                    <a:cubicBezTo>
                      <a:pt x="616" y="2214"/>
                      <a:pt x="155" y="1752"/>
                      <a:pt x="155" y="1184"/>
                    </a:cubicBezTo>
                    <a:cubicBezTo>
                      <a:pt x="155" y="617"/>
                      <a:pt x="616" y="154"/>
                      <a:pt x="1184" y="154"/>
                    </a:cubicBezTo>
                    <a:close/>
                    <a:moveTo>
                      <a:pt x="1184" y="1"/>
                    </a:moveTo>
                    <a:cubicBezTo>
                      <a:pt x="531" y="1"/>
                      <a:pt x="1" y="532"/>
                      <a:pt x="1" y="1184"/>
                    </a:cubicBezTo>
                    <a:cubicBezTo>
                      <a:pt x="1" y="1837"/>
                      <a:pt x="531" y="2368"/>
                      <a:pt x="1184" y="2368"/>
                    </a:cubicBezTo>
                    <a:cubicBezTo>
                      <a:pt x="1836" y="2368"/>
                      <a:pt x="2367" y="1837"/>
                      <a:pt x="2367" y="1184"/>
                    </a:cubicBezTo>
                    <a:cubicBezTo>
                      <a:pt x="2367" y="532"/>
                      <a:pt x="1836" y="1"/>
                      <a:pt x="118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4"/>
              <p:cNvSpPr/>
              <p:nvPr/>
            </p:nvSpPr>
            <p:spPr>
              <a:xfrm rot="5400000">
                <a:off x="8829085" y="883431"/>
                <a:ext cx="151643" cy="151643"/>
              </a:xfrm>
              <a:custGeom>
                <a:avLst/>
                <a:gdLst/>
                <a:ahLst/>
                <a:cxnLst/>
                <a:rect l="l" t="t" r="r" b="b"/>
                <a:pathLst>
                  <a:path w="2475" h="2475" extrusionOk="0">
                    <a:moveTo>
                      <a:pt x="1237" y="0"/>
                    </a:moveTo>
                    <a:cubicBezTo>
                      <a:pt x="554" y="0"/>
                      <a:pt x="1" y="553"/>
                      <a:pt x="1" y="1237"/>
                    </a:cubicBezTo>
                    <a:cubicBezTo>
                      <a:pt x="1" y="1920"/>
                      <a:pt x="554" y="2474"/>
                      <a:pt x="1237" y="2474"/>
                    </a:cubicBezTo>
                    <a:cubicBezTo>
                      <a:pt x="1922" y="2474"/>
                      <a:pt x="2475" y="1920"/>
                      <a:pt x="2475" y="1237"/>
                    </a:cubicBezTo>
                    <a:cubicBezTo>
                      <a:pt x="2475" y="553"/>
                      <a:pt x="1922" y="0"/>
                      <a:pt x="1237"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4"/>
              <p:cNvSpPr/>
              <p:nvPr/>
            </p:nvSpPr>
            <p:spPr>
              <a:xfrm rot="5400000">
                <a:off x="8873016" y="927300"/>
                <a:ext cx="63843" cy="63966"/>
              </a:xfrm>
              <a:custGeom>
                <a:avLst/>
                <a:gdLst/>
                <a:ahLst/>
                <a:cxnLst/>
                <a:rect l="l" t="t" r="r" b="b"/>
                <a:pathLst>
                  <a:path w="1042" h="1044" extrusionOk="0">
                    <a:moveTo>
                      <a:pt x="520" y="0"/>
                    </a:moveTo>
                    <a:cubicBezTo>
                      <a:pt x="233" y="0"/>
                      <a:pt x="0" y="234"/>
                      <a:pt x="0" y="522"/>
                    </a:cubicBezTo>
                    <a:cubicBezTo>
                      <a:pt x="0" y="810"/>
                      <a:pt x="233" y="1043"/>
                      <a:pt x="520" y="1043"/>
                    </a:cubicBezTo>
                    <a:cubicBezTo>
                      <a:pt x="809" y="1043"/>
                      <a:pt x="1042" y="810"/>
                      <a:pt x="1042" y="522"/>
                    </a:cubicBezTo>
                    <a:cubicBezTo>
                      <a:pt x="1042" y="234"/>
                      <a:pt x="809" y="0"/>
                      <a:pt x="5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4"/>
              <p:cNvSpPr/>
              <p:nvPr/>
            </p:nvSpPr>
            <p:spPr>
              <a:xfrm rot="5400000">
                <a:off x="8774433" y="1410957"/>
                <a:ext cx="151643" cy="151643"/>
              </a:xfrm>
              <a:custGeom>
                <a:avLst/>
                <a:gdLst/>
                <a:ahLst/>
                <a:cxnLst/>
                <a:rect l="l" t="t" r="r" b="b"/>
                <a:pathLst>
                  <a:path w="2475" h="2475" extrusionOk="0">
                    <a:moveTo>
                      <a:pt x="1238" y="1"/>
                    </a:moveTo>
                    <a:cubicBezTo>
                      <a:pt x="555" y="1"/>
                      <a:pt x="0" y="554"/>
                      <a:pt x="0" y="1237"/>
                    </a:cubicBezTo>
                    <a:cubicBezTo>
                      <a:pt x="0" y="1921"/>
                      <a:pt x="555" y="2475"/>
                      <a:pt x="1238" y="2475"/>
                    </a:cubicBezTo>
                    <a:cubicBezTo>
                      <a:pt x="1922" y="2475"/>
                      <a:pt x="2475" y="1921"/>
                      <a:pt x="2475" y="1237"/>
                    </a:cubicBezTo>
                    <a:cubicBezTo>
                      <a:pt x="2475" y="554"/>
                      <a:pt x="1922" y="1"/>
                      <a:pt x="1238"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4"/>
              <p:cNvSpPr/>
              <p:nvPr/>
            </p:nvSpPr>
            <p:spPr>
              <a:xfrm rot="5400000">
                <a:off x="8818272" y="1454856"/>
                <a:ext cx="63905" cy="63843"/>
              </a:xfrm>
              <a:custGeom>
                <a:avLst/>
                <a:gdLst/>
                <a:ahLst/>
                <a:cxnLst/>
                <a:rect l="l" t="t" r="r" b="b"/>
                <a:pathLst>
                  <a:path w="1043" h="1042" extrusionOk="0">
                    <a:moveTo>
                      <a:pt x="522" y="0"/>
                    </a:moveTo>
                    <a:cubicBezTo>
                      <a:pt x="234" y="0"/>
                      <a:pt x="1" y="233"/>
                      <a:pt x="1" y="520"/>
                    </a:cubicBezTo>
                    <a:cubicBezTo>
                      <a:pt x="1" y="809"/>
                      <a:pt x="234" y="1042"/>
                      <a:pt x="522" y="1042"/>
                    </a:cubicBezTo>
                    <a:cubicBezTo>
                      <a:pt x="809" y="1042"/>
                      <a:pt x="1042" y="809"/>
                      <a:pt x="1042" y="520"/>
                    </a:cubicBezTo>
                    <a:cubicBezTo>
                      <a:pt x="1042" y="233"/>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 name="Google Shape;183;p4"/>
            <p:cNvGrpSpPr/>
            <p:nvPr/>
          </p:nvGrpSpPr>
          <p:grpSpPr>
            <a:xfrm>
              <a:off x="107271" y="3767598"/>
              <a:ext cx="419518" cy="1375882"/>
              <a:chOff x="107271" y="3767598"/>
              <a:chExt cx="419518" cy="1375882"/>
            </a:xfrm>
          </p:grpSpPr>
          <p:sp>
            <p:nvSpPr>
              <p:cNvPr id="184" name="Google Shape;184;p4"/>
              <p:cNvSpPr/>
              <p:nvPr/>
            </p:nvSpPr>
            <p:spPr>
              <a:xfrm>
                <a:off x="326305" y="4019527"/>
                <a:ext cx="200484" cy="1123953"/>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4"/>
              <p:cNvSpPr/>
              <p:nvPr/>
            </p:nvSpPr>
            <p:spPr>
              <a:xfrm>
                <a:off x="430016" y="4058976"/>
                <a:ext cx="57383" cy="57383"/>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4"/>
              <p:cNvSpPr/>
              <p:nvPr/>
            </p:nvSpPr>
            <p:spPr>
              <a:xfrm>
                <a:off x="154150" y="4343260"/>
                <a:ext cx="147227" cy="800175"/>
              </a:xfrm>
              <a:custGeom>
                <a:avLst/>
                <a:gdLst/>
                <a:ahLst/>
                <a:cxnLst/>
                <a:rect l="l" t="t" r="r" b="b"/>
                <a:pathLst>
                  <a:path w="2676" h="14544" extrusionOk="0">
                    <a:moveTo>
                      <a:pt x="1438" y="0"/>
                    </a:moveTo>
                    <a:cubicBezTo>
                      <a:pt x="755" y="0"/>
                      <a:pt x="200" y="555"/>
                      <a:pt x="200" y="1238"/>
                    </a:cubicBezTo>
                    <a:cubicBezTo>
                      <a:pt x="200" y="1525"/>
                      <a:pt x="302" y="1786"/>
                      <a:pt x="466" y="1996"/>
                    </a:cubicBezTo>
                    <a:lnTo>
                      <a:pt x="45" y="2417"/>
                    </a:lnTo>
                    <a:cubicBezTo>
                      <a:pt x="17" y="2445"/>
                      <a:pt x="1" y="2484"/>
                      <a:pt x="1" y="2526"/>
                    </a:cubicBezTo>
                    <a:lnTo>
                      <a:pt x="1" y="8856"/>
                    </a:lnTo>
                    <a:cubicBezTo>
                      <a:pt x="1" y="8896"/>
                      <a:pt x="17" y="8935"/>
                      <a:pt x="45" y="8965"/>
                    </a:cubicBezTo>
                    <a:lnTo>
                      <a:pt x="1990" y="10908"/>
                    </a:lnTo>
                    <a:lnTo>
                      <a:pt x="1990" y="14390"/>
                    </a:lnTo>
                    <a:cubicBezTo>
                      <a:pt x="1990" y="14475"/>
                      <a:pt x="2059" y="14544"/>
                      <a:pt x="2144" y="14544"/>
                    </a:cubicBezTo>
                    <a:cubicBezTo>
                      <a:pt x="2229" y="14544"/>
                      <a:pt x="2297" y="14475"/>
                      <a:pt x="2297" y="14390"/>
                    </a:cubicBezTo>
                    <a:lnTo>
                      <a:pt x="2297" y="10846"/>
                    </a:lnTo>
                    <a:cubicBezTo>
                      <a:pt x="2297" y="10804"/>
                      <a:pt x="2281" y="10765"/>
                      <a:pt x="2253" y="10737"/>
                    </a:cubicBezTo>
                    <a:lnTo>
                      <a:pt x="308" y="8792"/>
                    </a:lnTo>
                    <a:lnTo>
                      <a:pt x="308" y="2589"/>
                    </a:lnTo>
                    <a:lnTo>
                      <a:pt x="684" y="2213"/>
                    </a:lnTo>
                    <a:lnTo>
                      <a:pt x="685" y="2213"/>
                    </a:lnTo>
                    <a:cubicBezTo>
                      <a:pt x="894" y="2375"/>
                      <a:pt x="1153" y="2475"/>
                      <a:pt x="1438" y="2475"/>
                    </a:cubicBezTo>
                    <a:cubicBezTo>
                      <a:pt x="2121" y="2475"/>
                      <a:pt x="2676" y="1921"/>
                      <a:pt x="2676" y="1238"/>
                    </a:cubicBezTo>
                    <a:cubicBezTo>
                      <a:pt x="2676" y="555"/>
                      <a:pt x="2121" y="0"/>
                      <a:pt x="143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4"/>
              <p:cNvSpPr/>
              <p:nvPr/>
            </p:nvSpPr>
            <p:spPr>
              <a:xfrm>
                <a:off x="204547" y="4382654"/>
                <a:ext cx="57438" cy="57438"/>
              </a:xfrm>
              <a:custGeom>
                <a:avLst/>
                <a:gdLst/>
                <a:ahLst/>
                <a:cxnLst/>
                <a:rect l="l" t="t" r="r" b="b"/>
                <a:pathLst>
                  <a:path w="1044" h="1044" extrusionOk="0">
                    <a:moveTo>
                      <a:pt x="522" y="1"/>
                    </a:moveTo>
                    <a:cubicBezTo>
                      <a:pt x="235" y="1"/>
                      <a:pt x="1" y="234"/>
                      <a:pt x="1" y="522"/>
                    </a:cubicBezTo>
                    <a:cubicBezTo>
                      <a:pt x="1" y="809"/>
                      <a:pt x="235" y="1044"/>
                      <a:pt x="522" y="1044"/>
                    </a:cubicBezTo>
                    <a:cubicBezTo>
                      <a:pt x="809" y="1044"/>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4"/>
              <p:cNvSpPr/>
              <p:nvPr/>
            </p:nvSpPr>
            <p:spPr>
              <a:xfrm>
                <a:off x="190185" y="3850456"/>
                <a:ext cx="86157" cy="86212"/>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4"/>
              <p:cNvSpPr/>
              <p:nvPr/>
            </p:nvSpPr>
            <p:spPr>
              <a:xfrm>
                <a:off x="107271" y="3767598"/>
                <a:ext cx="251980" cy="251925"/>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0" name="Google Shape;190;p4"/>
          <p:cNvGrpSpPr/>
          <p:nvPr/>
        </p:nvGrpSpPr>
        <p:grpSpPr>
          <a:xfrm>
            <a:off x="302292" y="111137"/>
            <a:ext cx="8280548" cy="4769581"/>
            <a:chOff x="302292" y="111137"/>
            <a:chExt cx="8280548" cy="4769581"/>
          </a:xfrm>
        </p:grpSpPr>
        <p:grpSp>
          <p:nvGrpSpPr>
            <p:cNvPr id="191" name="Google Shape;191;p4"/>
            <p:cNvGrpSpPr/>
            <p:nvPr/>
          </p:nvGrpSpPr>
          <p:grpSpPr>
            <a:xfrm>
              <a:off x="551729" y="4632143"/>
              <a:ext cx="248519" cy="248575"/>
              <a:chOff x="800679" y="4236193"/>
              <a:chExt cx="248519" cy="248575"/>
            </a:xfrm>
          </p:grpSpPr>
          <p:sp>
            <p:nvSpPr>
              <p:cNvPr id="192" name="Google Shape;192;p4"/>
              <p:cNvSpPr/>
              <p:nvPr/>
            </p:nvSpPr>
            <p:spPr>
              <a:xfrm>
                <a:off x="800679" y="4236193"/>
                <a:ext cx="59694" cy="59694"/>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4"/>
              <p:cNvSpPr/>
              <p:nvPr/>
            </p:nvSpPr>
            <p:spPr>
              <a:xfrm>
                <a:off x="896413" y="4331926"/>
                <a:ext cx="59694" cy="59694"/>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4"/>
              <p:cNvSpPr/>
              <p:nvPr/>
            </p:nvSpPr>
            <p:spPr>
              <a:xfrm>
                <a:off x="989505" y="4425073"/>
                <a:ext cx="59694" cy="59694"/>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 name="Google Shape;195;p4"/>
            <p:cNvGrpSpPr/>
            <p:nvPr/>
          </p:nvGrpSpPr>
          <p:grpSpPr>
            <a:xfrm>
              <a:off x="302292" y="3519018"/>
              <a:ext cx="248519" cy="248575"/>
              <a:chOff x="800679" y="4236193"/>
              <a:chExt cx="248519" cy="248575"/>
            </a:xfrm>
          </p:grpSpPr>
          <p:sp>
            <p:nvSpPr>
              <p:cNvPr id="196" name="Google Shape;196;p4"/>
              <p:cNvSpPr/>
              <p:nvPr/>
            </p:nvSpPr>
            <p:spPr>
              <a:xfrm>
                <a:off x="800679" y="4236193"/>
                <a:ext cx="59694" cy="59694"/>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4"/>
              <p:cNvSpPr/>
              <p:nvPr/>
            </p:nvSpPr>
            <p:spPr>
              <a:xfrm>
                <a:off x="896413" y="4331926"/>
                <a:ext cx="59694" cy="59694"/>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4"/>
              <p:cNvSpPr/>
              <p:nvPr/>
            </p:nvSpPr>
            <p:spPr>
              <a:xfrm>
                <a:off x="989505" y="4425073"/>
                <a:ext cx="59694" cy="59694"/>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 name="Google Shape;199;p4"/>
            <p:cNvGrpSpPr/>
            <p:nvPr/>
          </p:nvGrpSpPr>
          <p:grpSpPr>
            <a:xfrm>
              <a:off x="8306024" y="111137"/>
              <a:ext cx="276816" cy="276814"/>
              <a:chOff x="8306024" y="111137"/>
              <a:chExt cx="276816" cy="276814"/>
            </a:xfrm>
          </p:grpSpPr>
          <p:sp>
            <p:nvSpPr>
              <p:cNvPr id="200" name="Google Shape;200;p4"/>
              <p:cNvSpPr/>
              <p:nvPr/>
            </p:nvSpPr>
            <p:spPr>
              <a:xfrm rot="5400000">
                <a:off x="8306024" y="321473"/>
                <a:ext cx="66478" cy="66478"/>
              </a:xfrm>
              <a:custGeom>
                <a:avLst/>
                <a:gdLst/>
                <a:ahLst/>
                <a:cxnLst/>
                <a:rect l="l" t="t" r="r" b="b"/>
                <a:pathLst>
                  <a:path w="1085" h="1085" extrusionOk="0">
                    <a:moveTo>
                      <a:pt x="543" y="1"/>
                    </a:moveTo>
                    <a:cubicBezTo>
                      <a:pt x="242" y="1"/>
                      <a:pt x="0" y="243"/>
                      <a:pt x="0" y="542"/>
                    </a:cubicBezTo>
                    <a:cubicBezTo>
                      <a:pt x="0" y="843"/>
                      <a:pt x="242" y="1085"/>
                      <a:pt x="543" y="1085"/>
                    </a:cubicBezTo>
                    <a:cubicBezTo>
                      <a:pt x="842" y="1085"/>
                      <a:pt x="1084" y="843"/>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 name="Google Shape;201;p4"/>
              <p:cNvGrpSpPr/>
              <p:nvPr/>
            </p:nvGrpSpPr>
            <p:grpSpPr>
              <a:xfrm>
                <a:off x="8409692" y="111137"/>
                <a:ext cx="173148" cy="173086"/>
                <a:chOff x="8409692" y="111137"/>
                <a:chExt cx="173148" cy="173086"/>
              </a:xfrm>
            </p:grpSpPr>
            <p:sp>
              <p:nvSpPr>
                <p:cNvPr id="202" name="Google Shape;202;p4"/>
                <p:cNvSpPr/>
                <p:nvPr/>
              </p:nvSpPr>
              <p:spPr>
                <a:xfrm rot="5400000">
                  <a:off x="8409692" y="217745"/>
                  <a:ext cx="66478" cy="66478"/>
                </a:xfrm>
                <a:custGeom>
                  <a:avLst/>
                  <a:gdLst/>
                  <a:ahLst/>
                  <a:cxnLst/>
                  <a:rect l="l" t="t" r="r" b="b"/>
                  <a:pathLst>
                    <a:path w="1085" h="1085" extrusionOk="0">
                      <a:moveTo>
                        <a:pt x="543" y="0"/>
                      </a:moveTo>
                      <a:cubicBezTo>
                        <a:pt x="243" y="0"/>
                        <a:pt x="0" y="242"/>
                        <a:pt x="0" y="541"/>
                      </a:cubicBezTo>
                      <a:cubicBezTo>
                        <a:pt x="0" y="842"/>
                        <a:pt x="243" y="1084"/>
                        <a:pt x="543" y="1084"/>
                      </a:cubicBezTo>
                      <a:cubicBezTo>
                        <a:pt x="842" y="1084"/>
                        <a:pt x="1084" y="842"/>
                        <a:pt x="1084" y="541"/>
                      </a:cubicBezTo>
                      <a:cubicBezTo>
                        <a:pt x="1084"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4"/>
                <p:cNvSpPr/>
                <p:nvPr/>
              </p:nvSpPr>
              <p:spPr>
                <a:xfrm rot="5400000">
                  <a:off x="8516362" y="111137"/>
                  <a:ext cx="66478" cy="66478"/>
                </a:xfrm>
                <a:custGeom>
                  <a:avLst/>
                  <a:gdLst/>
                  <a:ahLst/>
                  <a:cxnLst/>
                  <a:rect l="l" t="t" r="r" b="b"/>
                  <a:pathLst>
                    <a:path w="1085" h="1085" extrusionOk="0">
                      <a:moveTo>
                        <a:pt x="543" y="1"/>
                      </a:moveTo>
                      <a:cubicBezTo>
                        <a:pt x="242" y="1"/>
                        <a:pt x="0" y="243"/>
                        <a:pt x="0" y="544"/>
                      </a:cubicBezTo>
                      <a:cubicBezTo>
                        <a:pt x="0" y="843"/>
                        <a:pt x="242" y="1085"/>
                        <a:pt x="543" y="1085"/>
                      </a:cubicBezTo>
                      <a:cubicBezTo>
                        <a:pt x="842" y="1085"/>
                        <a:pt x="1084" y="843"/>
                        <a:pt x="1084" y="544"/>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5"/>
        <p:cNvGrpSpPr/>
        <p:nvPr/>
      </p:nvGrpSpPr>
      <p:grpSpPr>
        <a:xfrm>
          <a:off x="0" y="0"/>
          <a:ext cx="0" cy="0"/>
          <a:chOff x="0" y="0"/>
          <a:chExt cx="0" cy="0"/>
        </a:xfrm>
      </p:grpSpPr>
      <p:pic>
        <p:nvPicPr>
          <p:cNvPr id="266" name="Google Shape;266;p6"/>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sp>
        <p:nvSpPr>
          <p:cNvPr id="267" name="Google Shape;267;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grpSp>
        <p:nvGrpSpPr>
          <p:cNvPr id="268" name="Google Shape;268;p6"/>
          <p:cNvGrpSpPr/>
          <p:nvPr/>
        </p:nvGrpSpPr>
        <p:grpSpPr>
          <a:xfrm>
            <a:off x="208675" y="1391800"/>
            <a:ext cx="8828225" cy="3675488"/>
            <a:chOff x="208675" y="1391800"/>
            <a:chExt cx="8828225" cy="3675488"/>
          </a:xfrm>
        </p:grpSpPr>
        <p:grpSp>
          <p:nvGrpSpPr>
            <p:cNvPr id="269" name="Google Shape;269;p6"/>
            <p:cNvGrpSpPr/>
            <p:nvPr/>
          </p:nvGrpSpPr>
          <p:grpSpPr>
            <a:xfrm>
              <a:off x="5759452" y="4221491"/>
              <a:ext cx="3277448" cy="845798"/>
              <a:chOff x="5759452" y="4221491"/>
              <a:chExt cx="3277448" cy="845798"/>
            </a:xfrm>
          </p:grpSpPr>
          <p:sp>
            <p:nvSpPr>
              <p:cNvPr id="270" name="Google Shape;270;p6"/>
              <p:cNvSpPr/>
              <p:nvPr/>
            </p:nvSpPr>
            <p:spPr>
              <a:xfrm flipH="1">
                <a:off x="6079010" y="4527800"/>
                <a:ext cx="2358631" cy="39449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6"/>
              <p:cNvSpPr/>
              <p:nvPr/>
            </p:nvSpPr>
            <p:spPr>
              <a:xfrm>
                <a:off x="8424000" y="4221491"/>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6"/>
              <p:cNvSpPr/>
              <p:nvPr/>
            </p:nvSpPr>
            <p:spPr>
              <a:xfrm>
                <a:off x="5759452" y="474088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 name="Google Shape;273;p6"/>
            <p:cNvGrpSpPr/>
            <p:nvPr/>
          </p:nvGrpSpPr>
          <p:grpSpPr>
            <a:xfrm rot="5400000">
              <a:off x="-258600" y="1859075"/>
              <a:ext cx="1439100" cy="504550"/>
              <a:chOff x="2539675" y="122850"/>
              <a:chExt cx="1439100" cy="504550"/>
            </a:xfrm>
          </p:grpSpPr>
          <p:sp>
            <p:nvSpPr>
              <p:cNvPr id="274" name="Google Shape;274;p6"/>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2539675" y="12285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6" name="Google Shape;276;p6"/>
          <p:cNvGrpSpPr/>
          <p:nvPr/>
        </p:nvGrpSpPr>
        <p:grpSpPr>
          <a:xfrm rot="10800000" flipH="1">
            <a:off x="107271" y="-51901"/>
            <a:ext cx="8958929" cy="5195381"/>
            <a:chOff x="107271" y="-51901"/>
            <a:chExt cx="8958929" cy="5195381"/>
          </a:xfrm>
        </p:grpSpPr>
        <p:grpSp>
          <p:nvGrpSpPr>
            <p:cNvPr id="277" name="Google Shape;277;p6"/>
            <p:cNvGrpSpPr/>
            <p:nvPr/>
          </p:nvGrpSpPr>
          <p:grpSpPr>
            <a:xfrm>
              <a:off x="8555518" y="-51901"/>
              <a:ext cx="510681" cy="1614501"/>
              <a:chOff x="8555518" y="-51901"/>
              <a:chExt cx="510681" cy="1614501"/>
            </a:xfrm>
          </p:grpSpPr>
          <p:sp>
            <p:nvSpPr>
              <p:cNvPr id="278" name="Google Shape;278;p6"/>
              <p:cNvSpPr/>
              <p:nvPr/>
            </p:nvSpPr>
            <p:spPr>
              <a:xfrm rot="5400000">
                <a:off x="8470563" y="373037"/>
                <a:ext cx="1020574" cy="17069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rot="5400000">
                <a:off x="7989565" y="577158"/>
                <a:ext cx="1499216" cy="241097"/>
              </a:xfrm>
              <a:custGeom>
                <a:avLst/>
                <a:gdLst/>
                <a:ahLst/>
                <a:cxnLst/>
                <a:rect l="l" t="t" r="r" b="b"/>
                <a:pathLst>
                  <a:path w="24469" h="3935" extrusionOk="0">
                    <a:moveTo>
                      <a:pt x="20637" y="1"/>
                    </a:moveTo>
                    <a:cubicBezTo>
                      <a:pt x="20596" y="1"/>
                      <a:pt x="20557" y="17"/>
                      <a:pt x="20529" y="47"/>
                    </a:cubicBezTo>
                    <a:lnTo>
                      <a:pt x="16947" y="3627"/>
                    </a:lnTo>
                    <a:lnTo>
                      <a:pt x="6092" y="3627"/>
                    </a:lnTo>
                    <a:lnTo>
                      <a:pt x="4400" y="1936"/>
                    </a:lnTo>
                    <a:cubicBezTo>
                      <a:pt x="4372" y="1907"/>
                      <a:pt x="4332" y="1891"/>
                      <a:pt x="4291" y="1891"/>
                    </a:cubicBezTo>
                    <a:lnTo>
                      <a:pt x="154" y="1891"/>
                    </a:lnTo>
                    <a:cubicBezTo>
                      <a:pt x="69" y="1891"/>
                      <a:pt x="0" y="1959"/>
                      <a:pt x="0" y="2045"/>
                    </a:cubicBezTo>
                    <a:cubicBezTo>
                      <a:pt x="0" y="2130"/>
                      <a:pt x="69" y="2198"/>
                      <a:pt x="154" y="2198"/>
                    </a:cubicBezTo>
                    <a:lnTo>
                      <a:pt x="4227" y="2198"/>
                    </a:lnTo>
                    <a:lnTo>
                      <a:pt x="5919" y="3890"/>
                    </a:lnTo>
                    <a:cubicBezTo>
                      <a:pt x="5949" y="3918"/>
                      <a:pt x="5988" y="3935"/>
                      <a:pt x="6028" y="3935"/>
                    </a:cubicBezTo>
                    <a:lnTo>
                      <a:pt x="17010" y="3935"/>
                    </a:lnTo>
                    <a:cubicBezTo>
                      <a:pt x="17051" y="3935"/>
                      <a:pt x="17090" y="3918"/>
                      <a:pt x="17119" y="3890"/>
                    </a:cubicBezTo>
                    <a:lnTo>
                      <a:pt x="20701" y="308"/>
                    </a:lnTo>
                    <a:lnTo>
                      <a:pt x="24315" y="308"/>
                    </a:lnTo>
                    <a:cubicBezTo>
                      <a:pt x="24400" y="308"/>
                      <a:pt x="24469" y="239"/>
                      <a:pt x="24469" y="154"/>
                    </a:cubicBezTo>
                    <a:cubicBezTo>
                      <a:pt x="24469" y="70"/>
                      <a:pt x="24400" y="1"/>
                      <a:pt x="2431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rot="5400000">
                <a:off x="8856964" y="387949"/>
                <a:ext cx="95949" cy="95949"/>
              </a:xfrm>
              <a:custGeom>
                <a:avLst/>
                <a:gdLst/>
                <a:ahLst/>
                <a:cxnLst/>
                <a:rect l="l" t="t" r="r" b="b"/>
                <a:pathLst>
                  <a:path w="1566" h="1566" extrusionOk="0">
                    <a:moveTo>
                      <a:pt x="783" y="0"/>
                    </a:moveTo>
                    <a:cubicBezTo>
                      <a:pt x="350" y="0"/>
                      <a:pt x="0" y="350"/>
                      <a:pt x="0" y="783"/>
                    </a:cubicBezTo>
                    <a:cubicBezTo>
                      <a:pt x="0" y="1215"/>
                      <a:pt x="350" y="1565"/>
                      <a:pt x="783" y="1565"/>
                    </a:cubicBezTo>
                    <a:cubicBezTo>
                      <a:pt x="1216" y="1565"/>
                      <a:pt x="1566" y="1215"/>
                      <a:pt x="1566" y="783"/>
                    </a:cubicBezTo>
                    <a:cubicBezTo>
                      <a:pt x="1566" y="350"/>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6"/>
              <p:cNvSpPr/>
              <p:nvPr/>
            </p:nvSpPr>
            <p:spPr>
              <a:xfrm rot="5400000">
                <a:off x="8764659" y="295647"/>
                <a:ext cx="280555" cy="280617"/>
              </a:xfrm>
              <a:custGeom>
                <a:avLst/>
                <a:gdLst/>
                <a:ahLst/>
                <a:cxnLst/>
                <a:rect l="l" t="t" r="r" b="b"/>
                <a:pathLst>
                  <a:path w="4579" h="4580" extrusionOk="0">
                    <a:moveTo>
                      <a:pt x="2289" y="155"/>
                    </a:moveTo>
                    <a:cubicBezTo>
                      <a:pt x="3466" y="155"/>
                      <a:pt x="4425" y="1112"/>
                      <a:pt x="4425" y="2290"/>
                    </a:cubicBezTo>
                    <a:cubicBezTo>
                      <a:pt x="4425" y="3467"/>
                      <a:pt x="3466" y="4426"/>
                      <a:pt x="2289" y="4426"/>
                    </a:cubicBezTo>
                    <a:cubicBezTo>
                      <a:pt x="1112" y="4426"/>
                      <a:pt x="154" y="3467"/>
                      <a:pt x="154" y="2290"/>
                    </a:cubicBezTo>
                    <a:cubicBezTo>
                      <a:pt x="154" y="1112"/>
                      <a:pt x="1112" y="155"/>
                      <a:pt x="2289" y="155"/>
                    </a:cubicBezTo>
                    <a:close/>
                    <a:moveTo>
                      <a:pt x="2289" y="1"/>
                    </a:moveTo>
                    <a:cubicBezTo>
                      <a:pt x="1026" y="1"/>
                      <a:pt x="0" y="1028"/>
                      <a:pt x="0" y="2290"/>
                    </a:cubicBezTo>
                    <a:cubicBezTo>
                      <a:pt x="0" y="3552"/>
                      <a:pt x="1026" y="4580"/>
                      <a:pt x="2289" y="4580"/>
                    </a:cubicBezTo>
                    <a:cubicBezTo>
                      <a:pt x="3552" y="4580"/>
                      <a:pt x="4579" y="3552"/>
                      <a:pt x="4579" y="2290"/>
                    </a:cubicBezTo>
                    <a:cubicBezTo>
                      <a:pt x="4579" y="1028"/>
                      <a:pt x="3552" y="1"/>
                      <a:pt x="228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p:nvPr/>
            </p:nvSpPr>
            <p:spPr>
              <a:xfrm rot="5400000">
                <a:off x="8802250" y="1171640"/>
                <a:ext cx="96010" cy="96010"/>
              </a:xfrm>
              <a:custGeom>
                <a:avLst/>
                <a:gdLst/>
                <a:ahLst/>
                <a:cxnLst/>
                <a:rect l="l" t="t" r="r" b="b"/>
                <a:pathLst>
                  <a:path w="1567" h="1567" extrusionOk="0">
                    <a:moveTo>
                      <a:pt x="784" y="1"/>
                    </a:moveTo>
                    <a:cubicBezTo>
                      <a:pt x="352" y="1"/>
                      <a:pt x="1" y="352"/>
                      <a:pt x="1" y="783"/>
                    </a:cubicBezTo>
                    <a:cubicBezTo>
                      <a:pt x="1" y="1216"/>
                      <a:pt x="352" y="1567"/>
                      <a:pt x="784" y="1567"/>
                    </a:cubicBezTo>
                    <a:cubicBezTo>
                      <a:pt x="1216" y="1567"/>
                      <a:pt x="1567" y="1216"/>
                      <a:pt x="1567" y="783"/>
                    </a:cubicBezTo>
                    <a:cubicBezTo>
                      <a:pt x="1567" y="352"/>
                      <a:pt x="1216"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rot="5400000">
                <a:off x="8709915" y="1079369"/>
                <a:ext cx="280617" cy="280617"/>
              </a:xfrm>
              <a:custGeom>
                <a:avLst/>
                <a:gdLst/>
                <a:ahLst/>
                <a:cxnLst/>
                <a:rect l="l" t="t" r="r" b="b"/>
                <a:pathLst>
                  <a:path w="4580" h="4580" extrusionOk="0">
                    <a:moveTo>
                      <a:pt x="2290" y="154"/>
                    </a:moveTo>
                    <a:cubicBezTo>
                      <a:pt x="3468" y="154"/>
                      <a:pt x="4425" y="1112"/>
                      <a:pt x="4425" y="2289"/>
                    </a:cubicBezTo>
                    <a:cubicBezTo>
                      <a:pt x="4425" y="3468"/>
                      <a:pt x="3468" y="4425"/>
                      <a:pt x="2290" y="4425"/>
                    </a:cubicBezTo>
                    <a:cubicBezTo>
                      <a:pt x="1113" y="4425"/>
                      <a:pt x="154" y="3468"/>
                      <a:pt x="154" y="2289"/>
                    </a:cubicBezTo>
                    <a:cubicBezTo>
                      <a:pt x="154" y="1112"/>
                      <a:pt x="1113" y="154"/>
                      <a:pt x="2290" y="154"/>
                    </a:cubicBezTo>
                    <a:close/>
                    <a:moveTo>
                      <a:pt x="2290" y="1"/>
                    </a:moveTo>
                    <a:cubicBezTo>
                      <a:pt x="1028" y="1"/>
                      <a:pt x="0" y="1028"/>
                      <a:pt x="0" y="2289"/>
                    </a:cubicBezTo>
                    <a:cubicBezTo>
                      <a:pt x="0" y="3552"/>
                      <a:pt x="1028" y="4579"/>
                      <a:pt x="2290" y="4579"/>
                    </a:cubicBezTo>
                    <a:cubicBezTo>
                      <a:pt x="3553" y="4579"/>
                      <a:pt x="4579" y="3552"/>
                      <a:pt x="4579" y="2289"/>
                    </a:cubicBezTo>
                    <a:cubicBezTo>
                      <a:pt x="4579" y="1028"/>
                      <a:pt x="3552"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rot="5400000">
                <a:off x="8555518" y="748211"/>
                <a:ext cx="145087" cy="145087"/>
              </a:xfrm>
              <a:custGeom>
                <a:avLst/>
                <a:gdLst/>
                <a:ahLst/>
                <a:cxnLst/>
                <a:rect l="l" t="t" r="r" b="b"/>
                <a:pathLst>
                  <a:path w="2368" h="2368" extrusionOk="0">
                    <a:moveTo>
                      <a:pt x="1184" y="154"/>
                    </a:moveTo>
                    <a:cubicBezTo>
                      <a:pt x="1751" y="154"/>
                      <a:pt x="2214" y="617"/>
                      <a:pt x="2214" y="1184"/>
                    </a:cubicBezTo>
                    <a:cubicBezTo>
                      <a:pt x="2214" y="1752"/>
                      <a:pt x="1751" y="2214"/>
                      <a:pt x="1184" y="2214"/>
                    </a:cubicBezTo>
                    <a:cubicBezTo>
                      <a:pt x="616" y="2214"/>
                      <a:pt x="155" y="1752"/>
                      <a:pt x="155" y="1184"/>
                    </a:cubicBezTo>
                    <a:cubicBezTo>
                      <a:pt x="155" y="617"/>
                      <a:pt x="616" y="154"/>
                      <a:pt x="1184" y="154"/>
                    </a:cubicBezTo>
                    <a:close/>
                    <a:moveTo>
                      <a:pt x="1184" y="1"/>
                    </a:moveTo>
                    <a:cubicBezTo>
                      <a:pt x="531" y="1"/>
                      <a:pt x="1" y="532"/>
                      <a:pt x="1" y="1184"/>
                    </a:cubicBezTo>
                    <a:cubicBezTo>
                      <a:pt x="1" y="1837"/>
                      <a:pt x="531" y="2368"/>
                      <a:pt x="1184" y="2368"/>
                    </a:cubicBezTo>
                    <a:cubicBezTo>
                      <a:pt x="1836" y="2368"/>
                      <a:pt x="2367" y="1837"/>
                      <a:pt x="2367" y="1184"/>
                    </a:cubicBezTo>
                    <a:cubicBezTo>
                      <a:pt x="2367" y="532"/>
                      <a:pt x="1836" y="1"/>
                      <a:pt x="118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p:nvPr/>
            </p:nvSpPr>
            <p:spPr>
              <a:xfrm rot="5400000">
                <a:off x="8829085" y="883431"/>
                <a:ext cx="151643" cy="151643"/>
              </a:xfrm>
              <a:custGeom>
                <a:avLst/>
                <a:gdLst/>
                <a:ahLst/>
                <a:cxnLst/>
                <a:rect l="l" t="t" r="r" b="b"/>
                <a:pathLst>
                  <a:path w="2475" h="2475" extrusionOk="0">
                    <a:moveTo>
                      <a:pt x="1237" y="0"/>
                    </a:moveTo>
                    <a:cubicBezTo>
                      <a:pt x="554" y="0"/>
                      <a:pt x="1" y="553"/>
                      <a:pt x="1" y="1237"/>
                    </a:cubicBezTo>
                    <a:cubicBezTo>
                      <a:pt x="1" y="1920"/>
                      <a:pt x="554" y="2474"/>
                      <a:pt x="1237" y="2474"/>
                    </a:cubicBezTo>
                    <a:cubicBezTo>
                      <a:pt x="1922" y="2474"/>
                      <a:pt x="2475" y="1920"/>
                      <a:pt x="2475" y="1237"/>
                    </a:cubicBezTo>
                    <a:cubicBezTo>
                      <a:pt x="2475" y="553"/>
                      <a:pt x="1922" y="0"/>
                      <a:pt x="1237"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6"/>
              <p:cNvSpPr/>
              <p:nvPr/>
            </p:nvSpPr>
            <p:spPr>
              <a:xfrm rot="5400000">
                <a:off x="8873016" y="927300"/>
                <a:ext cx="63843" cy="63966"/>
              </a:xfrm>
              <a:custGeom>
                <a:avLst/>
                <a:gdLst/>
                <a:ahLst/>
                <a:cxnLst/>
                <a:rect l="l" t="t" r="r" b="b"/>
                <a:pathLst>
                  <a:path w="1042" h="1044" extrusionOk="0">
                    <a:moveTo>
                      <a:pt x="520" y="0"/>
                    </a:moveTo>
                    <a:cubicBezTo>
                      <a:pt x="233" y="0"/>
                      <a:pt x="0" y="234"/>
                      <a:pt x="0" y="522"/>
                    </a:cubicBezTo>
                    <a:cubicBezTo>
                      <a:pt x="0" y="810"/>
                      <a:pt x="233" y="1043"/>
                      <a:pt x="520" y="1043"/>
                    </a:cubicBezTo>
                    <a:cubicBezTo>
                      <a:pt x="809" y="1043"/>
                      <a:pt x="1042" y="810"/>
                      <a:pt x="1042" y="522"/>
                    </a:cubicBezTo>
                    <a:cubicBezTo>
                      <a:pt x="1042" y="234"/>
                      <a:pt x="809" y="0"/>
                      <a:pt x="5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rot="5400000">
                <a:off x="8774433" y="1410957"/>
                <a:ext cx="151643" cy="151643"/>
              </a:xfrm>
              <a:custGeom>
                <a:avLst/>
                <a:gdLst/>
                <a:ahLst/>
                <a:cxnLst/>
                <a:rect l="l" t="t" r="r" b="b"/>
                <a:pathLst>
                  <a:path w="2475" h="2475" extrusionOk="0">
                    <a:moveTo>
                      <a:pt x="1238" y="1"/>
                    </a:moveTo>
                    <a:cubicBezTo>
                      <a:pt x="555" y="1"/>
                      <a:pt x="0" y="554"/>
                      <a:pt x="0" y="1237"/>
                    </a:cubicBezTo>
                    <a:cubicBezTo>
                      <a:pt x="0" y="1921"/>
                      <a:pt x="555" y="2475"/>
                      <a:pt x="1238" y="2475"/>
                    </a:cubicBezTo>
                    <a:cubicBezTo>
                      <a:pt x="1922" y="2475"/>
                      <a:pt x="2475" y="1921"/>
                      <a:pt x="2475" y="1237"/>
                    </a:cubicBezTo>
                    <a:cubicBezTo>
                      <a:pt x="2475" y="554"/>
                      <a:pt x="1922" y="1"/>
                      <a:pt x="1238"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rot="5400000">
                <a:off x="8818272" y="1454856"/>
                <a:ext cx="63905" cy="63843"/>
              </a:xfrm>
              <a:custGeom>
                <a:avLst/>
                <a:gdLst/>
                <a:ahLst/>
                <a:cxnLst/>
                <a:rect l="l" t="t" r="r" b="b"/>
                <a:pathLst>
                  <a:path w="1043" h="1042" extrusionOk="0">
                    <a:moveTo>
                      <a:pt x="522" y="0"/>
                    </a:moveTo>
                    <a:cubicBezTo>
                      <a:pt x="234" y="0"/>
                      <a:pt x="1" y="233"/>
                      <a:pt x="1" y="520"/>
                    </a:cubicBezTo>
                    <a:cubicBezTo>
                      <a:pt x="1" y="809"/>
                      <a:pt x="234" y="1042"/>
                      <a:pt x="522" y="1042"/>
                    </a:cubicBezTo>
                    <a:cubicBezTo>
                      <a:pt x="809" y="1042"/>
                      <a:pt x="1042" y="809"/>
                      <a:pt x="1042" y="520"/>
                    </a:cubicBezTo>
                    <a:cubicBezTo>
                      <a:pt x="1042" y="233"/>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6"/>
            <p:cNvGrpSpPr/>
            <p:nvPr/>
          </p:nvGrpSpPr>
          <p:grpSpPr>
            <a:xfrm>
              <a:off x="107271" y="3767598"/>
              <a:ext cx="419518" cy="1375882"/>
              <a:chOff x="107271" y="3767598"/>
              <a:chExt cx="419518" cy="1375882"/>
            </a:xfrm>
          </p:grpSpPr>
          <p:sp>
            <p:nvSpPr>
              <p:cNvPr id="290" name="Google Shape;290;p6"/>
              <p:cNvSpPr/>
              <p:nvPr/>
            </p:nvSpPr>
            <p:spPr>
              <a:xfrm>
                <a:off x="326305" y="4019527"/>
                <a:ext cx="200484" cy="1123953"/>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430016" y="4058976"/>
                <a:ext cx="57383" cy="57383"/>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154150" y="4343260"/>
                <a:ext cx="147227" cy="800175"/>
              </a:xfrm>
              <a:custGeom>
                <a:avLst/>
                <a:gdLst/>
                <a:ahLst/>
                <a:cxnLst/>
                <a:rect l="l" t="t" r="r" b="b"/>
                <a:pathLst>
                  <a:path w="2676" h="14544" extrusionOk="0">
                    <a:moveTo>
                      <a:pt x="1438" y="0"/>
                    </a:moveTo>
                    <a:cubicBezTo>
                      <a:pt x="755" y="0"/>
                      <a:pt x="200" y="555"/>
                      <a:pt x="200" y="1238"/>
                    </a:cubicBezTo>
                    <a:cubicBezTo>
                      <a:pt x="200" y="1525"/>
                      <a:pt x="302" y="1786"/>
                      <a:pt x="466" y="1996"/>
                    </a:cubicBezTo>
                    <a:lnTo>
                      <a:pt x="45" y="2417"/>
                    </a:lnTo>
                    <a:cubicBezTo>
                      <a:pt x="17" y="2445"/>
                      <a:pt x="1" y="2484"/>
                      <a:pt x="1" y="2526"/>
                    </a:cubicBezTo>
                    <a:lnTo>
                      <a:pt x="1" y="8856"/>
                    </a:lnTo>
                    <a:cubicBezTo>
                      <a:pt x="1" y="8896"/>
                      <a:pt x="17" y="8935"/>
                      <a:pt x="45" y="8965"/>
                    </a:cubicBezTo>
                    <a:lnTo>
                      <a:pt x="1990" y="10908"/>
                    </a:lnTo>
                    <a:lnTo>
                      <a:pt x="1990" y="14390"/>
                    </a:lnTo>
                    <a:cubicBezTo>
                      <a:pt x="1990" y="14475"/>
                      <a:pt x="2059" y="14544"/>
                      <a:pt x="2144" y="14544"/>
                    </a:cubicBezTo>
                    <a:cubicBezTo>
                      <a:pt x="2229" y="14544"/>
                      <a:pt x="2297" y="14475"/>
                      <a:pt x="2297" y="14390"/>
                    </a:cubicBezTo>
                    <a:lnTo>
                      <a:pt x="2297" y="10846"/>
                    </a:lnTo>
                    <a:cubicBezTo>
                      <a:pt x="2297" y="10804"/>
                      <a:pt x="2281" y="10765"/>
                      <a:pt x="2253" y="10737"/>
                    </a:cubicBezTo>
                    <a:lnTo>
                      <a:pt x="308" y="8792"/>
                    </a:lnTo>
                    <a:lnTo>
                      <a:pt x="308" y="2589"/>
                    </a:lnTo>
                    <a:lnTo>
                      <a:pt x="684" y="2213"/>
                    </a:lnTo>
                    <a:lnTo>
                      <a:pt x="685" y="2213"/>
                    </a:lnTo>
                    <a:cubicBezTo>
                      <a:pt x="894" y="2375"/>
                      <a:pt x="1153" y="2475"/>
                      <a:pt x="1438" y="2475"/>
                    </a:cubicBezTo>
                    <a:cubicBezTo>
                      <a:pt x="2121" y="2475"/>
                      <a:pt x="2676" y="1921"/>
                      <a:pt x="2676" y="1238"/>
                    </a:cubicBezTo>
                    <a:cubicBezTo>
                      <a:pt x="2676" y="555"/>
                      <a:pt x="2121" y="0"/>
                      <a:pt x="143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6"/>
              <p:cNvSpPr/>
              <p:nvPr/>
            </p:nvSpPr>
            <p:spPr>
              <a:xfrm>
                <a:off x="204547" y="4382654"/>
                <a:ext cx="57438" cy="57438"/>
              </a:xfrm>
              <a:custGeom>
                <a:avLst/>
                <a:gdLst/>
                <a:ahLst/>
                <a:cxnLst/>
                <a:rect l="l" t="t" r="r" b="b"/>
                <a:pathLst>
                  <a:path w="1044" h="1044" extrusionOk="0">
                    <a:moveTo>
                      <a:pt x="522" y="1"/>
                    </a:moveTo>
                    <a:cubicBezTo>
                      <a:pt x="235" y="1"/>
                      <a:pt x="1" y="234"/>
                      <a:pt x="1" y="522"/>
                    </a:cubicBezTo>
                    <a:cubicBezTo>
                      <a:pt x="1" y="809"/>
                      <a:pt x="235" y="1044"/>
                      <a:pt x="522" y="1044"/>
                    </a:cubicBezTo>
                    <a:cubicBezTo>
                      <a:pt x="809" y="1044"/>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6"/>
              <p:cNvSpPr/>
              <p:nvPr/>
            </p:nvSpPr>
            <p:spPr>
              <a:xfrm>
                <a:off x="190185" y="3850456"/>
                <a:ext cx="86157" cy="86212"/>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107271" y="3767598"/>
                <a:ext cx="251980" cy="251925"/>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6" name="Google Shape;296;p6"/>
          <p:cNvGrpSpPr/>
          <p:nvPr/>
        </p:nvGrpSpPr>
        <p:grpSpPr>
          <a:xfrm>
            <a:off x="302292" y="210862"/>
            <a:ext cx="8280548" cy="4769581"/>
            <a:chOff x="302292" y="210862"/>
            <a:chExt cx="8280548" cy="4769581"/>
          </a:xfrm>
        </p:grpSpPr>
        <p:grpSp>
          <p:nvGrpSpPr>
            <p:cNvPr id="297" name="Google Shape;297;p6"/>
            <p:cNvGrpSpPr/>
            <p:nvPr/>
          </p:nvGrpSpPr>
          <p:grpSpPr>
            <a:xfrm rot="10800000" flipH="1">
              <a:off x="551729" y="210862"/>
              <a:ext cx="248519" cy="248575"/>
              <a:chOff x="800679" y="4236193"/>
              <a:chExt cx="248519" cy="248575"/>
            </a:xfrm>
          </p:grpSpPr>
          <p:sp>
            <p:nvSpPr>
              <p:cNvPr id="298" name="Google Shape;298;p6"/>
              <p:cNvSpPr/>
              <p:nvPr/>
            </p:nvSpPr>
            <p:spPr>
              <a:xfrm>
                <a:off x="800679" y="4236193"/>
                <a:ext cx="59694" cy="59694"/>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6"/>
              <p:cNvSpPr/>
              <p:nvPr/>
            </p:nvSpPr>
            <p:spPr>
              <a:xfrm>
                <a:off x="896413" y="4331926"/>
                <a:ext cx="59694" cy="59694"/>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989505" y="4425073"/>
                <a:ext cx="59694" cy="59694"/>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 name="Google Shape;301;p6"/>
            <p:cNvGrpSpPr/>
            <p:nvPr/>
          </p:nvGrpSpPr>
          <p:grpSpPr>
            <a:xfrm rot="10800000" flipH="1">
              <a:off x="302292" y="1323987"/>
              <a:ext cx="248519" cy="248575"/>
              <a:chOff x="800679" y="4236193"/>
              <a:chExt cx="248519" cy="248575"/>
            </a:xfrm>
          </p:grpSpPr>
          <p:sp>
            <p:nvSpPr>
              <p:cNvPr id="302" name="Google Shape;302;p6"/>
              <p:cNvSpPr/>
              <p:nvPr/>
            </p:nvSpPr>
            <p:spPr>
              <a:xfrm>
                <a:off x="800679" y="4236193"/>
                <a:ext cx="59694" cy="59694"/>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6"/>
              <p:cNvSpPr/>
              <p:nvPr/>
            </p:nvSpPr>
            <p:spPr>
              <a:xfrm>
                <a:off x="896413" y="4331926"/>
                <a:ext cx="59694" cy="59694"/>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989505" y="4425073"/>
                <a:ext cx="59694" cy="59694"/>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 name="Google Shape;305;p6"/>
            <p:cNvGrpSpPr/>
            <p:nvPr/>
          </p:nvGrpSpPr>
          <p:grpSpPr>
            <a:xfrm rot="10800000" flipH="1">
              <a:off x="8409692" y="4807356"/>
              <a:ext cx="173148" cy="173086"/>
              <a:chOff x="8409692" y="111137"/>
              <a:chExt cx="173148" cy="173086"/>
            </a:xfrm>
          </p:grpSpPr>
          <p:sp>
            <p:nvSpPr>
              <p:cNvPr id="306" name="Google Shape;306;p6"/>
              <p:cNvSpPr/>
              <p:nvPr/>
            </p:nvSpPr>
            <p:spPr>
              <a:xfrm rot="5400000">
                <a:off x="8409692" y="217745"/>
                <a:ext cx="66478" cy="66478"/>
              </a:xfrm>
              <a:custGeom>
                <a:avLst/>
                <a:gdLst/>
                <a:ahLst/>
                <a:cxnLst/>
                <a:rect l="l" t="t" r="r" b="b"/>
                <a:pathLst>
                  <a:path w="1085" h="1085" extrusionOk="0">
                    <a:moveTo>
                      <a:pt x="543" y="0"/>
                    </a:moveTo>
                    <a:cubicBezTo>
                      <a:pt x="243" y="0"/>
                      <a:pt x="0" y="242"/>
                      <a:pt x="0" y="541"/>
                    </a:cubicBezTo>
                    <a:cubicBezTo>
                      <a:pt x="0" y="842"/>
                      <a:pt x="243" y="1084"/>
                      <a:pt x="543" y="1084"/>
                    </a:cubicBezTo>
                    <a:cubicBezTo>
                      <a:pt x="842" y="1084"/>
                      <a:pt x="1084" y="842"/>
                      <a:pt x="1084" y="541"/>
                    </a:cubicBezTo>
                    <a:cubicBezTo>
                      <a:pt x="1084"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6"/>
              <p:cNvSpPr/>
              <p:nvPr/>
            </p:nvSpPr>
            <p:spPr>
              <a:xfrm rot="5400000">
                <a:off x="8516362" y="111137"/>
                <a:ext cx="66478" cy="66478"/>
              </a:xfrm>
              <a:custGeom>
                <a:avLst/>
                <a:gdLst/>
                <a:ahLst/>
                <a:cxnLst/>
                <a:rect l="l" t="t" r="r" b="b"/>
                <a:pathLst>
                  <a:path w="1085" h="1085" extrusionOk="0">
                    <a:moveTo>
                      <a:pt x="543" y="1"/>
                    </a:moveTo>
                    <a:cubicBezTo>
                      <a:pt x="242" y="1"/>
                      <a:pt x="0" y="243"/>
                      <a:pt x="0" y="544"/>
                    </a:cubicBezTo>
                    <a:cubicBezTo>
                      <a:pt x="0" y="843"/>
                      <a:pt x="242" y="1085"/>
                      <a:pt x="543" y="1085"/>
                    </a:cubicBezTo>
                    <a:cubicBezTo>
                      <a:pt x="842" y="1085"/>
                      <a:pt x="1084" y="843"/>
                      <a:pt x="1084" y="544"/>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8"/>
        <p:cNvGrpSpPr/>
        <p:nvPr/>
      </p:nvGrpSpPr>
      <p:grpSpPr>
        <a:xfrm>
          <a:off x="0" y="0"/>
          <a:ext cx="0" cy="0"/>
          <a:chOff x="0" y="0"/>
          <a:chExt cx="0" cy="0"/>
        </a:xfrm>
      </p:grpSpPr>
      <p:pic>
        <p:nvPicPr>
          <p:cNvPr id="309" name="Google Shape;309;p7"/>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sp>
        <p:nvSpPr>
          <p:cNvPr id="310" name="Google Shape;310;p7"/>
          <p:cNvSpPr txBox="1">
            <a:spLocks noGrp="1"/>
          </p:cNvSpPr>
          <p:nvPr>
            <p:ph type="title"/>
          </p:nvPr>
        </p:nvSpPr>
        <p:spPr>
          <a:xfrm>
            <a:off x="2363850" y="931138"/>
            <a:ext cx="4416300" cy="10968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311" name="Google Shape;311;p7"/>
          <p:cNvSpPr txBox="1">
            <a:spLocks noGrp="1"/>
          </p:cNvSpPr>
          <p:nvPr>
            <p:ph type="subTitle" idx="1"/>
          </p:nvPr>
        </p:nvSpPr>
        <p:spPr>
          <a:xfrm>
            <a:off x="2363850" y="2214638"/>
            <a:ext cx="4416300" cy="199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grpSp>
        <p:nvGrpSpPr>
          <p:cNvPr id="312" name="Google Shape;312;p7"/>
          <p:cNvGrpSpPr/>
          <p:nvPr/>
        </p:nvGrpSpPr>
        <p:grpSpPr>
          <a:xfrm>
            <a:off x="125975" y="144526"/>
            <a:ext cx="8896725" cy="4865467"/>
            <a:chOff x="125975" y="144526"/>
            <a:chExt cx="8896725" cy="4865467"/>
          </a:xfrm>
        </p:grpSpPr>
        <p:grpSp>
          <p:nvGrpSpPr>
            <p:cNvPr id="313" name="Google Shape;313;p7"/>
            <p:cNvGrpSpPr/>
            <p:nvPr/>
          </p:nvGrpSpPr>
          <p:grpSpPr>
            <a:xfrm rot="5400000">
              <a:off x="-556687" y="2621153"/>
              <a:ext cx="2364025" cy="175800"/>
              <a:chOff x="2539675" y="451600"/>
              <a:chExt cx="2364025" cy="175800"/>
            </a:xfrm>
          </p:grpSpPr>
          <p:sp>
            <p:nvSpPr>
              <p:cNvPr id="314" name="Google Shape;314;p7"/>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4223000" y="45160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316;p7"/>
            <p:cNvGrpSpPr/>
            <p:nvPr/>
          </p:nvGrpSpPr>
          <p:grpSpPr>
            <a:xfrm>
              <a:off x="125975" y="144526"/>
              <a:ext cx="2192631" cy="1094740"/>
              <a:chOff x="100325" y="87310"/>
              <a:chExt cx="2192631" cy="1094740"/>
            </a:xfrm>
          </p:grpSpPr>
          <p:sp>
            <p:nvSpPr>
              <p:cNvPr id="317" name="Google Shape;317;p7"/>
              <p:cNvSpPr/>
              <p:nvPr/>
            </p:nvSpPr>
            <p:spPr>
              <a:xfrm>
                <a:off x="243516" y="71263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7"/>
              <p:cNvSpPr/>
              <p:nvPr/>
            </p:nvSpPr>
            <p:spPr>
              <a:xfrm>
                <a:off x="100325" y="569450"/>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1875956" y="87310"/>
                <a:ext cx="417000" cy="4167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rot="-5400000">
                <a:off x="1071144" y="-175877"/>
                <a:ext cx="326396" cy="1296862"/>
              </a:xfrm>
              <a:custGeom>
                <a:avLst/>
                <a:gdLst/>
                <a:ahLst/>
                <a:cxnLst/>
                <a:rect l="l" t="t" r="r" b="b"/>
                <a:pathLst>
                  <a:path w="3704" h="14717" extrusionOk="0">
                    <a:moveTo>
                      <a:pt x="218" y="1"/>
                    </a:moveTo>
                    <a:cubicBezTo>
                      <a:pt x="168" y="1"/>
                      <a:pt x="117" y="20"/>
                      <a:pt x="79" y="59"/>
                    </a:cubicBezTo>
                    <a:cubicBezTo>
                      <a:pt x="1" y="136"/>
                      <a:pt x="1" y="261"/>
                      <a:pt x="79" y="338"/>
                    </a:cubicBezTo>
                    <a:lnTo>
                      <a:pt x="3308" y="3569"/>
                    </a:lnTo>
                    <a:lnTo>
                      <a:pt x="3308" y="14518"/>
                    </a:lnTo>
                    <a:cubicBezTo>
                      <a:pt x="3308" y="14628"/>
                      <a:pt x="3397" y="14717"/>
                      <a:pt x="3506" y="14717"/>
                    </a:cubicBezTo>
                    <a:cubicBezTo>
                      <a:pt x="3616" y="14717"/>
                      <a:pt x="3703" y="14628"/>
                      <a:pt x="3703" y="14518"/>
                    </a:cubicBezTo>
                    <a:lnTo>
                      <a:pt x="3703" y="3486"/>
                    </a:lnTo>
                    <a:cubicBezTo>
                      <a:pt x="3703" y="3434"/>
                      <a:pt x="3683" y="3383"/>
                      <a:pt x="3645" y="3347"/>
                    </a:cubicBezTo>
                    <a:lnTo>
                      <a:pt x="358" y="59"/>
                    </a:lnTo>
                    <a:cubicBezTo>
                      <a:pt x="319" y="20"/>
                      <a:pt x="269" y="1"/>
                      <a:pt x="218"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 name="Google Shape;321;p7"/>
            <p:cNvGrpSpPr/>
            <p:nvPr/>
          </p:nvGrpSpPr>
          <p:grpSpPr>
            <a:xfrm>
              <a:off x="4450550" y="2216435"/>
              <a:ext cx="4572150" cy="2793557"/>
              <a:chOff x="4471525" y="2227283"/>
              <a:chExt cx="4572150" cy="2793557"/>
            </a:xfrm>
          </p:grpSpPr>
          <p:sp>
            <p:nvSpPr>
              <p:cNvPr id="322" name="Google Shape;322;p7"/>
              <p:cNvSpPr/>
              <p:nvPr/>
            </p:nvSpPr>
            <p:spPr>
              <a:xfrm>
                <a:off x="6335737" y="46040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3" name="Google Shape;323;p7"/>
              <p:cNvGrpSpPr/>
              <p:nvPr/>
            </p:nvGrpSpPr>
            <p:grpSpPr>
              <a:xfrm>
                <a:off x="4471525" y="4603950"/>
                <a:ext cx="1344400" cy="271200"/>
                <a:chOff x="3686625" y="4603950"/>
                <a:chExt cx="1344400" cy="271200"/>
              </a:xfrm>
            </p:grpSpPr>
            <p:sp>
              <p:nvSpPr>
                <p:cNvPr id="324" name="Google Shape;324;p7"/>
                <p:cNvSpPr/>
                <p:nvPr/>
              </p:nvSpPr>
              <p:spPr>
                <a:xfrm rot="-5400000">
                  <a:off x="36389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rot="-5400000">
                  <a:off x="39310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rot="-5400000">
                  <a:off x="42232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7"/>
                <p:cNvSpPr/>
                <p:nvPr/>
              </p:nvSpPr>
              <p:spPr>
                <a:xfrm rot="-5400000">
                  <a:off x="45153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7"/>
                <p:cNvSpPr/>
                <p:nvPr/>
              </p:nvSpPr>
              <p:spPr>
                <a:xfrm rot="-5400000">
                  <a:off x="48075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 name="Google Shape;329;p7"/>
              <p:cNvGrpSpPr/>
              <p:nvPr/>
            </p:nvGrpSpPr>
            <p:grpSpPr>
              <a:xfrm>
                <a:off x="8288554" y="2227283"/>
                <a:ext cx="755121" cy="2793557"/>
                <a:chOff x="8288554" y="2227283"/>
                <a:chExt cx="755121" cy="2793557"/>
              </a:xfrm>
            </p:grpSpPr>
            <p:sp>
              <p:nvSpPr>
                <p:cNvPr id="330" name="Google Shape;330;p7"/>
                <p:cNvSpPr/>
                <p:nvPr/>
              </p:nvSpPr>
              <p:spPr>
                <a:xfrm>
                  <a:off x="8430775" y="4408241"/>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7"/>
                <p:cNvSpPr/>
                <p:nvPr/>
              </p:nvSpPr>
              <p:spPr>
                <a:xfrm>
                  <a:off x="8288554" y="2227283"/>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7"/>
                <p:cNvSpPr/>
                <p:nvPr/>
              </p:nvSpPr>
              <p:spPr>
                <a:xfrm rot="5400000" flipH="1">
                  <a:off x="7659889" y="3324723"/>
                  <a:ext cx="1868166" cy="312450"/>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33" name="Google Shape;333;p7"/>
          <p:cNvGrpSpPr/>
          <p:nvPr/>
        </p:nvGrpSpPr>
        <p:grpSpPr>
          <a:xfrm>
            <a:off x="309177" y="5"/>
            <a:ext cx="8525262" cy="5285363"/>
            <a:chOff x="309177" y="5"/>
            <a:chExt cx="8525262" cy="5285363"/>
          </a:xfrm>
        </p:grpSpPr>
        <p:grpSp>
          <p:nvGrpSpPr>
            <p:cNvPr id="334" name="Google Shape;334;p7"/>
            <p:cNvGrpSpPr/>
            <p:nvPr/>
          </p:nvGrpSpPr>
          <p:grpSpPr>
            <a:xfrm>
              <a:off x="6286778" y="4101548"/>
              <a:ext cx="2547661" cy="1183819"/>
              <a:chOff x="6286778" y="4101548"/>
              <a:chExt cx="2547661" cy="1183819"/>
            </a:xfrm>
          </p:grpSpPr>
          <p:sp>
            <p:nvSpPr>
              <p:cNvPr id="335" name="Google Shape;335;p7"/>
              <p:cNvSpPr/>
              <p:nvPr/>
            </p:nvSpPr>
            <p:spPr>
              <a:xfrm>
                <a:off x="7734117" y="4747506"/>
                <a:ext cx="92712" cy="537861"/>
              </a:xfrm>
              <a:custGeom>
                <a:avLst/>
                <a:gdLst/>
                <a:ahLst/>
                <a:cxnLst/>
                <a:rect l="l" t="t" r="r" b="b"/>
                <a:pathLst>
                  <a:path w="1793" h="10402" extrusionOk="0">
                    <a:moveTo>
                      <a:pt x="1639" y="10402"/>
                    </a:moveTo>
                    <a:cubicBezTo>
                      <a:pt x="1554" y="10402"/>
                      <a:pt x="1485" y="10333"/>
                      <a:pt x="1485" y="10248"/>
                    </a:cubicBezTo>
                    <a:lnTo>
                      <a:pt x="1485" y="1703"/>
                    </a:lnTo>
                    <a:lnTo>
                      <a:pt x="61" y="279"/>
                    </a:lnTo>
                    <a:cubicBezTo>
                      <a:pt x="1" y="218"/>
                      <a:pt x="1" y="121"/>
                      <a:pt x="61" y="61"/>
                    </a:cubicBezTo>
                    <a:cubicBezTo>
                      <a:pt x="121" y="1"/>
                      <a:pt x="218" y="1"/>
                      <a:pt x="278" y="61"/>
                    </a:cubicBezTo>
                    <a:lnTo>
                      <a:pt x="1748" y="1531"/>
                    </a:lnTo>
                    <a:cubicBezTo>
                      <a:pt x="1776" y="1559"/>
                      <a:pt x="1793" y="1598"/>
                      <a:pt x="1793" y="1639"/>
                    </a:cubicBezTo>
                    <a:lnTo>
                      <a:pt x="1793" y="10248"/>
                    </a:lnTo>
                    <a:cubicBezTo>
                      <a:pt x="1793" y="10333"/>
                      <a:pt x="1724" y="10402"/>
                      <a:pt x="1639" y="10402"/>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7"/>
              <p:cNvSpPr/>
              <p:nvPr/>
            </p:nvSpPr>
            <p:spPr>
              <a:xfrm>
                <a:off x="8454376" y="4597342"/>
                <a:ext cx="185061" cy="688020"/>
              </a:xfrm>
              <a:custGeom>
                <a:avLst/>
                <a:gdLst/>
                <a:ahLst/>
                <a:cxnLst/>
                <a:rect l="l" t="t" r="r" b="b"/>
                <a:pathLst>
                  <a:path w="3579" h="13306" extrusionOk="0">
                    <a:moveTo>
                      <a:pt x="2341" y="0"/>
                    </a:moveTo>
                    <a:cubicBezTo>
                      <a:pt x="1657" y="0"/>
                      <a:pt x="1104" y="555"/>
                      <a:pt x="1104" y="1237"/>
                    </a:cubicBezTo>
                    <a:cubicBezTo>
                      <a:pt x="1104" y="1875"/>
                      <a:pt x="1588" y="2393"/>
                      <a:pt x="2206" y="2462"/>
                    </a:cubicBezTo>
                    <a:lnTo>
                      <a:pt x="2206" y="5094"/>
                    </a:lnTo>
                    <a:lnTo>
                      <a:pt x="45" y="7256"/>
                    </a:lnTo>
                    <a:cubicBezTo>
                      <a:pt x="17" y="7285"/>
                      <a:pt x="0" y="7324"/>
                      <a:pt x="0" y="7365"/>
                    </a:cubicBezTo>
                    <a:lnTo>
                      <a:pt x="0" y="13152"/>
                    </a:lnTo>
                    <a:cubicBezTo>
                      <a:pt x="0" y="13237"/>
                      <a:pt x="69" y="13306"/>
                      <a:pt x="154" y="13306"/>
                    </a:cubicBezTo>
                    <a:cubicBezTo>
                      <a:pt x="239" y="13306"/>
                      <a:pt x="307" y="13237"/>
                      <a:pt x="307" y="13152"/>
                    </a:cubicBezTo>
                    <a:lnTo>
                      <a:pt x="307" y="7429"/>
                    </a:lnTo>
                    <a:lnTo>
                      <a:pt x="2468" y="5267"/>
                    </a:lnTo>
                    <a:cubicBezTo>
                      <a:pt x="2498" y="5238"/>
                      <a:pt x="2513" y="5199"/>
                      <a:pt x="2513" y="5158"/>
                    </a:cubicBezTo>
                    <a:lnTo>
                      <a:pt x="2513" y="2457"/>
                    </a:lnTo>
                    <a:cubicBezTo>
                      <a:pt x="3115" y="2373"/>
                      <a:pt x="3578" y="1862"/>
                      <a:pt x="3578" y="1238"/>
                    </a:cubicBezTo>
                    <a:lnTo>
                      <a:pt x="3578" y="1237"/>
                    </a:lnTo>
                    <a:cubicBezTo>
                      <a:pt x="3578" y="555"/>
                      <a:pt x="3024" y="0"/>
                      <a:pt x="2341"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8548436" y="4634366"/>
                <a:ext cx="53983" cy="53931"/>
              </a:xfrm>
              <a:custGeom>
                <a:avLst/>
                <a:gdLst/>
                <a:ahLst/>
                <a:cxnLst/>
                <a:rect l="l" t="t" r="r" b="b"/>
                <a:pathLst>
                  <a:path w="1044" h="1043" extrusionOk="0">
                    <a:moveTo>
                      <a:pt x="522" y="1"/>
                    </a:moveTo>
                    <a:cubicBezTo>
                      <a:pt x="234" y="1"/>
                      <a:pt x="0" y="233"/>
                      <a:pt x="0" y="521"/>
                    </a:cubicBezTo>
                    <a:cubicBezTo>
                      <a:pt x="0" y="809"/>
                      <a:pt x="234" y="1042"/>
                      <a:pt x="522" y="1042"/>
                    </a:cubicBezTo>
                    <a:cubicBezTo>
                      <a:pt x="810" y="1042"/>
                      <a:pt x="1043" y="809"/>
                      <a:pt x="1043" y="521"/>
                    </a:cubicBezTo>
                    <a:cubicBezTo>
                      <a:pt x="1043"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8421851" y="4939451"/>
                <a:ext cx="80974" cy="81026"/>
              </a:xfrm>
              <a:custGeom>
                <a:avLst/>
                <a:gdLst/>
                <a:ahLst/>
                <a:cxnLst/>
                <a:rect l="l" t="t" r="r" b="b"/>
                <a:pathLst>
                  <a:path w="1566" h="1567" extrusionOk="0">
                    <a:moveTo>
                      <a:pt x="783" y="1"/>
                    </a:moveTo>
                    <a:cubicBezTo>
                      <a:pt x="350" y="1"/>
                      <a:pt x="0" y="351"/>
                      <a:pt x="0" y="783"/>
                    </a:cubicBezTo>
                    <a:cubicBezTo>
                      <a:pt x="0" y="1216"/>
                      <a:pt x="350" y="1566"/>
                      <a:pt x="783" y="1566"/>
                    </a:cubicBezTo>
                    <a:cubicBezTo>
                      <a:pt x="1215" y="1566"/>
                      <a:pt x="1565" y="1216"/>
                      <a:pt x="1565" y="783"/>
                    </a:cubicBezTo>
                    <a:cubicBezTo>
                      <a:pt x="1565" y="351"/>
                      <a:pt x="1215"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7"/>
              <p:cNvSpPr/>
              <p:nvPr/>
            </p:nvSpPr>
            <p:spPr>
              <a:xfrm>
                <a:off x="8343874" y="4861525"/>
                <a:ext cx="236820" cy="236820"/>
              </a:xfrm>
              <a:custGeom>
                <a:avLst/>
                <a:gdLst/>
                <a:ahLst/>
                <a:cxnLst/>
                <a:rect l="l" t="t" r="r" b="b"/>
                <a:pathLst>
                  <a:path w="4580" h="4580" extrusionOk="0">
                    <a:moveTo>
                      <a:pt x="2291" y="154"/>
                    </a:moveTo>
                    <a:cubicBezTo>
                      <a:pt x="3468" y="154"/>
                      <a:pt x="4426" y="1113"/>
                      <a:pt x="4426" y="2290"/>
                    </a:cubicBezTo>
                    <a:cubicBezTo>
                      <a:pt x="4426" y="3468"/>
                      <a:pt x="3468" y="4427"/>
                      <a:pt x="2291" y="4427"/>
                    </a:cubicBezTo>
                    <a:cubicBezTo>
                      <a:pt x="1113" y="4427"/>
                      <a:pt x="155" y="3468"/>
                      <a:pt x="155" y="2290"/>
                    </a:cubicBezTo>
                    <a:cubicBezTo>
                      <a:pt x="155" y="1113"/>
                      <a:pt x="1113" y="154"/>
                      <a:pt x="2291" y="154"/>
                    </a:cubicBezTo>
                    <a:close/>
                    <a:moveTo>
                      <a:pt x="2291" y="1"/>
                    </a:moveTo>
                    <a:cubicBezTo>
                      <a:pt x="1028" y="1"/>
                      <a:pt x="1" y="1028"/>
                      <a:pt x="1" y="2290"/>
                    </a:cubicBezTo>
                    <a:cubicBezTo>
                      <a:pt x="1" y="3553"/>
                      <a:pt x="1028" y="4579"/>
                      <a:pt x="2291" y="4579"/>
                    </a:cubicBezTo>
                    <a:cubicBezTo>
                      <a:pt x="3553" y="4579"/>
                      <a:pt x="4579" y="3553"/>
                      <a:pt x="4579" y="2290"/>
                    </a:cubicBezTo>
                    <a:cubicBezTo>
                      <a:pt x="4579" y="1028"/>
                      <a:pt x="3553" y="1"/>
                      <a:pt x="2291"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7"/>
              <p:cNvSpPr/>
              <p:nvPr/>
            </p:nvSpPr>
            <p:spPr>
              <a:xfrm>
                <a:off x="7666740" y="4692281"/>
                <a:ext cx="128028" cy="127976"/>
              </a:xfrm>
              <a:custGeom>
                <a:avLst/>
                <a:gdLst/>
                <a:ahLst/>
                <a:cxnLst/>
                <a:rect l="l" t="t" r="r" b="b"/>
                <a:pathLst>
                  <a:path w="2476" h="2475" extrusionOk="0">
                    <a:moveTo>
                      <a:pt x="1237" y="0"/>
                    </a:moveTo>
                    <a:cubicBezTo>
                      <a:pt x="555" y="0"/>
                      <a:pt x="1" y="555"/>
                      <a:pt x="1" y="1238"/>
                    </a:cubicBezTo>
                    <a:cubicBezTo>
                      <a:pt x="1" y="1921"/>
                      <a:pt x="555" y="2474"/>
                      <a:pt x="1237" y="2474"/>
                    </a:cubicBezTo>
                    <a:cubicBezTo>
                      <a:pt x="1921" y="2474"/>
                      <a:pt x="2475" y="1921"/>
                      <a:pt x="2475" y="1238"/>
                    </a:cubicBezTo>
                    <a:cubicBezTo>
                      <a:pt x="2475" y="555"/>
                      <a:pt x="1921" y="0"/>
                      <a:pt x="12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7"/>
              <p:cNvSpPr/>
              <p:nvPr/>
            </p:nvSpPr>
            <p:spPr>
              <a:xfrm>
                <a:off x="7703816" y="4729304"/>
                <a:ext cx="53879" cy="53983"/>
              </a:xfrm>
              <a:custGeom>
                <a:avLst/>
                <a:gdLst/>
                <a:ahLst/>
                <a:cxnLst/>
                <a:rect l="l" t="t" r="r" b="b"/>
                <a:pathLst>
                  <a:path w="1042" h="1044" extrusionOk="0">
                    <a:moveTo>
                      <a:pt x="522" y="1"/>
                    </a:moveTo>
                    <a:cubicBezTo>
                      <a:pt x="233" y="1"/>
                      <a:pt x="0" y="235"/>
                      <a:pt x="0" y="522"/>
                    </a:cubicBezTo>
                    <a:cubicBezTo>
                      <a:pt x="0" y="809"/>
                      <a:pt x="233" y="1043"/>
                      <a:pt x="522" y="1043"/>
                    </a:cubicBezTo>
                    <a:cubicBezTo>
                      <a:pt x="809" y="1043"/>
                      <a:pt x="1042" y="809"/>
                      <a:pt x="1042" y="522"/>
                    </a:cubicBezTo>
                    <a:cubicBezTo>
                      <a:pt x="1042" y="233"/>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2" name="Google Shape;342;p7"/>
              <p:cNvGrpSpPr/>
              <p:nvPr/>
            </p:nvGrpSpPr>
            <p:grpSpPr>
              <a:xfrm>
                <a:off x="6286778" y="4101548"/>
                <a:ext cx="2547661" cy="886439"/>
                <a:chOff x="777562" y="-26685"/>
                <a:chExt cx="2149018" cy="747735"/>
              </a:xfrm>
            </p:grpSpPr>
            <p:sp>
              <p:nvSpPr>
                <p:cNvPr id="343" name="Google Shape;343;p7"/>
                <p:cNvSpPr/>
                <p:nvPr/>
              </p:nvSpPr>
              <p:spPr>
                <a:xfrm rot="-5400000">
                  <a:off x="853791" y="565581"/>
                  <a:ext cx="79240" cy="79290"/>
                </a:xfrm>
                <a:custGeom>
                  <a:avLst/>
                  <a:gdLst/>
                  <a:ahLst/>
                  <a:cxnLst/>
                  <a:rect l="l" t="t" r="r" b="b"/>
                  <a:pathLst>
                    <a:path w="1566" h="1567" extrusionOk="0">
                      <a:moveTo>
                        <a:pt x="783" y="1"/>
                      </a:moveTo>
                      <a:cubicBezTo>
                        <a:pt x="350" y="1"/>
                        <a:pt x="0" y="352"/>
                        <a:pt x="0" y="784"/>
                      </a:cubicBezTo>
                      <a:cubicBezTo>
                        <a:pt x="0" y="1216"/>
                        <a:pt x="350" y="1567"/>
                        <a:pt x="783" y="1567"/>
                      </a:cubicBezTo>
                      <a:cubicBezTo>
                        <a:pt x="1216" y="1567"/>
                        <a:pt x="1565" y="1216"/>
                        <a:pt x="1565" y="784"/>
                      </a:cubicBezTo>
                      <a:cubicBezTo>
                        <a:pt x="1565" y="352"/>
                        <a:pt x="1216" y="1"/>
                        <a:pt x="783" y="1"/>
                      </a:cubicBezTo>
                      <a:close/>
                    </a:path>
                  </a:pathLst>
                </a:custGeom>
                <a:solidFill>
                  <a:schemeClr val="dk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rot="-5400000">
                  <a:off x="777587" y="489327"/>
                  <a:ext cx="231697" cy="231748"/>
                </a:xfrm>
                <a:custGeom>
                  <a:avLst/>
                  <a:gdLst/>
                  <a:ahLst/>
                  <a:cxnLst/>
                  <a:rect l="l" t="t" r="r" b="b"/>
                  <a:pathLst>
                    <a:path w="4579" h="4580" extrusionOk="0">
                      <a:moveTo>
                        <a:pt x="2289" y="154"/>
                      </a:moveTo>
                      <a:cubicBezTo>
                        <a:pt x="3466" y="154"/>
                        <a:pt x="4425" y="1112"/>
                        <a:pt x="4425" y="2290"/>
                      </a:cubicBezTo>
                      <a:cubicBezTo>
                        <a:pt x="4425" y="3468"/>
                        <a:pt x="3466" y="4425"/>
                        <a:pt x="2289" y="4425"/>
                      </a:cubicBezTo>
                      <a:cubicBezTo>
                        <a:pt x="1111" y="4425"/>
                        <a:pt x="154" y="3468"/>
                        <a:pt x="154" y="2290"/>
                      </a:cubicBezTo>
                      <a:cubicBezTo>
                        <a:pt x="154" y="1113"/>
                        <a:pt x="1111" y="154"/>
                        <a:pt x="2289" y="154"/>
                      </a:cubicBezTo>
                      <a:close/>
                      <a:moveTo>
                        <a:pt x="2289" y="0"/>
                      </a:moveTo>
                      <a:cubicBezTo>
                        <a:pt x="1026" y="0"/>
                        <a:pt x="0" y="1028"/>
                        <a:pt x="0" y="2290"/>
                      </a:cubicBezTo>
                      <a:cubicBezTo>
                        <a:pt x="0" y="3552"/>
                        <a:pt x="1026" y="4579"/>
                        <a:pt x="2289" y="4579"/>
                      </a:cubicBezTo>
                      <a:cubicBezTo>
                        <a:pt x="3551" y="4579"/>
                        <a:pt x="4579" y="3552"/>
                        <a:pt x="4579" y="2290"/>
                      </a:cubicBezTo>
                      <a:cubicBezTo>
                        <a:pt x="4579" y="1028"/>
                        <a:pt x="3551"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rot="-5400000">
                  <a:off x="2806759" y="-26685"/>
                  <a:ext cx="119821" cy="119821"/>
                </a:xfrm>
                <a:custGeom>
                  <a:avLst/>
                  <a:gdLst/>
                  <a:ahLst/>
                  <a:cxnLst/>
                  <a:rect l="l" t="t" r="r" b="b"/>
                  <a:pathLst>
                    <a:path w="2368" h="2368" extrusionOk="0">
                      <a:moveTo>
                        <a:pt x="1184" y="154"/>
                      </a:moveTo>
                      <a:cubicBezTo>
                        <a:pt x="1751" y="154"/>
                        <a:pt x="2214" y="616"/>
                        <a:pt x="2214" y="1184"/>
                      </a:cubicBezTo>
                      <a:cubicBezTo>
                        <a:pt x="2214" y="1751"/>
                        <a:pt x="1751" y="2213"/>
                        <a:pt x="1184" y="2213"/>
                      </a:cubicBezTo>
                      <a:cubicBezTo>
                        <a:pt x="617" y="2213"/>
                        <a:pt x="156" y="1751"/>
                        <a:pt x="156" y="1184"/>
                      </a:cubicBezTo>
                      <a:cubicBezTo>
                        <a:pt x="156" y="616"/>
                        <a:pt x="617" y="154"/>
                        <a:pt x="1184" y="154"/>
                      </a:cubicBezTo>
                      <a:close/>
                      <a:moveTo>
                        <a:pt x="1184" y="0"/>
                      </a:moveTo>
                      <a:cubicBezTo>
                        <a:pt x="531" y="0"/>
                        <a:pt x="1" y="531"/>
                        <a:pt x="1" y="1184"/>
                      </a:cubicBezTo>
                      <a:cubicBezTo>
                        <a:pt x="1" y="1836"/>
                        <a:pt x="531" y="2367"/>
                        <a:pt x="1184" y="2367"/>
                      </a:cubicBezTo>
                      <a:cubicBezTo>
                        <a:pt x="1837" y="2367"/>
                        <a:pt x="2367" y="1836"/>
                        <a:pt x="2367" y="1184"/>
                      </a:cubicBezTo>
                      <a:cubicBezTo>
                        <a:pt x="2367" y="531"/>
                        <a:pt x="1837" y="0"/>
                        <a:pt x="1184" y="0"/>
                      </a:cubicBezTo>
                      <a:close/>
                    </a:path>
                  </a:pathLst>
                </a:custGeom>
                <a:solidFill>
                  <a:schemeClr val="dk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6" name="Google Shape;346;p7"/>
            <p:cNvGrpSpPr/>
            <p:nvPr/>
          </p:nvGrpSpPr>
          <p:grpSpPr>
            <a:xfrm>
              <a:off x="309177" y="5"/>
              <a:ext cx="453017" cy="2163752"/>
              <a:chOff x="309177" y="5"/>
              <a:chExt cx="453017" cy="2163752"/>
            </a:xfrm>
          </p:grpSpPr>
          <p:sp>
            <p:nvSpPr>
              <p:cNvPr id="347" name="Google Shape;347;p7"/>
              <p:cNvSpPr/>
              <p:nvPr/>
            </p:nvSpPr>
            <p:spPr>
              <a:xfrm rot="10800000">
                <a:off x="313425" y="5"/>
                <a:ext cx="448769" cy="2163752"/>
              </a:xfrm>
              <a:custGeom>
                <a:avLst/>
                <a:gdLst/>
                <a:ahLst/>
                <a:cxnLst/>
                <a:rect l="l" t="t" r="r" b="b"/>
                <a:pathLst>
                  <a:path w="8679" h="41846" extrusionOk="0">
                    <a:moveTo>
                      <a:pt x="4204" y="1"/>
                    </a:moveTo>
                    <a:cubicBezTo>
                      <a:pt x="3521" y="1"/>
                      <a:pt x="2966" y="554"/>
                      <a:pt x="2966" y="1237"/>
                    </a:cubicBezTo>
                    <a:cubicBezTo>
                      <a:pt x="2966" y="1921"/>
                      <a:pt x="3521" y="2475"/>
                      <a:pt x="4204" y="2475"/>
                    </a:cubicBezTo>
                    <a:cubicBezTo>
                      <a:pt x="4482" y="2475"/>
                      <a:pt x="4736" y="2381"/>
                      <a:pt x="4943" y="2226"/>
                    </a:cubicBezTo>
                    <a:lnTo>
                      <a:pt x="8371" y="5654"/>
                    </a:lnTo>
                    <a:lnTo>
                      <a:pt x="8371" y="15908"/>
                    </a:lnTo>
                    <a:lnTo>
                      <a:pt x="6318" y="17962"/>
                    </a:lnTo>
                    <a:cubicBezTo>
                      <a:pt x="6289" y="17990"/>
                      <a:pt x="6273" y="18029"/>
                      <a:pt x="6273" y="18070"/>
                    </a:cubicBezTo>
                    <a:lnTo>
                      <a:pt x="6273" y="28208"/>
                    </a:lnTo>
                    <a:lnTo>
                      <a:pt x="3244" y="31238"/>
                    </a:lnTo>
                    <a:cubicBezTo>
                      <a:pt x="3215" y="31266"/>
                      <a:pt x="3198" y="31305"/>
                      <a:pt x="3198" y="31346"/>
                    </a:cubicBezTo>
                    <a:lnTo>
                      <a:pt x="3198" y="38444"/>
                    </a:lnTo>
                    <a:lnTo>
                      <a:pt x="61" y="41583"/>
                    </a:lnTo>
                    <a:cubicBezTo>
                      <a:pt x="0" y="41642"/>
                      <a:pt x="0" y="41740"/>
                      <a:pt x="61" y="41799"/>
                    </a:cubicBezTo>
                    <a:cubicBezTo>
                      <a:pt x="90" y="41830"/>
                      <a:pt x="129" y="41845"/>
                      <a:pt x="169" y="41845"/>
                    </a:cubicBezTo>
                    <a:cubicBezTo>
                      <a:pt x="208" y="41845"/>
                      <a:pt x="247" y="41830"/>
                      <a:pt x="278" y="41799"/>
                    </a:cubicBezTo>
                    <a:lnTo>
                      <a:pt x="3462" y="38617"/>
                    </a:lnTo>
                    <a:cubicBezTo>
                      <a:pt x="3490" y="38587"/>
                      <a:pt x="3507" y="38548"/>
                      <a:pt x="3507" y="38508"/>
                    </a:cubicBezTo>
                    <a:lnTo>
                      <a:pt x="3507" y="31409"/>
                    </a:lnTo>
                    <a:lnTo>
                      <a:pt x="6535" y="28379"/>
                    </a:lnTo>
                    <a:cubicBezTo>
                      <a:pt x="6565" y="28351"/>
                      <a:pt x="6580" y="28312"/>
                      <a:pt x="6580" y="28270"/>
                    </a:cubicBezTo>
                    <a:lnTo>
                      <a:pt x="6580" y="18134"/>
                    </a:lnTo>
                    <a:lnTo>
                      <a:pt x="8634" y="16081"/>
                    </a:lnTo>
                    <a:cubicBezTo>
                      <a:pt x="8662" y="16051"/>
                      <a:pt x="8679" y="16013"/>
                      <a:pt x="8679" y="15972"/>
                    </a:cubicBezTo>
                    <a:lnTo>
                      <a:pt x="8679" y="5590"/>
                    </a:lnTo>
                    <a:cubicBezTo>
                      <a:pt x="8679" y="5550"/>
                      <a:pt x="8662" y="5511"/>
                      <a:pt x="8634" y="5481"/>
                    </a:cubicBezTo>
                    <a:lnTo>
                      <a:pt x="8634" y="5483"/>
                    </a:lnTo>
                    <a:lnTo>
                      <a:pt x="5163" y="2012"/>
                    </a:lnTo>
                    <a:cubicBezTo>
                      <a:pt x="5334" y="1799"/>
                      <a:pt x="5442" y="1532"/>
                      <a:pt x="5442" y="1237"/>
                    </a:cubicBezTo>
                    <a:cubicBezTo>
                      <a:pt x="5442" y="554"/>
                      <a:pt x="4887" y="1"/>
                      <a:pt x="4204"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7"/>
              <p:cNvSpPr/>
              <p:nvPr/>
            </p:nvSpPr>
            <p:spPr>
              <a:xfrm rot="10800000">
                <a:off x="517818" y="2072802"/>
                <a:ext cx="53983" cy="53879"/>
              </a:xfrm>
              <a:custGeom>
                <a:avLst/>
                <a:gdLst/>
                <a:ahLst/>
                <a:cxnLst/>
                <a:rect l="l" t="t" r="r" b="b"/>
                <a:pathLst>
                  <a:path w="1044" h="1042" extrusionOk="0">
                    <a:moveTo>
                      <a:pt x="522" y="0"/>
                    </a:moveTo>
                    <a:cubicBezTo>
                      <a:pt x="235" y="0"/>
                      <a:pt x="1" y="233"/>
                      <a:pt x="1" y="520"/>
                    </a:cubicBezTo>
                    <a:cubicBezTo>
                      <a:pt x="1" y="809"/>
                      <a:pt x="235" y="1042"/>
                      <a:pt x="522" y="1042"/>
                    </a:cubicBezTo>
                    <a:cubicBezTo>
                      <a:pt x="811" y="1042"/>
                      <a:pt x="1043" y="809"/>
                      <a:pt x="1043" y="520"/>
                    </a:cubicBezTo>
                    <a:cubicBezTo>
                      <a:pt x="1043"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7"/>
              <p:cNvSpPr/>
              <p:nvPr/>
            </p:nvSpPr>
            <p:spPr>
              <a:xfrm rot="10800000">
                <a:off x="387149" y="1188832"/>
                <a:ext cx="80974" cy="81026"/>
              </a:xfrm>
              <a:custGeom>
                <a:avLst/>
                <a:gdLst/>
                <a:ahLst/>
                <a:cxnLst/>
                <a:rect l="l" t="t" r="r" b="b"/>
                <a:pathLst>
                  <a:path w="1566" h="1567" extrusionOk="0">
                    <a:moveTo>
                      <a:pt x="783" y="1"/>
                    </a:moveTo>
                    <a:cubicBezTo>
                      <a:pt x="351" y="1"/>
                      <a:pt x="1" y="351"/>
                      <a:pt x="1" y="783"/>
                    </a:cubicBezTo>
                    <a:cubicBezTo>
                      <a:pt x="1" y="1216"/>
                      <a:pt x="351" y="1566"/>
                      <a:pt x="783" y="1566"/>
                    </a:cubicBezTo>
                    <a:cubicBezTo>
                      <a:pt x="1216" y="1566"/>
                      <a:pt x="1566" y="1216"/>
                      <a:pt x="1566" y="783"/>
                    </a:cubicBezTo>
                    <a:cubicBezTo>
                      <a:pt x="1566" y="351"/>
                      <a:pt x="1216"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rot="10800000">
                <a:off x="309177" y="1110963"/>
                <a:ext cx="236820" cy="236820"/>
              </a:xfrm>
              <a:custGeom>
                <a:avLst/>
                <a:gdLst/>
                <a:ahLst/>
                <a:cxnLst/>
                <a:rect l="l" t="t" r="r" b="b"/>
                <a:pathLst>
                  <a:path w="4580" h="4580" extrusionOk="0">
                    <a:moveTo>
                      <a:pt x="2289" y="154"/>
                    </a:moveTo>
                    <a:cubicBezTo>
                      <a:pt x="3467" y="154"/>
                      <a:pt x="4426" y="1113"/>
                      <a:pt x="4426" y="2290"/>
                    </a:cubicBezTo>
                    <a:cubicBezTo>
                      <a:pt x="4426" y="3468"/>
                      <a:pt x="3467" y="4426"/>
                      <a:pt x="2289" y="4426"/>
                    </a:cubicBezTo>
                    <a:cubicBezTo>
                      <a:pt x="1112" y="4426"/>
                      <a:pt x="154" y="3468"/>
                      <a:pt x="154" y="2290"/>
                    </a:cubicBezTo>
                    <a:cubicBezTo>
                      <a:pt x="154" y="1113"/>
                      <a:pt x="1112" y="154"/>
                      <a:pt x="2289" y="154"/>
                    </a:cubicBezTo>
                    <a:close/>
                    <a:moveTo>
                      <a:pt x="2289" y="1"/>
                    </a:moveTo>
                    <a:cubicBezTo>
                      <a:pt x="1028" y="1"/>
                      <a:pt x="1" y="1028"/>
                      <a:pt x="1" y="2290"/>
                    </a:cubicBezTo>
                    <a:cubicBezTo>
                      <a:pt x="1" y="3552"/>
                      <a:pt x="1028" y="4579"/>
                      <a:pt x="2289" y="4579"/>
                    </a:cubicBezTo>
                    <a:cubicBezTo>
                      <a:pt x="3552" y="4579"/>
                      <a:pt x="4579" y="3553"/>
                      <a:pt x="4579" y="2290"/>
                    </a:cubicBezTo>
                    <a:cubicBezTo>
                      <a:pt x="4579" y="1028"/>
                      <a:pt x="3552" y="1"/>
                      <a:pt x="2289"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1" name="Google Shape;351;p7"/>
          <p:cNvGrpSpPr/>
          <p:nvPr/>
        </p:nvGrpSpPr>
        <p:grpSpPr>
          <a:xfrm>
            <a:off x="145757" y="220677"/>
            <a:ext cx="8928235" cy="3880871"/>
            <a:chOff x="145757" y="220677"/>
            <a:chExt cx="8928235" cy="3880871"/>
          </a:xfrm>
        </p:grpSpPr>
        <p:grpSp>
          <p:nvGrpSpPr>
            <p:cNvPr id="352" name="Google Shape;352;p7"/>
            <p:cNvGrpSpPr/>
            <p:nvPr/>
          </p:nvGrpSpPr>
          <p:grpSpPr>
            <a:xfrm>
              <a:off x="145757" y="220677"/>
              <a:ext cx="322367" cy="2107361"/>
              <a:chOff x="145757" y="220677"/>
              <a:chExt cx="322367" cy="2107361"/>
            </a:xfrm>
          </p:grpSpPr>
          <p:sp>
            <p:nvSpPr>
              <p:cNvPr id="353" name="Google Shape;353;p7"/>
              <p:cNvSpPr/>
              <p:nvPr/>
            </p:nvSpPr>
            <p:spPr>
              <a:xfrm rot="10800000">
                <a:off x="234503" y="220677"/>
                <a:ext cx="56103" cy="56103"/>
              </a:xfrm>
              <a:custGeom>
                <a:avLst/>
                <a:gdLst/>
                <a:ahLst/>
                <a:cxnLst/>
                <a:rect l="l" t="t" r="r" b="b"/>
                <a:pathLst>
                  <a:path w="1085" h="1085" extrusionOk="0">
                    <a:moveTo>
                      <a:pt x="542" y="0"/>
                    </a:moveTo>
                    <a:cubicBezTo>
                      <a:pt x="243" y="0"/>
                      <a:pt x="1" y="243"/>
                      <a:pt x="1" y="542"/>
                    </a:cubicBezTo>
                    <a:cubicBezTo>
                      <a:pt x="1" y="841"/>
                      <a:pt x="243" y="1084"/>
                      <a:pt x="542" y="1084"/>
                    </a:cubicBezTo>
                    <a:cubicBezTo>
                      <a:pt x="841" y="1084"/>
                      <a:pt x="1085" y="841"/>
                      <a:pt x="1085" y="542"/>
                    </a:cubicBezTo>
                    <a:cubicBezTo>
                      <a:pt x="1085" y="243"/>
                      <a:pt x="841"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7"/>
              <p:cNvSpPr/>
              <p:nvPr/>
            </p:nvSpPr>
            <p:spPr>
              <a:xfrm rot="10800000">
                <a:off x="322047" y="308221"/>
                <a:ext cx="56103" cy="56103"/>
              </a:xfrm>
              <a:custGeom>
                <a:avLst/>
                <a:gdLst/>
                <a:ahLst/>
                <a:cxnLst/>
                <a:rect l="l" t="t" r="r" b="b"/>
                <a:pathLst>
                  <a:path w="1085" h="1085" extrusionOk="0">
                    <a:moveTo>
                      <a:pt x="542" y="1"/>
                    </a:moveTo>
                    <a:cubicBezTo>
                      <a:pt x="243" y="1"/>
                      <a:pt x="1" y="243"/>
                      <a:pt x="1" y="542"/>
                    </a:cubicBezTo>
                    <a:cubicBezTo>
                      <a:pt x="1" y="842"/>
                      <a:pt x="243" y="1085"/>
                      <a:pt x="542" y="1085"/>
                    </a:cubicBezTo>
                    <a:cubicBezTo>
                      <a:pt x="843" y="1085"/>
                      <a:pt x="1085" y="842"/>
                      <a:pt x="1085" y="542"/>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rot="10800000">
                <a:off x="412021" y="398195"/>
                <a:ext cx="56103" cy="56103"/>
              </a:xfrm>
              <a:custGeom>
                <a:avLst/>
                <a:gdLst/>
                <a:ahLst/>
                <a:cxnLst/>
                <a:rect l="l" t="t" r="r" b="b"/>
                <a:pathLst>
                  <a:path w="1085" h="1085" extrusionOk="0">
                    <a:moveTo>
                      <a:pt x="542" y="0"/>
                    </a:moveTo>
                    <a:cubicBezTo>
                      <a:pt x="243" y="0"/>
                      <a:pt x="1" y="243"/>
                      <a:pt x="1" y="542"/>
                    </a:cubicBezTo>
                    <a:cubicBezTo>
                      <a:pt x="1" y="842"/>
                      <a:pt x="243" y="1084"/>
                      <a:pt x="542" y="1084"/>
                    </a:cubicBezTo>
                    <a:cubicBezTo>
                      <a:pt x="842" y="1084"/>
                      <a:pt x="1085" y="842"/>
                      <a:pt x="1085" y="542"/>
                    </a:cubicBezTo>
                    <a:cubicBezTo>
                      <a:pt x="1085" y="243"/>
                      <a:pt x="842"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rot="10800000">
                <a:off x="145757" y="2094417"/>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rot="10800000">
                <a:off x="233249" y="2181961"/>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7"/>
              <p:cNvSpPr/>
              <p:nvPr/>
            </p:nvSpPr>
            <p:spPr>
              <a:xfrm rot="10800000">
                <a:off x="323223" y="2271935"/>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 name="Google Shape;359;p7"/>
            <p:cNvGrpSpPr/>
            <p:nvPr/>
          </p:nvGrpSpPr>
          <p:grpSpPr>
            <a:xfrm>
              <a:off x="8840370" y="3867927"/>
              <a:ext cx="233621" cy="233621"/>
              <a:chOff x="8840370" y="3867927"/>
              <a:chExt cx="233621" cy="233621"/>
            </a:xfrm>
          </p:grpSpPr>
          <p:sp>
            <p:nvSpPr>
              <p:cNvPr id="360" name="Google Shape;360;p7"/>
              <p:cNvSpPr/>
              <p:nvPr/>
            </p:nvSpPr>
            <p:spPr>
              <a:xfrm>
                <a:off x="9017889" y="4045445"/>
                <a:ext cx="56103" cy="56103"/>
              </a:xfrm>
              <a:custGeom>
                <a:avLst/>
                <a:gdLst/>
                <a:ahLst/>
                <a:cxnLst/>
                <a:rect l="l" t="t" r="r" b="b"/>
                <a:pathLst>
                  <a:path w="1085" h="1085" extrusionOk="0">
                    <a:moveTo>
                      <a:pt x="542" y="0"/>
                    </a:moveTo>
                    <a:cubicBezTo>
                      <a:pt x="243" y="0"/>
                      <a:pt x="1" y="243"/>
                      <a:pt x="1" y="542"/>
                    </a:cubicBezTo>
                    <a:cubicBezTo>
                      <a:pt x="1" y="842"/>
                      <a:pt x="243" y="1084"/>
                      <a:pt x="542" y="1084"/>
                    </a:cubicBezTo>
                    <a:cubicBezTo>
                      <a:pt x="841" y="1084"/>
                      <a:pt x="1085" y="842"/>
                      <a:pt x="1085" y="542"/>
                    </a:cubicBezTo>
                    <a:cubicBezTo>
                      <a:pt x="1085" y="243"/>
                      <a:pt x="841"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8930345" y="3957901"/>
                <a:ext cx="56103" cy="56103"/>
              </a:xfrm>
              <a:custGeom>
                <a:avLst/>
                <a:gdLst/>
                <a:ahLst/>
                <a:cxnLst/>
                <a:rect l="l" t="t" r="r" b="b"/>
                <a:pathLst>
                  <a:path w="1085" h="1085" extrusionOk="0">
                    <a:moveTo>
                      <a:pt x="542" y="0"/>
                    </a:moveTo>
                    <a:cubicBezTo>
                      <a:pt x="243" y="0"/>
                      <a:pt x="1" y="243"/>
                      <a:pt x="1" y="542"/>
                    </a:cubicBezTo>
                    <a:cubicBezTo>
                      <a:pt x="1" y="842"/>
                      <a:pt x="243" y="1084"/>
                      <a:pt x="542" y="1084"/>
                    </a:cubicBezTo>
                    <a:cubicBezTo>
                      <a:pt x="843" y="1084"/>
                      <a:pt x="1085" y="842"/>
                      <a:pt x="1085" y="542"/>
                    </a:cubicBezTo>
                    <a:cubicBezTo>
                      <a:pt x="1085" y="243"/>
                      <a:pt x="843"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7"/>
              <p:cNvSpPr/>
              <p:nvPr/>
            </p:nvSpPr>
            <p:spPr>
              <a:xfrm>
                <a:off x="8840370" y="3867927"/>
                <a:ext cx="56103" cy="56103"/>
              </a:xfrm>
              <a:custGeom>
                <a:avLst/>
                <a:gdLst/>
                <a:ahLst/>
                <a:cxnLst/>
                <a:rect l="l" t="t" r="r" b="b"/>
                <a:pathLst>
                  <a:path w="1085" h="1085" extrusionOk="0">
                    <a:moveTo>
                      <a:pt x="543" y="0"/>
                    </a:moveTo>
                    <a:cubicBezTo>
                      <a:pt x="243" y="0"/>
                      <a:pt x="1" y="243"/>
                      <a:pt x="1" y="543"/>
                    </a:cubicBezTo>
                    <a:cubicBezTo>
                      <a:pt x="1" y="842"/>
                      <a:pt x="243" y="1084"/>
                      <a:pt x="543" y="1084"/>
                    </a:cubicBezTo>
                    <a:cubicBezTo>
                      <a:pt x="842" y="1084"/>
                      <a:pt x="1085" y="842"/>
                      <a:pt x="1085" y="543"/>
                    </a:cubicBezTo>
                    <a:cubicBezTo>
                      <a:pt x="1085" y="243"/>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3"/>
        <p:cNvGrpSpPr/>
        <p:nvPr/>
      </p:nvGrpSpPr>
      <p:grpSpPr>
        <a:xfrm>
          <a:off x="0" y="0"/>
          <a:ext cx="0" cy="0"/>
          <a:chOff x="0" y="0"/>
          <a:chExt cx="0" cy="0"/>
        </a:xfrm>
      </p:grpSpPr>
      <p:pic>
        <p:nvPicPr>
          <p:cNvPr id="364" name="Google Shape;364;p8"/>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sp>
        <p:nvSpPr>
          <p:cNvPr id="365" name="Google Shape;365;p8"/>
          <p:cNvSpPr txBox="1">
            <a:spLocks noGrp="1"/>
          </p:cNvSpPr>
          <p:nvPr>
            <p:ph type="title"/>
          </p:nvPr>
        </p:nvSpPr>
        <p:spPr>
          <a:xfrm>
            <a:off x="713225" y="1750800"/>
            <a:ext cx="3596100" cy="1641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366" name="Google Shape;366;p8"/>
          <p:cNvGrpSpPr/>
          <p:nvPr/>
        </p:nvGrpSpPr>
        <p:grpSpPr>
          <a:xfrm flipH="1">
            <a:off x="134600" y="-1279320"/>
            <a:ext cx="8943888" cy="6346620"/>
            <a:chOff x="134600" y="-1279320"/>
            <a:chExt cx="8943888" cy="6346620"/>
          </a:xfrm>
        </p:grpSpPr>
        <p:grpSp>
          <p:nvGrpSpPr>
            <p:cNvPr id="367" name="Google Shape;367;p8"/>
            <p:cNvGrpSpPr/>
            <p:nvPr/>
          </p:nvGrpSpPr>
          <p:grpSpPr>
            <a:xfrm>
              <a:off x="134600" y="-1279320"/>
              <a:ext cx="5364120" cy="4280940"/>
              <a:chOff x="134600" y="-1279320"/>
              <a:chExt cx="5364120" cy="4280940"/>
            </a:xfrm>
          </p:grpSpPr>
          <p:sp>
            <p:nvSpPr>
              <p:cNvPr id="368" name="Google Shape;368;p8"/>
              <p:cNvSpPr/>
              <p:nvPr/>
            </p:nvSpPr>
            <p:spPr>
              <a:xfrm rot="-2700000">
                <a:off x="1237905" y="-647365"/>
                <a:ext cx="3037132" cy="3017031"/>
              </a:xfrm>
              <a:custGeom>
                <a:avLst/>
                <a:gdLst/>
                <a:ahLst/>
                <a:cxnLst/>
                <a:rect l="l" t="t" r="r" b="b"/>
                <a:pathLst>
                  <a:path w="30672" h="30469" extrusionOk="0">
                    <a:moveTo>
                      <a:pt x="217" y="1"/>
                    </a:moveTo>
                    <a:cubicBezTo>
                      <a:pt x="167" y="1"/>
                      <a:pt x="116" y="20"/>
                      <a:pt x="78" y="59"/>
                    </a:cubicBezTo>
                    <a:cubicBezTo>
                      <a:pt x="1" y="136"/>
                      <a:pt x="1" y="261"/>
                      <a:pt x="78" y="340"/>
                    </a:cubicBezTo>
                    <a:lnTo>
                      <a:pt x="4122" y="4384"/>
                    </a:lnTo>
                    <a:cubicBezTo>
                      <a:pt x="4159" y="4420"/>
                      <a:pt x="4209" y="4442"/>
                      <a:pt x="4261" y="4442"/>
                    </a:cubicBezTo>
                    <a:lnTo>
                      <a:pt x="11938" y="4442"/>
                    </a:lnTo>
                    <a:lnTo>
                      <a:pt x="18041" y="10543"/>
                    </a:lnTo>
                    <a:lnTo>
                      <a:pt x="18041" y="18056"/>
                    </a:lnTo>
                    <a:cubicBezTo>
                      <a:pt x="18041" y="18109"/>
                      <a:pt x="18062" y="18159"/>
                      <a:pt x="18099" y="18195"/>
                    </a:cubicBezTo>
                    <a:lnTo>
                      <a:pt x="30314" y="30411"/>
                    </a:lnTo>
                    <a:cubicBezTo>
                      <a:pt x="30353" y="30450"/>
                      <a:pt x="30403" y="30469"/>
                      <a:pt x="30454" y="30469"/>
                    </a:cubicBezTo>
                    <a:cubicBezTo>
                      <a:pt x="30505" y="30469"/>
                      <a:pt x="30555" y="30449"/>
                      <a:pt x="30593" y="30411"/>
                    </a:cubicBezTo>
                    <a:cubicBezTo>
                      <a:pt x="30671" y="30333"/>
                      <a:pt x="30671" y="30207"/>
                      <a:pt x="30593" y="30130"/>
                    </a:cubicBezTo>
                    <a:lnTo>
                      <a:pt x="18437" y="17974"/>
                    </a:lnTo>
                    <a:lnTo>
                      <a:pt x="18437" y="10461"/>
                    </a:lnTo>
                    <a:cubicBezTo>
                      <a:pt x="18437" y="10408"/>
                      <a:pt x="18416" y="10359"/>
                      <a:pt x="18379" y="10322"/>
                    </a:cubicBezTo>
                    <a:lnTo>
                      <a:pt x="12161" y="4104"/>
                    </a:lnTo>
                    <a:cubicBezTo>
                      <a:pt x="12124" y="4066"/>
                      <a:pt x="12073" y="4046"/>
                      <a:pt x="12021" y="4046"/>
                    </a:cubicBezTo>
                    <a:lnTo>
                      <a:pt x="4344" y="4046"/>
                    </a:lnTo>
                    <a:lnTo>
                      <a:pt x="358" y="59"/>
                    </a:lnTo>
                    <a:cubicBezTo>
                      <a:pt x="319" y="20"/>
                      <a:pt x="268" y="1"/>
                      <a:pt x="217"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9" name="Google Shape;369;p8"/>
              <p:cNvGrpSpPr/>
              <p:nvPr/>
            </p:nvGrpSpPr>
            <p:grpSpPr>
              <a:xfrm>
                <a:off x="4885820" y="554913"/>
                <a:ext cx="612900" cy="612600"/>
                <a:chOff x="325720" y="569450"/>
                <a:chExt cx="612900" cy="612600"/>
              </a:xfrm>
            </p:grpSpPr>
            <p:sp>
              <p:nvSpPr>
                <p:cNvPr id="370" name="Google Shape;370;p8"/>
                <p:cNvSpPr/>
                <p:nvPr/>
              </p:nvSpPr>
              <p:spPr>
                <a:xfrm>
                  <a:off x="468911" y="71263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8"/>
                <p:cNvSpPr/>
                <p:nvPr/>
              </p:nvSpPr>
              <p:spPr>
                <a:xfrm>
                  <a:off x="325720" y="569450"/>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2" name="Google Shape;372;p8"/>
              <p:cNvSpPr/>
              <p:nvPr/>
            </p:nvSpPr>
            <p:spPr>
              <a:xfrm>
                <a:off x="134600" y="611701"/>
                <a:ext cx="499200" cy="4989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3" name="Google Shape;373;p8"/>
            <p:cNvSpPr/>
            <p:nvPr/>
          </p:nvSpPr>
          <p:spPr>
            <a:xfrm>
              <a:off x="713237" y="46040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4" name="Google Shape;374;p8"/>
            <p:cNvGrpSpPr/>
            <p:nvPr/>
          </p:nvGrpSpPr>
          <p:grpSpPr>
            <a:xfrm rot="5400000">
              <a:off x="8046575" y="1076100"/>
              <a:ext cx="1344400" cy="271200"/>
              <a:chOff x="3686625" y="4451550"/>
              <a:chExt cx="1344400" cy="271200"/>
            </a:xfrm>
          </p:grpSpPr>
          <p:sp>
            <p:nvSpPr>
              <p:cNvPr id="375" name="Google Shape;375;p8"/>
              <p:cNvSpPr/>
              <p:nvPr/>
            </p:nvSpPr>
            <p:spPr>
              <a:xfrm rot="-5400000">
                <a:off x="3638925" y="44992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8"/>
              <p:cNvSpPr/>
              <p:nvPr/>
            </p:nvSpPr>
            <p:spPr>
              <a:xfrm rot="-5400000">
                <a:off x="3931075" y="44992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8"/>
              <p:cNvSpPr/>
              <p:nvPr/>
            </p:nvSpPr>
            <p:spPr>
              <a:xfrm rot="-5400000">
                <a:off x="4223225" y="44992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rot="-5400000">
                <a:off x="4515375" y="44992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rot="-5400000">
                <a:off x="4807525" y="44992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0" name="Google Shape;380;p8"/>
            <p:cNvSpPr/>
            <p:nvPr/>
          </p:nvSpPr>
          <p:spPr>
            <a:xfrm>
              <a:off x="713237" y="48915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 name="Google Shape;381;p8"/>
            <p:cNvGrpSpPr/>
            <p:nvPr/>
          </p:nvGrpSpPr>
          <p:grpSpPr>
            <a:xfrm rot="-5400000">
              <a:off x="7309994" y="3298796"/>
              <a:ext cx="749901" cy="2787087"/>
              <a:chOff x="8293774" y="2233753"/>
              <a:chExt cx="749901" cy="2787087"/>
            </a:xfrm>
          </p:grpSpPr>
          <p:sp>
            <p:nvSpPr>
              <p:cNvPr id="382" name="Google Shape;382;p8"/>
              <p:cNvSpPr/>
              <p:nvPr/>
            </p:nvSpPr>
            <p:spPr>
              <a:xfrm>
                <a:off x="8430775" y="4408241"/>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8"/>
              <p:cNvSpPr/>
              <p:nvPr/>
            </p:nvSpPr>
            <p:spPr>
              <a:xfrm>
                <a:off x="8293774" y="2233753"/>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8"/>
              <p:cNvSpPr/>
              <p:nvPr/>
            </p:nvSpPr>
            <p:spPr>
              <a:xfrm rot="5400000" flipH="1">
                <a:off x="7659889" y="3338015"/>
                <a:ext cx="1868166" cy="312450"/>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5" name="Google Shape;385;p8"/>
          <p:cNvGrpSpPr/>
          <p:nvPr/>
        </p:nvGrpSpPr>
        <p:grpSpPr>
          <a:xfrm>
            <a:off x="106959" y="-46587"/>
            <a:ext cx="8960806" cy="5277601"/>
            <a:chOff x="106959" y="-46587"/>
            <a:chExt cx="8960806" cy="5277601"/>
          </a:xfrm>
        </p:grpSpPr>
        <p:grpSp>
          <p:nvGrpSpPr>
            <p:cNvPr id="386" name="Google Shape;386;p8"/>
            <p:cNvGrpSpPr/>
            <p:nvPr/>
          </p:nvGrpSpPr>
          <p:grpSpPr>
            <a:xfrm>
              <a:off x="4224650" y="-46587"/>
              <a:ext cx="4499581" cy="632146"/>
              <a:chOff x="4224650" y="-46587"/>
              <a:chExt cx="4499581" cy="632146"/>
            </a:xfrm>
          </p:grpSpPr>
          <p:sp>
            <p:nvSpPr>
              <p:cNvPr id="387" name="Google Shape;387;p8"/>
              <p:cNvSpPr/>
              <p:nvPr/>
            </p:nvSpPr>
            <p:spPr>
              <a:xfrm rot="5400000" flipH="1">
                <a:off x="4687874" y="138777"/>
                <a:ext cx="535312" cy="164586"/>
              </a:xfrm>
              <a:custGeom>
                <a:avLst/>
                <a:gdLst/>
                <a:ahLst/>
                <a:cxnLst/>
                <a:rect l="l" t="t" r="r" b="b"/>
                <a:pathLst>
                  <a:path w="9829" h="3022" extrusionOk="0">
                    <a:moveTo>
                      <a:pt x="1238" y="1"/>
                    </a:moveTo>
                    <a:cubicBezTo>
                      <a:pt x="555" y="1"/>
                      <a:pt x="0" y="555"/>
                      <a:pt x="0" y="1239"/>
                    </a:cubicBezTo>
                    <a:cubicBezTo>
                      <a:pt x="0" y="1922"/>
                      <a:pt x="555" y="2475"/>
                      <a:pt x="1238" y="2475"/>
                    </a:cubicBezTo>
                    <a:cubicBezTo>
                      <a:pt x="1512" y="2475"/>
                      <a:pt x="1764" y="2383"/>
                      <a:pt x="1968" y="2232"/>
                    </a:cubicBezTo>
                    <a:lnTo>
                      <a:pt x="2713" y="2976"/>
                    </a:lnTo>
                    <a:cubicBezTo>
                      <a:pt x="2742" y="3005"/>
                      <a:pt x="2781" y="3021"/>
                      <a:pt x="2822" y="3021"/>
                    </a:cubicBezTo>
                    <a:lnTo>
                      <a:pt x="4763" y="3021"/>
                    </a:lnTo>
                    <a:cubicBezTo>
                      <a:pt x="4804" y="3021"/>
                      <a:pt x="4843" y="3005"/>
                      <a:pt x="4872" y="2976"/>
                    </a:cubicBezTo>
                    <a:lnTo>
                      <a:pt x="6539" y="1310"/>
                    </a:lnTo>
                    <a:lnTo>
                      <a:pt x="9675" y="1310"/>
                    </a:lnTo>
                    <a:cubicBezTo>
                      <a:pt x="9760" y="1310"/>
                      <a:pt x="9829" y="1241"/>
                      <a:pt x="9829" y="1156"/>
                    </a:cubicBezTo>
                    <a:cubicBezTo>
                      <a:pt x="9829" y="1071"/>
                      <a:pt x="9760" y="1002"/>
                      <a:pt x="9675" y="1002"/>
                    </a:cubicBezTo>
                    <a:lnTo>
                      <a:pt x="6475" y="1002"/>
                    </a:lnTo>
                    <a:cubicBezTo>
                      <a:pt x="6435" y="1002"/>
                      <a:pt x="6394" y="1019"/>
                      <a:pt x="6366" y="1047"/>
                    </a:cubicBezTo>
                    <a:lnTo>
                      <a:pt x="4700" y="2714"/>
                    </a:lnTo>
                    <a:lnTo>
                      <a:pt x="2885" y="2714"/>
                    </a:lnTo>
                    <a:lnTo>
                      <a:pt x="2191" y="2019"/>
                    </a:lnTo>
                    <a:cubicBezTo>
                      <a:pt x="2366" y="1805"/>
                      <a:pt x="2476" y="1535"/>
                      <a:pt x="2476" y="1239"/>
                    </a:cubicBezTo>
                    <a:cubicBezTo>
                      <a:pt x="2476" y="555"/>
                      <a:pt x="1921" y="1"/>
                      <a:pt x="123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8"/>
              <p:cNvSpPr/>
              <p:nvPr/>
            </p:nvSpPr>
            <p:spPr>
              <a:xfrm rot="5400000" flipH="1">
                <a:off x="4941914" y="392872"/>
                <a:ext cx="56859" cy="56859"/>
              </a:xfrm>
              <a:custGeom>
                <a:avLst/>
                <a:gdLst/>
                <a:ahLst/>
                <a:cxnLst/>
                <a:rect l="l" t="t" r="r" b="b"/>
                <a:pathLst>
                  <a:path w="1044" h="1044" extrusionOk="0">
                    <a:moveTo>
                      <a:pt x="522" y="0"/>
                    </a:moveTo>
                    <a:cubicBezTo>
                      <a:pt x="233" y="0"/>
                      <a:pt x="0" y="234"/>
                      <a:pt x="0" y="522"/>
                    </a:cubicBezTo>
                    <a:cubicBezTo>
                      <a:pt x="0" y="809"/>
                      <a:pt x="235" y="1043"/>
                      <a:pt x="522" y="1043"/>
                    </a:cubicBezTo>
                    <a:cubicBezTo>
                      <a:pt x="809" y="1043"/>
                      <a:pt x="1043" y="809"/>
                      <a:pt x="1043" y="522"/>
                    </a:cubicBezTo>
                    <a:cubicBezTo>
                      <a:pt x="1043"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8"/>
              <p:cNvSpPr/>
              <p:nvPr/>
            </p:nvSpPr>
            <p:spPr>
              <a:xfrm rot="5400000" flipH="1">
                <a:off x="6106748" y="126522"/>
                <a:ext cx="632146" cy="285928"/>
              </a:xfrm>
              <a:custGeom>
                <a:avLst/>
                <a:gdLst/>
                <a:ahLst/>
                <a:cxnLst/>
                <a:rect l="l" t="t" r="r" b="b"/>
                <a:pathLst>
                  <a:path w="11607" h="5250" extrusionOk="0">
                    <a:moveTo>
                      <a:pt x="7737" y="0"/>
                    </a:moveTo>
                    <a:cubicBezTo>
                      <a:pt x="7697" y="0"/>
                      <a:pt x="7658" y="16"/>
                      <a:pt x="7629" y="45"/>
                    </a:cubicBezTo>
                    <a:lnTo>
                      <a:pt x="6105" y="1569"/>
                    </a:lnTo>
                    <a:lnTo>
                      <a:pt x="3503" y="1569"/>
                    </a:lnTo>
                    <a:cubicBezTo>
                      <a:pt x="3462" y="1569"/>
                      <a:pt x="3422" y="1584"/>
                      <a:pt x="3394" y="1614"/>
                    </a:cubicBezTo>
                    <a:lnTo>
                      <a:pt x="1980" y="3028"/>
                    </a:lnTo>
                    <a:cubicBezTo>
                      <a:pt x="1772" y="2871"/>
                      <a:pt x="1517" y="2775"/>
                      <a:pt x="1237" y="2775"/>
                    </a:cubicBezTo>
                    <a:cubicBezTo>
                      <a:pt x="553" y="2775"/>
                      <a:pt x="0" y="3328"/>
                      <a:pt x="0" y="4011"/>
                    </a:cubicBezTo>
                    <a:cubicBezTo>
                      <a:pt x="0" y="4695"/>
                      <a:pt x="553" y="5249"/>
                      <a:pt x="1237" y="5249"/>
                    </a:cubicBezTo>
                    <a:cubicBezTo>
                      <a:pt x="1920" y="5249"/>
                      <a:pt x="2474" y="4695"/>
                      <a:pt x="2474" y="4011"/>
                    </a:cubicBezTo>
                    <a:cubicBezTo>
                      <a:pt x="2474" y="3719"/>
                      <a:pt x="2369" y="3455"/>
                      <a:pt x="2199" y="3243"/>
                    </a:cubicBezTo>
                    <a:lnTo>
                      <a:pt x="3567" y="1876"/>
                    </a:lnTo>
                    <a:lnTo>
                      <a:pt x="6169" y="1876"/>
                    </a:lnTo>
                    <a:cubicBezTo>
                      <a:pt x="6209" y="1876"/>
                      <a:pt x="6248" y="1860"/>
                      <a:pt x="6277" y="1831"/>
                    </a:cubicBezTo>
                    <a:lnTo>
                      <a:pt x="7801" y="308"/>
                    </a:lnTo>
                    <a:lnTo>
                      <a:pt x="11453" y="308"/>
                    </a:lnTo>
                    <a:cubicBezTo>
                      <a:pt x="11538" y="308"/>
                      <a:pt x="11607" y="239"/>
                      <a:pt x="11607" y="154"/>
                    </a:cubicBezTo>
                    <a:cubicBezTo>
                      <a:pt x="11607" y="69"/>
                      <a:pt x="11538" y="0"/>
                      <a:pt x="11453"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rot="5400000" flipH="1">
                <a:off x="6318906" y="489815"/>
                <a:ext cx="56750" cy="56750"/>
              </a:xfrm>
              <a:custGeom>
                <a:avLst/>
                <a:gdLst/>
                <a:ahLst/>
                <a:cxnLst/>
                <a:rect l="l" t="t" r="r" b="b"/>
                <a:pathLst>
                  <a:path w="1042" h="1042" extrusionOk="0">
                    <a:moveTo>
                      <a:pt x="522" y="0"/>
                    </a:moveTo>
                    <a:cubicBezTo>
                      <a:pt x="233" y="0"/>
                      <a:pt x="0" y="233"/>
                      <a:pt x="0" y="520"/>
                    </a:cubicBezTo>
                    <a:cubicBezTo>
                      <a:pt x="0" y="809"/>
                      <a:pt x="233" y="1042"/>
                      <a:pt x="522" y="1042"/>
                    </a:cubicBezTo>
                    <a:cubicBezTo>
                      <a:pt x="809" y="1042"/>
                      <a:pt x="1042" y="809"/>
                      <a:pt x="1042" y="520"/>
                    </a:cubicBezTo>
                    <a:cubicBezTo>
                      <a:pt x="1042"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rot="5400000" flipH="1">
                <a:off x="4306697" y="142881"/>
                <a:ext cx="85288" cy="85343"/>
              </a:xfrm>
              <a:custGeom>
                <a:avLst/>
                <a:gdLst/>
                <a:ahLst/>
                <a:cxnLst/>
                <a:rect l="l" t="t" r="r" b="b"/>
                <a:pathLst>
                  <a:path w="1566" h="1567" extrusionOk="0">
                    <a:moveTo>
                      <a:pt x="783" y="0"/>
                    </a:moveTo>
                    <a:cubicBezTo>
                      <a:pt x="350" y="0"/>
                      <a:pt x="0" y="351"/>
                      <a:pt x="0" y="783"/>
                    </a:cubicBezTo>
                    <a:cubicBezTo>
                      <a:pt x="0" y="1216"/>
                      <a:pt x="350" y="1567"/>
                      <a:pt x="783" y="1567"/>
                    </a:cubicBezTo>
                    <a:cubicBezTo>
                      <a:pt x="1216" y="1567"/>
                      <a:pt x="1566" y="1216"/>
                      <a:pt x="1566" y="783"/>
                    </a:cubicBezTo>
                    <a:cubicBezTo>
                      <a:pt x="1566" y="351"/>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rot="5400000" flipH="1">
                <a:off x="4224650" y="60833"/>
                <a:ext cx="249384" cy="249384"/>
              </a:xfrm>
              <a:custGeom>
                <a:avLst/>
                <a:gdLst/>
                <a:ahLst/>
                <a:cxnLst/>
                <a:rect l="l" t="t" r="r" b="b"/>
                <a:pathLst>
                  <a:path w="4579" h="4579" extrusionOk="0">
                    <a:moveTo>
                      <a:pt x="2289" y="154"/>
                    </a:moveTo>
                    <a:cubicBezTo>
                      <a:pt x="3466" y="154"/>
                      <a:pt x="4425" y="1111"/>
                      <a:pt x="4425" y="2289"/>
                    </a:cubicBezTo>
                    <a:cubicBezTo>
                      <a:pt x="4425" y="3468"/>
                      <a:pt x="3466" y="4425"/>
                      <a:pt x="2289" y="4425"/>
                    </a:cubicBezTo>
                    <a:cubicBezTo>
                      <a:pt x="1112" y="4425"/>
                      <a:pt x="154" y="3466"/>
                      <a:pt x="154" y="2289"/>
                    </a:cubicBezTo>
                    <a:cubicBezTo>
                      <a:pt x="154" y="1111"/>
                      <a:pt x="1112" y="154"/>
                      <a:pt x="2289" y="154"/>
                    </a:cubicBezTo>
                    <a:close/>
                    <a:moveTo>
                      <a:pt x="2289" y="0"/>
                    </a:moveTo>
                    <a:cubicBezTo>
                      <a:pt x="1026" y="0"/>
                      <a:pt x="0" y="1027"/>
                      <a:pt x="0" y="2289"/>
                    </a:cubicBezTo>
                    <a:cubicBezTo>
                      <a:pt x="0" y="3551"/>
                      <a:pt x="1026" y="4579"/>
                      <a:pt x="2289" y="4579"/>
                    </a:cubicBezTo>
                    <a:cubicBezTo>
                      <a:pt x="3552" y="4579"/>
                      <a:pt x="4579" y="3551"/>
                      <a:pt x="4579" y="2289"/>
                    </a:cubicBezTo>
                    <a:cubicBezTo>
                      <a:pt x="4579" y="1027"/>
                      <a:pt x="3552"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8"/>
              <p:cNvSpPr/>
              <p:nvPr/>
            </p:nvSpPr>
            <p:spPr>
              <a:xfrm rot="5400000" flipH="1">
                <a:off x="4609156" y="238716"/>
                <a:ext cx="128967" cy="128967"/>
              </a:xfrm>
              <a:custGeom>
                <a:avLst/>
                <a:gdLst/>
                <a:ahLst/>
                <a:cxnLst/>
                <a:rect l="l" t="t" r="r" b="b"/>
                <a:pathLst>
                  <a:path w="2368" h="2368" extrusionOk="0">
                    <a:moveTo>
                      <a:pt x="1184" y="154"/>
                    </a:moveTo>
                    <a:cubicBezTo>
                      <a:pt x="1751" y="154"/>
                      <a:pt x="2214" y="616"/>
                      <a:pt x="2214" y="1184"/>
                    </a:cubicBezTo>
                    <a:cubicBezTo>
                      <a:pt x="2214" y="1751"/>
                      <a:pt x="1751" y="2213"/>
                      <a:pt x="1184" y="2213"/>
                    </a:cubicBezTo>
                    <a:cubicBezTo>
                      <a:pt x="617" y="2213"/>
                      <a:pt x="156" y="1751"/>
                      <a:pt x="156" y="1184"/>
                    </a:cubicBezTo>
                    <a:cubicBezTo>
                      <a:pt x="156" y="616"/>
                      <a:pt x="617" y="154"/>
                      <a:pt x="1184" y="154"/>
                    </a:cubicBezTo>
                    <a:close/>
                    <a:moveTo>
                      <a:pt x="1184" y="0"/>
                    </a:moveTo>
                    <a:cubicBezTo>
                      <a:pt x="531" y="0"/>
                      <a:pt x="1" y="531"/>
                      <a:pt x="1" y="1184"/>
                    </a:cubicBezTo>
                    <a:cubicBezTo>
                      <a:pt x="1" y="1836"/>
                      <a:pt x="531" y="2367"/>
                      <a:pt x="1184" y="2367"/>
                    </a:cubicBezTo>
                    <a:cubicBezTo>
                      <a:pt x="1837" y="2367"/>
                      <a:pt x="2367" y="1836"/>
                      <a:pt x="2367" y="1184"/>
                    </a:cubicBezTo>
                    <a:cubicBezTo>
                      <a:pt x="2367" y="531"/>
                      <a:pt x="1837" y="0"/>
                      <a:pt x="1184"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8"/>
              <p:cNvSpPr/>
              <p:nvPr/>
            </p:nvSpPr>
            <p:spPr>
              <a:xfrm rot="5400000" flipH="1">
                <a:off x="6660970" y="138777"/>
                <a:ext cx="535312" cy="164586"/>
              </a:xfrm>
              <a:custGeom>
                <a:avLst/>
                <a:gdLst/>
                <a:ahLst/>
                <a:cxnLst/>
                <a:rect l="l" t="t" r="r" b="b"/>
                <a:pathLst>
                  <a:path w="9829" h="3022" extrusionOk="0">
                    <a:moveTo>
                      <a:pt x="1238" y="1"/>
                    </a:moveTo>
                    <a:cubicBezTo>
                      <a:pt x="555" y="1"/>
                      <a:pt x="0" y="555"/>
                      <a:pt x="0" y="1239"/>
                    </a:cubicBezTo>
                    <a:cubicBezTo>
                      <a:pt x="0" y="1922"/>
                      <a:pt x="555" y="2475"/>
                      <a:pt x="1238" y="2475"/>
                    </a:cubicBezTo>
                    <a:cubicBezTo>
                      <a:pt x="1512" y="2475"/>
                      <a:pt x="1764" y="2383"/>
                      <a:pt x="1968" y="2232"/>
                    </a:cubicBezTo>
                    <a:lnTo>
                      <a:pt x="2713" y="2976"/>
                    </a:lnTo>
                    <a:cubicBezTo>
                      <a:pt x="2742" y="3005"/>
                      <a:pt x="2781" y="3021"/>
                      <a:pt x="2822" y="3021"/>
                    </a:cubicBezTo>
                    <a:lnTo>
                      <a:pt x="4763" y="3021"/>
                    </a:lnTo>
                    <a:cubicBezTo>
                      <a:pt x="4804" y="3021"/>
                      <a:pt x="4843" y="3005"/>
                      <a:pt x="4872" y="2976"/>
                    </a:cubicBezTo>
                    <a:lnTo>
                      <a:pt x="6539" y="1310"/>
                    </a:lnTo>
                    <a:lnTo>
                      <a:pt x="9675" y="1310"/>
                    </a:lnTo>
                    <a:cubicBezTo>
                      <a:pt x="9760" y="1310"/>
                      <a:pt x="9829" y="1241"/>
                      <a:pt x="9829" y="1156"/>
                    </a:cubicBezTo>
                    <a:cubicBezTo>
                      <a:pt x="9829" y="1071"/>
                      <a:pt x="9760" y="1002"/>
                      <a:pt x="9675" y="1002"/>
                    </a:cubicBezTo>
                    <a:lnTo>
                      <a:pt x="6475" y="1002"/>
                    </a:lnTo>
                    <a:cubicBezTo>
                      <a:pt x="6435" y="1002"/>
                      <a:pt x="6394" y="1019"/>
                      <a:pt x="6366" y="1047"/>
                    </a:cubicBezTo>
                    <a:lnTo>
                      <a:pt x="4700" y="2714"/>
                    </a:lnTo>
                    <a:lnTo>
                      <a:pt x="2885" y="2714"/>
                    </a:lnTo>
                    <a:lnTo>
                      <a:pt x="2191" y="2019"/>
                    </a:lnTo>
                    <a:cubicBezTo>
                      <a:pt x="2366" y="1805"/>
                      <a:pt x="2476" y="1535"/>
                      <a:pt x="2476" y="1239"/>
                    </a:cubicBezTo>
                    <a:cubicBezTo>
                      <a:pt x="2476" y="555"/>
                      <a:pt x="1921" y="1"/>
                      <a:pt x="123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rot="5400000" flipH="1">
                <a:off x="6915010" y="392872"/>
                <a:ext cx="56859" cy="56859"/>
              </a:xfrm>
              <a:custGeom>
                <a:avLst/>
                <a:gdLst/>
                <a:ahLst/>
                <a:cxnLst/>
                <a:rect l="l" t="t" r="r" b="b"/>
                <a:pathLst>
                  <a:path w="1044" h="1044" extrusionOk="0">
                    <a:moveTo>
                      <a:pt x="522" y="0"/>
                    </a:moveTo>
                    <a:cubicBezTo>
                      <a:pt x="233" y="0"/>
                      <a:pt x="0" y="234"/>
                      <a:pt x="0" y="522"/>
                    </a:cubicBezTo>
                    <a:cubicBezTo>
                      <a:pt x="0" y="809"/>
                      <a:pt x="235" y="1043"/>
                      <a:pt x="522" y="1043"/>
                    </a:cubicBezTo>
                    <a:cubicBezTo>
                      <a:pt x="809" y="1043"/>
                      <a:pt x="1043" y="809"/>
                      <a:pt x="1043" y="522"/>
                    </a:cubicBezTo>
                    <a:cubicBezTo>
                      <a:pt x="1043"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rot="5400000" flipH="1">
                <a:off x="7826899" y="126522"/>
                <a:ext cx="632146" cy="285928"/>
              </a:xfrm>
              <a:custGeom>
                <a:avLst/>
                <a:gdLst/>
                <a:ahLst/>
                <a:cxnLst/>
                <a:rect l="l" t="t" r="r" b="b"/>
                <a:pathLst>
                  <a:path w="11607" h="5250" extrusionOk="0">
                    <a:moveTo>
                      <a:pt x="7737" y="0"/>
                    </a:moveTo>
                    <a:cubicBezTo>
                      <a:pt x="7697" y="0"/>
                      <a:pt x="7658" y="16"/>
                      <a:pt x="7629" y="45"/>
                    </a:cubicBezTo>
                    <a:lnTo>
                      <a:pt x="6105" y="1569"/>
                    </a:lnTo>
                    <a:lnTo>
                      <a:pt x="3503" y="1569"/>
                    </a:lnTo>
                    <a:cubicBezTo>
                      <a:pt x="3462" y="1569"/>
                      <a:pt x="3422" y="1584"/>
                      <a:pt x="3394" y="1614"/>
                    </a:cubicBezTo>
                    <a:lnTo>
                      <a:pt x="1980" y="3028"/>
                    </a:lnTo>
                    <a:cubicBezTo>
                      <a:pt x="1772" y="2871"/>
                      <a:pt x="1517" y="2775"/>
                      <a:pt x="1237" y="2775"/>
                    </a:cubicBezTo>
                    <a:cubicBezTo>
                      <a:pt x="553" y="2775"/>
                      <a:pt x="0" y="3328"/>
                      <a:pt x="0" y="4011"/>
                    </a:cubicBezTo>
                    <a:cubicBezTo>
                      <a:pt x="0" y="4695"/>
                      <a:pt x="553" y="5249"/>
                      <a:pt x="1237" y="5249"/>
                    </a:cubicBezTo>
                    <a:cubicBezTo>
                      <a:pt x="1920" y="5249"/>
                      <a:pt x="2474" y="4695"/>
                      <a:pt x="2474" y="4011"/>
                    </a:cubicBezTo>
                    <a:cubicBezTo>
                      <a:pt x="2474" y="3719"/>
                      <a:pt x="2369" y="3455"/>
                      <a:pt x="2199" y="3243"/>
                    </a:cubicBezTo>
                    <a:lnTo>
                      <a:pt x="3567" y="1876"/>
                    </a:lnTo>
                    <a:lnTo>
                      <a:pt x="6169" y="1876"/>
                    </a:lnTo>
                    <a:cubicBezTo>
                      <a:pt x="6209" y="1876"/>
                      <a:pt x="6248" y="1860"/>
                      <a:pt x="6277" y="1831"/>
                    </a:cubicBezTo>
                    <a:lnTo>
                      <a:pt x="7801" y="308"/>
                    </a:lnTo>
                    <a:lnTo>
                      <a:pt x="11453" y="308"/>
                    </a:lnTo>
                    <a:cubicBezTo>
                      <a:pt x="11538" y="308"/>
                      <a:pt x="11607" y="239"/>
                      <a:pt x="11607" y="154"/>
                    </a:cubicBezTo>
                    <a:cubicBezTo>
                      <a:pt x="11607" y="69"/>
                      <a:pt x="11538" y="0"/>
                      <a:pt x="11453"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rot="5400000" flipH="1">
                <a:off x="8039057" y="489815"/>
                <a:ext cx="56750" cy="56750"/>
              </a:xfrm>
              <a:custGeom>
                <a:avLst/>
                <a:gdLst/>
                <a:ahLst/>
                <a:cxnLst/>
                <a:rect l="l" t="t" r="r" b="b"/>
                <a:pathLst>
                  <a:path w="1042" h="1042" extrusionOk="0">
                    <a:moveTo>
                      <a:pt x="522" y="0"/>
                    </a:moveTo>
                    <a:cubicBezTo>
                      <a:pt x="233" y="0"/>
                      <a:pt x="0" y="233"/>
                      <a:pt x="0" y="520"/>
                    </a:cubicBezTo>
                    <a:cubicBezTo>
                      <a:pt x="0" y="809"/>
                      <a:pt x="233" y="1042"/>
                      <a:pt x="522" y="1042"/>
                    </a:cubicBezTo>
                    <a:cubicBezTo>
                      <a:pt x="809" y="1042"/>
                      <a:pt x="1042" y="809"/>
                      <a:pt x="1042" y="520"/>
                    </a:cubicBezTo>
                    <a:cubicBezTo>
                      <a:pt x="1042"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rot="5400000" flipH="1">
                <a:off x="8595264" y="444368"/>
                <a:ext cx="128967" cy="128967"/>
              </a:xfrm>
              <a:custGeom>
                <a:avLst/>
                <a:gdLst/>
                <a:ahLst/>
                <a:cxnLst/>
                <a:rect l="l" t="t" r="r" b="b"/>
                <a:pathLst>
                  <a:path w="2368" h="2368" extrusionOk="0">
                    <a:moveTo>
                      <a:pt x="1184" y="154"/>
                    </a:moveTo>
                    <a:cubicBezTo>
                      <a:pt x="1751" y="154"/>
                      <a:pt x="2214" y="617"/>
                      <a:pt x="2214" y="1184"/>
                    </a:cubicBezTo>
                    <a:cubicBezTo>
                      <a:pt x="2214" y="1751"/>
                      <a:pt x="1751" y="2212"/>
                      <a:pt x="1184" y="2212"/>
                    </a:cubicBezTo>
                    <a:cubicBezTo>
                      <a:pt x="616" y="2212"/>
                      <a:pt x="155" y="1751"/>
                      <a:pt x="155" y="1184"/>
                    </a:cubicBezTo>
                    <a:cubicBezTo>
                      <a:pt x="155" y="617"/>
                      <a:pt x="616" y="154"/>
                      <a:pt x="1184" y="154"/>
                    </a:cubicBezTo>
                    <a:close/>
                    <a:moveTo>
                      <a:pt x="1184" y="1"/>
                    </a:moveTo>
                    <a:cubicBezTo>
                      <a:pt x="531" y="1"/>
                      <a:pt x="0" y="531"/>
                      <a:pt x="0" y="1184"/>
                    </a:cubicBezTo>
                    <a:cubicBezTo>
                      <a:pt x="0" y="1837"/>
                      <a:pt x="531" y="2367"/>
                      <a:pt x="1184" y="2367"/>
                    </a:cubicBezTo>
                    <a:cubicBezTo>
                      <a:pt x="1836" y="2367"/>
                      <a:pt x="2367" y="1837"/>
                      <a:pt x="2367" y="1184"/>
                    </a:cubicBezTo>
                    <a:cubicBezTo>
                      <a:pt x="2367" y="531"/>
                      <a:pt x="1836" y="1"/>
                      <a:pt x="118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 name="Google Shape;399;p8"/>
            <p:cNvGrpSpPr/>
            <p:nvPr/>
          </p:nvGrpSpPr>
          <p:grpSpPr>
            <a:xfrm flipH="1">
              <a:off x="8120705" y="3878198"/>
              <a:ext cx="947059" cy="1331003"/>
              <a:chOff x="5463078" y="3878198"/>
              <a:chExt cx="947059" cy="1331003"/>
            </a:xfrm>
          </p:grpSpPr>
          <p:sp>
            <p:nvSpPr>
              <p:cNvPr id="400" name="Google Shape;400;p8"/>
              <p:cNvSpPr/>
              <p:nvPr/>
            </p:nvSpPr>
            <p:spPr>
              <a:xfrm>
                <a:off x="5737830" y="4152868"/>
                <a:ext cx="188422" cy="1056333"/>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8"/>
              <p:cNvSpPr/>
              <p:nvPr/>
            </p:nvSpPr>
            <p:spPr>
              <a:xfrm>
                <a:off x="5835302" y="4189944"/>
                <a:ext cx="53931" cy="53931"/>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5925793" y="4025353"/>
                <a:ext cx="484344" cy="1183792"/>
              </a:xfrm>
              <a:custGeom>
                <a:avLst/>
                <a:gdLst/>
                <a:ahLst/>
                <a:cxnLst/>
                <a:rect l="l" t="t" r="r" b="b"/>
                <a:pathLst>
                  <a:path w="9367" h="22894" extrusionOk="0">
                    <a:moveTo>
                      <a:pt x="1897" y="1"/>
                    </a:moveTo>
                    <a:cubicBezTo>
                      <a:pt x="1214" y="1"/>
                      <a:pt x="661" y="555"/>
                      <a:pt x="661" y="1238"/>
                    </a:cubicBezTo>
                    <a:cubicBezTo>
                      <a:pt x="661" y="1847"/>
                      <a:pt x="1103" y="2352"/>
                      <a:pt x="1683" y="2454"/>
                    </a:cubicBezTo>
                    <a:lnTo>
                      <a:pt x="1683" y="8153"/>
                    </a:lnTo>
                    <a:lnTo>
                      <a:pt x="46" y="9790"/>
                    </a:lnTo>
                    <a:cubicBezTo>
                      <a:pt x="17" y="9819"/>
                      <a:pt x="1" y="9858"/>
                      <a:pt x="1" y="9899"/>
                    </a:cubicBezTo>
                    <a:lnTo>
                      <a:pt x="1" y="13697"/>
                    </a:lnTo>
                    <a:cubicBezTo>
                      <a:pt x="1" y="13738"/>
                      <a:pt x="17" y="13778"/>
                      <a:pt x="46" y="13806"/>
                    </a:cubicBezTo>
                    <a:lnTo>
                      <a:pt x="9090" y="22849"/>
                    </a:lnTo>
                    <a:cubicBezTo>
                      <a:pt x="9119" y="22879"/>
                      <a:pt x="9158" y="22894"/>
                      <a:pt x="9198" y="22894"/>
                    </a:cubicBezTo>
                    <a:cubicBezTo>
                      <a:pt x="9237" y="22894"/>
                      <a:pt x="9276" y="22879"/>
                      <a:pt x="9307" y="22849"/>
                    </a:cubicBezTo>
                    <a:cubicBezTo>
                      <a:pt x="9366" y="22790"/>
                      <a:pt x="9366" y="22692"/>
                      <a:pt x="9307" y="22631"/>
                    </a:cubicBezTo>
                    <a:lnTo>
                      <a:pt x="308" y="13634"/>
                    </a:lnTo>
                    <a:lnTo>
                      <a:pt x="308" y="9963"/>
                    </a:lnTo>
                    <a:lnTo>
                      <a:pt x="1946" y="8326"/>
                    </a:lnTo>
                    <a:cubicBezTo>
                      <a:pt x="1974" y="8297"/>
                      <a:pt x="1991" y="8258"/>
                      <a:pt x="1991" y="8217"/>
                    </a:cubicBezTo>
                    <a:lnTo>
                      <a:pt x="1991" y="2466"/>
                    </a:lnTo>
                    <a:cubicBezTo>
                      <a:pt x="2629" y="2417"/>
                      <a:pt x="3135" y="1890"/>
                      <a:pt x="3135" y="1238"/>
                    </a:cubicBezTo>
                    <a:cubicBezTo>
                      <a:pt x="3135" y="555"/>
                      <a:pt x="2580" y="1"/>
                      <a:pt x="1897"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5996893" y="4062429"/>
                <a:ext cx="53983" cy="53879"/>
              </a:xfrm>
              <a:custGeom>
                <a:avLst/>
                <a:gdLst/>
                <a:ahLst/>
                <a:cxnLst/>
                <a:rect l="l" t="t" r="r" b="b"/>
                <a:pathLst>
                  <a:path w="1044" h="1042" extrusionOk="0">
                    <a:moveTo>
                      <a:pt x="522" y="0"/>
                    </a:moveTo>
                    <a:cubicBezTo>
                      <a:pt x="235" y="0"/>
                      <a:pt x="1" y="233"/>
                      <a:pt x="1" y="521"/>
                    </a:cubicBezTo>
                    <a:cubicBezTo>
                      <a:pt x="1" y="809"/>
                      <a:pt x="235" y="1042"/>
                      <a:pt x="522" y="1042"/>
                    </a:cubicBezTo>
                    <a:cubicBezTo>
                      <a:pt x="811" y="1042"/>
                      <a:pt x="1043" y="809"/>
                      <a:pt x="1043" y="521"/>
                    </a:cubicBezTo>
                    <a:cubicBezTo>
                      <a:pt x="1043" y="233"/>
                      <a:pt x="81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8"/>
              <p:cNvSpPr/>
              <p:nvPr/>
            </p:nvSpPr>
            <p:spPr>
              <a:xfrm>
                <a:off x="5576031" y="4457126"/>
                <a:ext cx="138369" cy="752034"/>
              </a:xfrm>
              <a:custGeom>
                <a:avLst/>
                <a:gdLst/>
                <a:ahLst/>
                <a:cxnLst/>
                <a:rect l="l" t="t" r="r" b="b"/>
                <a:pathLst>
                  <a:path w="2676" h="14544" extrusionOk="0">
                    <a:moveTo>
                      <a:pt x="1438" y="0"/>
                    </a:moveTo>
                    <a:cubicBezTo>
                      <a:pt x="755" y="0"/>
                      <a:pt x="200" y="555"/>
                      <a:pt x="200" y="1238"/>
                    </a:cubicBezTo>
                    <a:cubicBezTo>
                      <a:pt x="200" y="1525"/>
                      <a:pt x="302" y="1786"/>
                      <a:pt x="466" y="1996"/>
                    </a:cubicBezTo>
                    <a:lnTo>
                      <a:pt x="45" y="2417"/>
                    </a:lnTo>
                    <a:cubicBezTo>
                      <a:pt x="17" y="2445"/>
                      <a:pt x="1" y="2484"/>
                      <a:pt x="1" y="2526"/>
                    </a:cubicBezTo>
                    <a:lnTo>
                      <a:pt x="1" y="8856"/>
                    </a:lnTo>
                    <a:cubicBezTo>
                      <a:pt x="1" y="8896"/>
                      <a:pt x="17" y="8935"/>
                      <a:pt x="45" y="8965"/>
                    </a:cubicBezTo>
                    <a:lnTo>
                      <a:pt x="1990" y="10908"/>
                    </a:lnTo>
                    <a:lnTo>
                      <a:pt x="1990" y="14390"/>
                    </a:lnTo>
                    <a:cubicBezTo>
                      <a:pt x="1990" y="14475"/>
                      <a:pt x="2059" y="14544"/>
                      <a:pt x="2144" y="14544"/>
                    </a:cubicBezTo>
                    <a:cubicBezTo>
                      <a:pt x="2229" y="14544"/>
                      <a:pt x="2297" y="14475"/>
                      <a:pt x="2297" y="14390"/>
                    </a:cubicBezTo>
                    <a:lnTo>
                      <a:pt x="2297" y="10846"/>
                    </a:lnTo>
                    <a:cubicBezTo>
                      <a:pt x="2297" y="10804"/>
                      <a:pt x="2281" y="10765"/>
                      <a:pt x="2253" y="10737"/>
                    </a:cubicBezTo>
                    <a:lnTo>
                      <a:pt x="308" y="8792"/>
                    </a:lnTo>
                    <a:lnTo>
                      <a:pt x="308" y="2589"/>
                    </a:lnTo>
                    <a:lnTo>
                      <a:pt x="684" y="2213"/>
                    </a:lnTo>
                    <a:lnTo>
                      <a:pt x="685" y="2213"/>
                    </a:lnTo>
                    <a:cubicBezTo>
                      <a:pt x="894" y="2375"/>
                      <a:pt x="1153" y="2475"/>
                      <a:pt x="1438" y="2475"/>
                    </a:cubicBezTo>
                    <a:cubicBezTo>
                      <a:pt x="2121" y="2475"/>
                      <a:pt x="2676" y="1921"/>
                      <a:pt x="2676" y="1238"/>
                    </a:cubicBezTo>
                    <a:cubicBezTo>
                      <a:pt x="2676" y="555"/>
                      <a:pt x="2121" y="0"/>
                      <a:pt x="1438"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8"/>
              <p:cNvSpPr/>
              <p:nvPr/>
            </p:nvSpPr>
            <p:spPr>
              <a:xfrm>
                <a:off x="5623397" y="4494150"/>
                <a:ext cx="53983" cy="53983"/>
              </a:xfrm>
              <a:custGeom>
                <a:avLst/>
                <a:gdLst/>
                <a:ahLst/>
                <a:cxnLst/>
                <a:rect l="l" t="t" r="r" b="b"/>
                <a:pathLst>
                  <a:path w="1044" h="1044" extrusionOk="0">
                    <a:moveTo>
                      <a:pt x="522" y="1"/>
                    </a:moveTo>
                    <a:cubicBezTo>
                      <a:pt x="235" y="1"/>
                      <a:pt x="1" y="234"/>
                      <a:pt x="1" y="522"/>
                    </a:cubicBezTo>
                    <a:cubicBezTo>
                      <a:pt x="1" y="809"/>
                      <a:pt x="235" y="1044"/>
                      <a:pt x="522" y="1044"/>
                    </a:cubicBezTo>
                    <a:cubicBezTo>
                      <a:pt x="809" y="1044"/>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8"/>
              <p:cNvSpPr/>
              <p:nvPr/>
            </p:nvSpPr>
            <p:spPr>
              <a:xfrm>
                <a:off x="5893320" y="4690956"/>
                <a:ext cx="80974" cy="81026"/>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8"/>
              <p:cNvSpPr/>
              <p:nvPr/>
            </p:nvSpPr>
            <p:spPr>
              <a:xfrm>
                <a:off x="5815394" y="4613081"/>
                <a:ext cx="236820" cy="236769"/>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8" name="Google Shape;408;p8"/>
              <p:cNvGrpSpPr/>
              <p:nvPr/>
            </p:nvGrpSpPr>
            <p:grpSpPr>
              <a:xfrm>
                <a:off x="5463078" y="3878198"/>
                <a:ext cx="274737" cy="274677"/>
                <a:chOff x="1111176" y="-150810"/>
                <a:chExt cx="231748" cy="231697"/>
              </a:xfrm>
            </p:grpSpPr>
            <p:sp>
              <p:nvSpPr>
                <p:cNvPr id="409" name="Google Shape;409;p8"/>
                <p:cNvSpPr/>
                <p:nvPr/>
              </p:nvSpPr>
              <p:spPr>
                <a:xfrm rot="-5400000">
                  <a:off x="1187406" y="-74582"/>
                  <a:ext cx="79240" cy="79290"/>
                </a:xfrm>
                <a:custGeom>
                  <a:avLst/>
                  <a:gdLst/>
                  <a:ahLst/>
                  <a:cxnLst/>
                  <a:rect l="l" t="t" r="r" b="b"/>
                  <a:pathLst>
                    <a:path w="1566" h="1567" extrusionOk="0">
                      <a:moveTo>
                        <a:pt x="783" y="1"/>
                      </a:moveTo>
                      <a:cubicBezTo>
                        <a:pt x="350" y="1"/>
                        <a:pt x="0" y="352"/>
                        <a:pt x="0" y="784"/>
                      </a:cubicBezTo>
                      <a:cubicBezTo>
                        <a:pt x="0" y="1216"/>
                        <a:pt x="350" y="1567"/>
                        <a:pt x="783" y="1567"/>
                      </a:cubicBezTo>
                      <a:cubicBezTo>
                        <a:pt x="1216" y="1567"/>
                        <a:pt x="1565" y="1216"/>
                        <a:pt x="1565" y="784"/>
                      </a:cubicBezTo>
                      <a:cubicBezTo>
                        <a:pt x="1565" y="352"/>
                        <a:pt x="1216" y="1"/>
                        <a:pt x="783" y="1"/>
                      </a:cubicBezTo>
                      <a:close/>
                    </a:path>
                  </a:pathLst>
                </a:custGeom>
                <a:solidFill>
                  <a:schemeClr val="dk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rot="-5400000">
                  <a:off x="1111201" y="-150836"/>
                  <a:ext cx="231697" cy="231748"/>
                </a:xfrm>
                <a:custGeom>
                  <a:avLst/>
                  <a:gdLst/>
                  <a:ahLst/>
                  <a:cxnLst/>
                  <a:rect l="l" t="t" r="r" b="b"/>
                  <a:pathLst>
                    <a:path w="4579" h="4580" extrusionOk="0">
                      <a:moveTo>
                        <a:pt x="2289" y="154"/>
                      </a:moveTo>
                      <a:cubicBezTo>
                        <a:pt x="3466" y="154"/>
                        <a:pt x="4425" y="1112"/>
                        <a:pt x="4425" y="2290"/>
                      </a:cubicBezTo>
                      <a:cubicBezTo>
                        <a:pt x="4425" y="3468"/>
                        <a:pt x="3466" y="4425"/>
                        <a:pt x="2289" y="4425"/>
                      </a:cubicBezTo>
                      <a:cubicBezTo>
                        <a:pt x="1111" y="4425"/>
                        <a:pt x="154" y="3468"/>
                        <a:pt x="154" y="2290"/>
                      </a:cubicBezTo>
                      <a:cubicBezTo>
                        <a:pt x="154" y="1113"/>
                        <a:pt x="1111" y="154"/>
                        <a:pt x="2289" y="154"/>
                      </a:cubicBezTo>
                      <a:close/>
                      <a:moveTo>
                        <a:pt x="2289" y="0"/>
                      </a:moveTo>
                      <a:cubicBezTo>
                        <a:pt x="1026" y="0"/>
                        <a:pt x="0" y="1028"/>
                        <a:pt x="0" y="2290"/>
                      </a:cubicBezTo>
                      <a:cubicBezTo>
                        <a:pt x="0" y="3552"/>
                        <a:pt x="1026" y="4579"/>
                        <a:pt x="2289" y="4579"/>
                      </a:cubicBezTo>
                      <a:cubicBezTo>
                        <a:pt x="3551" y="4579"/>
                        <a:pt x="4579" y="3552"/>
                        <a:pt x="4579" y="2290"/>
                      </a:cubicBezTo>
                      <a:cubicBezTo>
                        <a:pt x="4579" y="1028"/>
                        <a:pt x="3551"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1" name="Google Shape;411;p8"/>
            <p:cNvGrpSpPr/>
            <p:nvPr/>
          </p:nvGrpSpPr>
          <p:grpSpPr>
            <a:xfrm>
              <a:off x="106959" y="3375371"/>
              <a:ext cx="2388523" cy="1855644"/>
              <a:chOff x="106959" y="3375371"/>
              <a:chExt cx="2388523" cy="1855644"/>
            </a:xfrm>
          </p:grpSpPr>
          <p:sp>
            <p:nvSpPr>
              <p:cNvPr id="412" name="Google Shape;412;p8"/>
              <p:cNvSpPr/>
              <p:nvPr/>
            </p:nvSpPr>
            <p:spPr>
              <a:xfrm rot="-5400000" flipH="1">
                <a:off x="380773" y="3910916"/>
                <a:ext cx="1283316" cy="1274823"/>
              </a:xfrm>
              <a:custGeom>
                <a:avLst/>
                <a:gdLst/>
                <a:ahLst/>
                <a:cxnLst/>
                <a:rect l="l" t="t" r="r" b="b"/>
                <a:pathLst>
                  <a:path w="30672" h="30469" extrusionOk="0">
                    <a:moveTo>
                      <a:pt x="217" y="1"/>
                    </a:moveTo>
                    <a:cubicBezTo>
                      <a:pt x="167" y="1"/>
                      <a:pt x="116" y="20"/>
                      <a:pt x="78" y="59"/>
                    </a:cubicBezTo>
                    <a:cubicBezTo>
                      <a:pt x="1" y="136"/>
                      <a:pt x="1" y="261"/>
                      <a:pt x="78" y="340"/>
                    </a:cubicBezTo>
                    <a:lnTo>
                      <a:pt x="4122" y="4384"/>
                    </a:lnTo>
                    <a:cubicBezTo>
                      <a:pt x="4159" y="4420"/>
                      <a:pt x="4209" y="4442"/>
                      <a:pt x="4261" y="4442"/>
                    </a:cubicBezTo>
                    <a:lnTo>
                      <a:pt x="11938" y="4442"/>
                    </a:lnTo>
                    <a:lnTo>
                      <a:pt x="18041" y="10543"/>
                    </a:lnTo>
                    <a:lnTo>
                      <a:pt x="18041" y="18056"/>
                    </a:lnTo>
                    <a:cubicBezTo>
                      <a:pt x="18041" y="18109"/>
                      <a:pt x="18062" y="18159"/>
                      <a:pt x="18099" y="18195"/>
                    </a:cubicBezTo>
                    <a:lnTo>
                      <a:pt x="30314" y="30411"/>
                    </a:lnTo>
                    <a:cubicBezTo>
                      <a:pt x="30353" y="30450"/>
                      <a:pt x="30403" y="30469"/>
                      <a:pt x="30454" y="30469"/>
                    </a:cubicBezTo>
                    <a:cubicBezTo>
                      <a:pt x="30505" y="30469"/>
                      <a:pt x="30555" y="30449"/>
                      <a:pt x="30593" y="30411"/>
                    </a:cubicBezTo>
                    <a:cubicBezTo>
                      <a:pt x="30671" y="30333"/>
                      <a:pt x="30671" y="30207"/>
                      <a:pt x="30593" y="30130"/>
                    </a:cubicBezTo>
                    <a:lnTo>
                      <a:pt x="18437" y="17974"/>
                    </a:lnTo>
                    <a:lnTo>
                      <a:pt x="18437" y="10461"/>
                    </a:lnTo>
                    <a:cubicBezTo>
                      <a:pt x="18437" y="10408"/>
                      <a:pt x="18416" y="10359"/>
                      <a:pt x="18379" y="10322"/>
                    </a:cubicBezTo>
                    <a:lnTo>
                      <a:pt x="12161" y="4104"/>
                    </a:lnTo>
                    <a:cubicBezTo>
                      <a:pt x="12124" y="4066"/>
                      <a:pt x="12073" y="4046"/>
                      <a:pt x="12021" y="4046"/>
                    </a:cubicBezTo>
                    <a:lnTo>
                      <a:pt x="4344" y="4046"/>
                    </a:lnTo>
                    <a:lnTo>
                      <a:pt x="358" y="59"/>
                    </a:lnTo>
                    <a:cubicBezTo>
                      <a:pt x="319" y="20"/>
                      <a:pt x="268" y="1"/>
                      <a:pt x="217"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rot="-5400000" flipH="1">
                <a:off x="414815" y="4316978"/>
                <a:ext cx="691029" cy="1137044"/>
              </a:xfrm>
              <a:custGeom>
                <a:avLst/>
                <a:gdLst/>
                <a:ahLst/>
                <a:cxnLst/>
                <a:rect l="l" t="t" r="r" b="b"/>
                <a:pathLst>
                  <a:path w="16516" h="27176" extrusionOk="0">
                    <a:moveTo>
                      <a:pt x="199" y="1"/>
                    </a:moveTo>
                    <a:cubicBezTo>
                      <a:pt x="89" y="1"/>
                      <a:pt x="0" y="89"/>
                      <a:pt x="0" y="198"/>
                    </a:cubicBezTo>
                    <a:lnTo>
                      <a:pt x="0" y="3234"/>
                    </a:lnTo>
                    <a:cubicBezTo>
                      <a:pt x="0" y="3287"/>
                      <a:pt x="22" y="3337"/>
                      <a:pt x="58" y="3375"/>
                    </a:cubicBezTo>
                    <a:lnTo>
                      <a:pt x="8117" y="11432"/>
                    </a:lnTo>
                    <a:lnTo>
                      <a:pt x="8117" y="18999"/>
                    </a:lnTo>
                    <a:cubicBezTo>
                      <a:pt x="8117" y="20426"/>
                      <a:pt x="15344" y="26448"/>
                      <a:pt x="16168" y="27129"/>
                    </a:cubicBezTo>
                    <a:cubicBezTo>
                      <a:pt x="16205" y="27160"/>
                      <a:pt x="16249" y="27175"/>
                      <a:pt x="16293" y="27175"/>
                    </a:cubicBezTo>
                    <a:cubicBezTo>
                      <a:pt x="16350" y="27175"/>
                      <a:pt x="16407" y="27151"/>
                      <a:pt x="16446" y="27103"/>
                    </a:cubicBezTo>
                    <a:cubicBezTo>
                      <a:pt x="16515" y="27019"/>
                      <a:pt x="16504" y="26895"/>
                      <a:pt x="16420" y="26826"/>
                    </a:cubicBezTo>
                    <a:cubicBezTo>
                      <a:pt x="13363" y="24296"/>
                      <a:pt x="8513" y="19933"/>
                      <a:pt x="8513" y="18999"/>
                    </a:cubicBezTo>
                    <a:lnTo>
                      <a:pt x="8513" y="11351"/>
                    </a:lnTo>
                    <a:cubicBezTo>
                      <a:pt x="8513" y="11298"/>
                      <a:pt x="8492" y="11248"/>
                      <a:pt x="8455" y="11210"/>
                    </a:cubicBezTo>
                    <a:lnTo>
                      <a:pt x="396" y="3152"/>
                    </a:lnTo>
                    <a:lnTo>
                      <a:pt x="396" y="198"/>
                    </a:lnTo>
                    <a:cubicBezTo>
                      <a:pt x="396" y="89"/>
                      <a:pt x="308" y="1"/>
                      <a:pt x="19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8"/>
              <p:cNvSpPr/>
              <p:nvPr/>
            </p:nvSpPr>
            <p:spPr>
              <a:xfrm rot="-5400000" flipH="1">
                <a:off x="625092" y="4842774"/>
                <a:ext cx="84391" cy="84391"/>
              </a:xfrm>
              <a:custGeom>
                <a:avLst/>
                <a:gdLst/>
                <a:ahLst/>
                <a:cxnLst/>
                <a:rect l="l" t="t" r="r" b="b"/>
                <a:pathLst>
                  <a:path w="2017" h="2017" extrusionOk="0">
                    <a:moveTo>
                      <a:pt x="1009" y="1"/>
                    </a:moveTo>
                    <a:cubicBezTo>
                      <a:pt x="452" y="1"/>
                      <a:pt x="1" y="452"/>
                      <a:pt x="1" y="1009"/>
                    </a:cubicBezTo>
                    <a:cubicBezTo>
                      <a:pt x="1" y="1566"/>
                      <a:pt x="452" y="2016"/>
                      <a:pt x="1009" y="2016"/>
                    </a:cubicBezTo>
                    <a:cubicBezTo>
                      <a:pt x="1566" y="2016"/>
                      <a:pt x="2016" y="1566"/>
                      <a:pt x="2016" y="1009"/>
                    </a:cubicBezTo>
                    <a:cubicBezTo>
                      <a:pt x="2016" y="452"/>
                      <a:pt x="1566" y="1"/>
                      <a:pt x="10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8"/>
              <p:cNvSpPr/>
              <p:nvPr/>
            </p:nvSpPr>
            <p:spPr>
              <a:xfrm rot="-5400000" flipH="1">
                <a:off x="543966" y="4761648"/>
                <a:ext cx="246689" cy="246689"/>
              </a:xfrm>
              <a:custGeom>
                <a:avLst/>
                <a:gdLst/>
                <a:ahLst/>
                <a:cxnLst/>
                <a:rect l="l" t="t" r="r" b="b"/>
                <a:pathLst>
                  <a:path w="5896" h="5896" extrusionOk="0">
                    <a:moveTo>
                      <a:pt x="2948" y="198"/>
                    </a:moveTo>
                    <a:cubicBezTo>
                      <a:pt x="4464" y="198"/>
                      <a:pt x="5697" y="1431"/>
                      <a:pt x="5697" y="2948"/>
                    </a:cubicBezTo>
                    <a:cubicBezTo>
                      <a:pt x="5697" y="4463"/>
                      <a:pt x="4464" y="5697"/>
                      <a:pt x="2948" y="5697"/>
                    </a:cubicBezTo>
                    <a:cubicBezTo>
                      <a:pt x="1433" y="5697"/>
                      <a:pt x="200" y="4463"/>
                      <a:pt x="200" y="2948"/>
                    </a:cubicBezTo>
                    <a:cubicBezTo>
                      <a:pt x="200" y="1432"/>
                      <a:pt x="1433" y="198"/>
                      <a:pt x="2948" y="198"/>
                    </a:cubicBezTo>
                    <a:close/>
                    <a:moveTo>
                      <a:pt x="2948" y="1"/>
                    </a:moveTo>
                    <a:cubicBezTo>
                      <a:pt x="1324" y="1"/>
                      <a:pt x="1" y="1322"/>
                      <a:pt x="1" y="2948"/>
                    </a:cubicBezTo>
                    <a:cubicBezTo>
                      <a:pt x="1" y="4572"/>
                      <a:pt x="1324" y="5895"/>
                      <a:pt x="2948" y="5895"/>
                    </a:cubicBezTo>
                    <a:cubicBezTo>
                      <a:pt x="4574" y="5895"/>
                      <a:pt x="5895" y="4572"/>
                      <a:pt x="5895" y="2948"/>
                    </a:cubicBezTo>
                    <a:cubicBezTo>
                      <a:pt x="5895" y="1322"/>
                      <a:pt x="4574" y="1"/>
                      <a:pt x="294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rot="-5400000" flipH="1">
                <a:off x="311195" y="3830418"/>
                <a:ext cx="133344" cy="133302"/>
              </a:xfrm>
              <a:custGeom>
                <a:avLst/>
                <a:gdLst/>
                <a:ahLst/>
                <a:cxnLst/>
                <a:rect l="l" t="t" r="r" b="b"/>
                <a:pathLst>
                  <a:path w="3187" h="3186" extrusionOk="0">
                    <a:moveTo>
                      <a:pt x="1593" y="0"/>
                    </a:moveTo>
                    <a:cubicBezTo>
                      <a:pt x="714" y="0"/>
                      <a:pt x="1" y="713"/>
                      <a:pt x="1" y="1593"/>
                    </a:cubicBezTo>
                    <a:cubicBezTo>
                      <a:pt x="1" y="2472"/>
                      <a:pt x="714" y="3185"/>
                      <a:pt x="1593" y="3185"/>
                    </a:cubicBezTo>
                    <a:cubicBezTo>
                      <a:pt x="2473" y="3185"/>
                      <a:pt x="3187" y="2472"/>
                      <a:pt x="3187" y="1593"/>
                    </a:cubicBezTo>
                    <a:cubicBezTo>
                      <a:pt x="3187" y="713"/>
                      <a:pt x="2473" y="0"/>
                      <a:pt x="1593"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rot="-5400000" flipH="1">
                <a:off x="349771" y="3868993"/>
                <a:ext cx="56191" cy="56149"/>
              </a:xfrm>
              <a:custGeom>
                <a:avLst/>
                <a:gdLst/>
                <a:ahLst/>
                <a:cxnLst/>
                <a:rect l="l" t="t" r="r" b="b"/>
                <a:pathLst>
                  <a:path w="1343" h="1342" extrusionOk="0">
                    <a:moveTo>
                      <a:pt x="671" y="1"/>
                    </a:moveTo>
                    <a:cubicBezTo>
                      <a:pt x="301" y="1"/>
                      <a:pt x="1" y="301"/>
                      <a:pt x="1" y="671"/>
                    </a:cubicBezTo>
                    <a:cubicBezTo>
                      <a:pt x="1" y="1041"/>
                      <a:pt x="301" y="1341"/>
                      <a:pt x="671" y="1341"/>
                    </a:cubicBezTo>
                    <a:cubicBezTo>
                      <a:pt x="1042" y="1341"/>
                      <a:pt x="1343" y="1041"/>
                      <a:pt x="1343" y="671"/>
                    </a:cubicBezTo>
                    <a:cubicBezTo>
                      <a:pt x="1343" y="301"/>
                      <a:pt x="1042" y="1"/>
                      <a:pt x="6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rot="-5400000" flipH="1">
                <a:off x="106959" y="4481662"/>
                <a:ext cx="133302" cy="133302"/>
              </a:xfrm>
              <a:custGeom>
                <a:avLst/>
                <a:gdLst/>
                <a:ahLst/>
                <a:cxnLst/>
                <a:rect l="l" t="t" r="r" b="b"/>
                <a:pathLst>
                  <a:path w="3186" h="3186" extrusionOk="0">
                    <a:moveTo>
                      <a:pt x="1593" y="0"/>
                    </a:moveTo>
                    <a:cubicBezTo>
                      <a:pt x="713" y="0"/>
                      <a:pt x="1" y="713"/>
                      <a:pt x="1" y="1592"/>
                    </a:cubicBezTo>
                    <a:cubicBezTo>
                      <a:pt x="1" y="2472"/>
                      <a:pt x="713" y="3186"/>
                      <a:pt x="1593" y="3186"/>
                    </a:cubicBezTo>
                    <a:cubicBezTo>
                      <a:pt x="2473" y="3186"/>
                      <a:pt x="3185" y="2472"/>
                      <a:pt x="3185" y="1592"/>
                    </a:cubicBezTo>
                    <a:cubicBezTo>
                      <a:pt x="3185" y="713"/>
                      <a:pt x="2473" y="0"/>
                      <a:pt x="1593"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8"/>
              <p:cNvSpPr/>
              <p:nvPr/>
            </p:nvSpPr>
            <p:spPr>
              <a:xfrm rot="-5400000" flipH="1">
                <a:off x="145534" y="4520237"/>
                <a:ext cx="56149" cy="56149"/>
              </a:xfrm>
              <a:custGeom>
                <a:avLst/>
                <a:gdLst/>
                <a:ahLst/>
                <a:cxnLst/>
                <a:rect l="l" t="t" r="r" b="b"/>
                <a:pathLst>
                  <a:path w="1342" h="1342" extrusionOk="0">
                    <a:moveTo>
                      <a:pt x="671" y="0"/>
                    </a:moveTo>
                    <a:cubicBezTo>
                      <a:pt x="301" y="0"/>
                      <a:pt x="1" y="300"/>
                      <a:pt x="1" y="670"/>
                    </a:cubicBezTo>
                    <a:cubicBezTo>
                      <a:pt x="1" y="1042"/>
                      <a:pt x="301" y="1342"/>
                      <a:pt x="671" y="1342"/>
                    </a:cubicBezTo>
                    <a:cubicBezTo>
                      <a:pt x="1041" y="1342"/>
                      <a:pt x="1341" y="1042"/>
                      <a:pt x="1341" y="670"/>
                    </a:cubicBezTo>
                    <a:cubicBezTo>
                      <a:pt x="1341" y="300"/>
                      <a:pt x="1041" y="0"/>
                      <a:pt x="6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8"/>
              <p:cNvSpPr/>
              <p:nvPr/>
            </p:nvSpPr>
            <p:spPr>
              <a:xfrm rot="-5400000" flipH="1">
                <a:off x="2329961" y="4788504"/>
                <a:ext cx="84391" cy="84391"/>
              </a:xfrm>
              <a:custGeom>
                <a:avLst/>
                <a:gdLst/>
                <a:ahLst/>
                <a:cxnLst/>
                <a:rect l="l" t="t" r="r" b="b"/>
                <a:pathLst>
                  <a:path w="2017" h="2017" extrusionOk="0">
                    <a:moveTo>
                      <a:pt x="1009" y="1"/>
                    </a:moveTo>
                    <a:cubicBezTo>
                      <a:pt x="453" y="1"/>
                      <a:pt x="1" y="452"/>
                      <a:pt x="1" y="1008"/>
                    </a:cubicBezTo>
                    <a:cubicBezTo>
                      <a:pt x="1" y="1565"/>
                      <a:pt x="453" y="2016"/>
                      <a:pt x="1009" y="2016"/>
                    </a:cubicBezTo>
                    <a:cubicBezTo>
                      <a:pt x="1566" y="2016"/>
                      <a:pt x="2017" y="1565"/>
                      <a:pt x="2017" y="1008"/>
                    </a:cubicBezTo>
                    <a:cubicBezTo>
                      <a:pt x="2017" y="452"/>
                      <a:pt x="1566" y="1"/>
                      <a:pt x="10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rot="-5400000" flipH="1">
                <a:off x="2248814" y="4707400"/>
                <a:ext cx="246647" cy="246689"/>
              </a:xfrm>
              <a:custGeom>
                <a:avLst/>
                <a:gdLst/>
                <a:ahLst/>
                <a:cxnLst/>
                <a:rect l="l" t="t" r="r" b="b"/>
                <a:pathLst>
                  <a:path w="5895" h="5896" extrusionOk="0">
                    <a:moveTo>
                      <a:pt x="2947" y="199"/>
                    </a:moveTo>
                    <a:cubicBezTo>
                      <a:pt x="4463" y="199"/>
                      <a:pt x="5696" y="1432"/>
                      <a:pt x="5696" y="2948"/>
                    </a:cubicBezTo>
                    <a:cubicBezTo>
                      <a:pt x="5696" y="4465"/>
                      <a:pt x="4463" y="5698"/>
                      <a:pt x="2947" y="5698"/>
                    </a:cubicBezTo>
                    <a:cubicBezTo>
                      <a:pt x="1432" y="5698"/>
                      <a:pt x="199" y="4465"/>
                      <a:pt x="199" y="2948"/>
                    </a:cubicBezTo>
                    <a:cubicBezTo>
                      <a:pt x="199" y="1432"/>
                      <a:pt x="1432" y="199"/>
                      <a:pt x="2947" y="199"/>
                    </a:cubicBezTo>
                    <a:close/>
                    <a:moveTo>
                      <a:pt x="2947" y="1"/>
                    </a:moveTo>
                    <a:cubicBezTo>
                      <a:pt x="1322" y="1"/>
                      <a:pt x="0" y="1324"/>
                      <a:pt x="0" y="2948"/>
                    </a:cubicBezTo>
                    <a:cubicBezTo>
                      <a:pt x="0" y="4573"/>
                      <a:pt x="1322" y="5895"/>
                      <a:pt x="2947" y="5895"/>
                    </a:cubicBezTo>
                    <a:cubicBezTo>
                      <a:pt x="4573" y="5895"/>
                      <a:pt x="5895" y="4573"/>
                      <a:pt x="5895" y="2948"/>
                    </a:cubicBezTo>
                    <a:cubicBezTo>
                      <a:pt x="5895" y="1324"/>
                      <a:pt x="4572" y="1"/>
                      <a:pt x="2947"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rot="-5400000" flipH="1">
                <a:off x="212773" y="3456454"/>
                <a:ext cx="84391" cy="84391"/>
              </a:xfrm>
              <a:custGeom>
                <a:avLst/>
                <a:gdLst/>
                <a:ahLst/>
                <a:cxnLst/>
                <a:rect l="l" t="t" r="r" b="b"/>
                <a:pathLst>
                  <a:path w="2017" h="2017" extrusionOk="0">
                    <a:moveTo>
                      <a:pt x="1009" y="1"/>
                    </a:moveTo>
                    <a:cubicBezTo>
                      <a:pt x="453" y="1"/>
                      <a:pt x="1" y="452"/>
                      <a:pt x="1" y="1008"/>
                    </a:cubicBezTo>
                    <a:cubicBezTo>
                      <a:pt x="1" y="1565"/>
                      <a:pt x="453" y="2016"/>
                      <a:pt x="1009" y="2016"/>
                    </a:cubicBezTo>
                    <a:cubicBezTo>
                      <a:pt x="1566" y="2016"/>
                      <a:pt x="2017" y="1565"/>
                      <a:pt x="2017" y="1008"/>
                    </a:cubicBezTo>
                    <a:cubicBezTo>
                      <a:pt x="2017" y="452"/>
                      <a:pt x="1566" y="1"/>
                      <a:pt x="10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rot="-5400000" flipH="1">
                <a:off x="131627" y="3375350"/>
                <a:ext cx="246647" cy="246689"/>
              </a:xfrm>
              <a:custGeom>
                <a:avLst/>
                <a:gdLst/>
                <a:ahLst/>
                <a:cxnLst/>
                <a:rect l="l" t="t" r="r" b="b"/>
                <a:pathLst>
                  <a:path w="5895" h="5896" extrusionOk="0">
                    <a:moveTo>
                      <a:pt x="2947" y="199"/>
                    </a:moveTo>
                    <a:cubicBezTo>
                      <a:pt x="4463" y="199"/>
                      <a:pt x="5696" y="1432"/>
                      <a:pt x="5696" y="2948"/>
                    </a:cubicBezTo>
                    <a:cubicBezTo>
                      <a:pt x="5696" y="4465"/>
                      <a:pt x="4463" y="5698"/>
                      <a:pt x="2947" y="5698"/>
                    </a:cubicBezTo>
                    <a:cubicBezTo>
                      <a:pt x="1432" y="5698"/>
                      <a:pt x="199" y="4465"/>
                      <a:pt x="199" y="2948"/>
                    </a:cubicBezTo>
                    <a:cubicBezTo>
                      <a:pt x="199" y="1432"/>
                      <a:pt x="1432" y="199"/>
                      <a:pt x="2947" y="199"/>
                    </a:cubicBezTo>
                    <a:close/>
                    <a:moveTo>
                      <a:pt x="2947" y="1"/>
                    </a:moveTo>
                    <a:cubicBezTo>
                      <a:pt x="1322" y="1"/>
                      <a:pt x="0" y="1324"/>
                      <a:pt x="0" y="2948"/>
                    </a:cubicBezTo>
                    <a:cubicBezTo>
                      <a:pt x="0" y="4573"/>
                      <a:pt x="1322" y="5895"/>
                      <a:pt x="2947" y="5895"/>
                    </a:cubicBezTo>
                    <a:cubicBezTo>
                      <a:pt x="4573" y="5895"/>
                      <a:pt x="5895" y="4573"/>
                      <a:pt x="5895" y="2948"/>
                    </a:cubicBezTo>
                    <a:cubicBezTo>
                      <a:pt x="5895" y="1324"/>
                      <a:pt x="4572" y="1"/>
                      <a:pt x="2947"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4" name="Google Shape;424;p8"/>
          <p:cNvGrpSpPr/>
          <p:nvPr/>
        </p:nvGrpSpPr>
        <p:grpSpPr>
          <a:xfrm>
            <a:off x="133259" y="146445"/>
            <a:ext cx="8895191" cy="4883855"/>
            <a:chOff x="133259" y="146445"/>
            <a:chExt cx="8895191" cy="4883855"/>
          </a:xfrm>
        </p:grpSpPr>
        <p:grpSp>
          <p:nvGrpSpPr>
            <p:cNvPr id="425" name="Google Shape;425;p8"/>
            <p:cNvGrpSpPr/>
            <p:nvPr/>
          </p:nvGrpSpPr>
          <p:grpSpPr>
            <a:xfrm>
              <a:off x="1865472" y="4598780"/>
              <a:ext cx="243379" cy="243295"/>
              <a:chOff x="1713072" y="4522580"/>
              <a:chExt cx="243379" cy="243295"/>
            </a:xfrm>
          </p:grpSpPr>
          <p:sp>
            <p:nvSpPr>
              <p:cNvPr id="426" name="Google Shape;426;p8"/>
              <p:cNvSpPr/>
              <p:nvPr/>
            </p:nvSpPr>
            <p:spPr>
              <a:xfrm rot="-5400000" flipH="1">
                <a:off x="1897979" y="4707404"/>
                <a:ext cx="58450" cy="58492"/>
              </a:xfrm>
              <a:custGeom>
                <a:avLst/>
                <a:gdLst/>
                <a:ahLst/>
                <a:cxnLst/>
                <a:rect l="l" t="t" r="r" b="b"/>
                <a:pathLst>
                  <a:path w="1397" h="1398" extrusionOk="0">
                    <a:moveTo>
                      <a:pt x="699" y="1"/>
                    </a:moveTo>
                    <a:cubicBezTo>
                      <a:pt x="313" y="1"/>
                      <a:pt x="0" y="313"/>
                      <a:pt x="0" y="698"/>
                    </a:cubicBezTo>
                    <a:cubicBezTo>
                      <a:pt x="0" y="1084"/>
                      <a:pt x="313" y="1397"/>
                      <a:pt x="699" y="1397"/>
                    </a:cubicBezTo>
                    <a:cubicBezTo>
                      <a:pt x="1084" y="1397"/>
                      <a:pt x="1396" y="1084"/>
                      <a:pt x="1396" y="698"/>
                    </a:cubicBezTo>
                    <a:cubicBezTo>
                      <a:pt x="1396" y="313"/>
                      <a:pt x="1084" y="1"/>
                      <a:pt x="6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rot="-5400000" flipH="1">
                <a:off x="1806812" y="4616278"/>
                <a:ext cx="58450" cy="58409"/>
              </a:xfrm>
              <a:custGeom>
                <a:avLst/>
                <a:gdLst/>
                <a:ahLst/>
                <a:cxnLst/>
                <a:rect l="l" t="t" r="r" b="b"/>
                <a:pathLst>
                  <a:path w="1397" h="1396" extrusionOk="0">
                    <a:moveTo>
                      <a:pt x="699" y="0"/>
                    </a:moveTo>
                    <a:cubicBezTo>
                      <a:pt x="314" y="0"/>
                      <a:pt x="0" y="312"/>
                      <a:pt x="0" y="698"/>
                    </a:cubicBezTo>
                    <a:cubicBezTo>
                      <a:pt x="0" y="1083"/>
                      <a:pt x="314" y="1395"/>
                      <a:pt x="699" y="1395"/>
                    </a:cubicBezTo>
                    <a:cubicBezTo>
                      <a:pt x="1084" y="1395"/>
                      <a:pt x="1396" y="1083"/>
                      <a:pt x="1396" y="698"/>
                    </a:cubicBezTo>
                    <a:cubicBezTo>
                      <a:pt x="1396" y="312"/>
                      <a:pt x="1084" y="0"/>
                      <a:pt x="6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rot="-5400000" flipH="1">
                <a:off x="1713113" y="4522538"/>
                <a:ext cx="58409" cy="58492"/>
              </a:xfrm>
              <a:custGeom>
                <a:avLst/>
                <a:gdLst/>
                <a:ahLst/>
                <a:cxnLst/>
                <a:rect l="l" t="t" r="r" b="b"/>
                <a:pathLst>
                  <a:path w="1396" h="1398" extrusionOk="0">
                    <a:moveTo>
                      <a:pt x="698" y="1"/>
                    </a:moveTo>
                    <a:cubicBezTo>
                      <a:pt x="312" y="1"/>
                      <a:pt x="0" y="314"/>
                      <a:pt x="0" y="700"/>
                    </a:cubicBezTo>
                    <a:cubicBezTo>
                      <a:pt x="0" y="1085"/>
                      <a:pt x="312" y="1397"/>
                      <a:pt x="698" y="1397"/>
                    </a:cubicBezTo>
                    <a:cubicBezTo>
                      <a:pt x="1083" y="1397"/>
                      <a:pt x="1395" y="1085"/>
                      <a:pt x="1395" y="700"/>
                    </a:cubicBezTo>
                    <a:cubicBezTo>
                      <a:pt x="1395" y="314"/>
                      <a:pt x="1083"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9" name="Google Shape;429;p8"/>
            <p:cNvGrpSpPr/>
            <p:nvPr/>
          </p:nvGrpSpPr>
          <p:grpSpPr>
            <a:xfrm>
              <a:off x="133259" y="3989218"/>
              <a:ext cx="335775" cy="1041083"/>
              <a:chOff x="133259" y="3989218"/>
              <a:chExt cx="335775" cy="1041083"/>
            </a:xfrm>
          </p:grpSpPr>
          <p:sp>
            <p:nvSpPr>
              <p:cNvPr id="430" name="Google Shape;430;p8"/>
              <p:cNvSpPr/>
              <p:nvPr/>
            </p:nvSpPr>
            <p:spPr>
              <a:xfrm rot="-5400000" flipH="1">
                <a:off x="410605" y="4174125"/>
                <a:ext cx="58450" cy="58409"/>
              </a:xfrm>
              <a:custGeom>
                <a:avLst/>
                <a:gdLst/>
                <a:ahLst/>
                <a:cxnLst/>
                <a:rect l="l" t="t" r="r" b="b"/>
                <a:pathLst>
                  <a:path w="1397" h="1396" extrusionOk="0">
                    <a:moveTo>
                      <a:pt x="698" y="1"/>
                    </a:moveTo>
                    <a:cubicBezTo>
                      <a:pt x="313" y="1"/>
                      <a:pt x="1" y="313"/>
                      <a:pt x="1" y="698"/>
                    </a:cubicBezTo>
                    <a:cubicBezTo>
                      <a:pt x="1" y="1083"/>
                      <a:pt x="313" y="1396"/>
                      <a:pt x="698" y="1396"/>
                    </a:cubicBezTo>
                    <a:cubicBezTo>
                      <a:pt x="1084" y="1396"/>
                      <a:pt x="1397" y="1083"/>
                      <a:pt x="1397" y="698"/>
                    </a:cubicBezTo>
                    <a:cubicBezTo>
                      <a:pt x="1397" y="313"/>
                      <a:pt x="1084"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8"/>
              <p:cNvSpPr/>
              <p:nvPr/>
            </p:nvSpPr>
            <p:spPr>
              <a:xfrm rot="-5400000" flipH="1">
                <a:off x="319438" y="4082958"/>
                <a:ext cx="58409" cy="58450"/>
              </a:xfrm>
              <a:custGeom>
                <a:avLst/>
                <a:gdLst/>
                <a:ahLst/>
                <a:cxnLst/>
                <a:rect l="l" t="t" r="r" b="b"/>
                <a:pathLst>
                  <a:path w="1396" h="1397" extrusionOk="0">
                    <a:moveTo>
                      <a:pt x="698" y="1"/>
                    </a:moveTo>
                    <a:cubicBezTo>
                      <a:pt x="312" y="1"/>
                      <a:pt x="0" y="314"/>
                      <a:pt x="0" y="699"/>
                    </a:cubicBezTo>
                    <a:cubicBezTo>
                      <a:pt x="0" y="1085"/>
                      <a:pt x="312" y="1397"/>
                      <a:pt x="698" y="1397"/>
                    </a:cubicBezTo>
                    <a:cubicBezTo>
                      <a:pt x="1083" y="1397"/>
                      <a:pt x="1395" y="1085"/>
                      <a:pt x="1395" y="699"/>
                    </a:cubicBezTo>
                    <a:cubicBezTo>
                      <a:pt x="1395" y="314"/>
                      <a:pt x="1083"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rot="-5400000" flipH="1">
                <a:off x="225718" y="3989238"/>
                <a:ext cx="58450" cy="58409"/>
              </a:xfrm>
              <a:custGeom>
                <a:avLst/>
                <a:gdLst/>
                <a:ahLst/>
                <a:cxnLst/>
                <a:rect l="l" t="t" r="r" b="b"/>
                <a:pathLst>
                  <a:path w="1397" h="1396" extrusionOk="0">
                    <a:moveTo>
                      <a:pt x="700" y="1"/>
                    </a:moveTo>
                    <a:cubicBezTo>
                      <a:pt x="314" y="1"/>
                      <a:pt x="1" y="313"/>
                      <a:pt x="1" y="698"/>
                    </a:cubicBezTo>
                    <a:cubicBezTo>
                      <a:pt x="1" y="1083"/>
                      <a:pt x="314" y="1396"/>
                      <a:pt x="700" y="1396"/>
                    </a:cubicBezTo>
                    <a:cubicBezTo>
                      <a:pt x="1085" y="1396"/>
                      <a:pt x="1397" y="1083"/>
                      <a:pt x="1397" y="698"/>
                    </a:cubicBezTo>
                    <a:cubicBezTo>
                      <a:pt x="1397" y="313"/>
                      <a:pt x="1085" y="1"/>
                      <a:pt x="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rot="-5400000" flipH="1">
                <a:off x="318166" y="4971829"/>
                <a:ext cx="58450" cy="58492"/>
              </a:xfrm>
              <a:custGeom>
                <a:avLst/>
                <a:gdLst/>
                <a:ahLst/>
                <a:cxnLst/>
                <a:rect l="l" t="t" r="r" b="b"/>
                <a:pathLst>
                  <a:path w="1397" h="1398" extrusionOk="0">
                    <a:moveTo>
                      <a:pt x="699" y="1"/>
                    </a:moveTo>
                    <a:cubicBezTo>
                      <a:pt x="313" y="1"/>
                      <a:pt x="0" y="313"/>
                      <a:pt x="0" y="698"/>
                    </a:cubicBezTo>
                    <a:cubicBezTo>
                      <a:pt x="0" y="1084"/>
                      <a:pt x="313" y="1397"/>
                      <a:pt x="699" y="1397"/>
                    </a:cubicBezTo>
                    <a:cubicBezTo>
                      <a:pt x="1084" y="1397"/>
                      <a:pt x="1396" y="1084"/>
                      <a:pt x="1396" y="698"/>
                    </a:cubicBezTo>
                    <a:cubicBezTo>
                      <a:pt x="1396" y="313"/>
                      <a:pt x="1084" y="1"/>
                      <a:pt x="6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8"/>
              <p:cNvSpPr/>
              <p:nvPr/>
            </p:nvSpPr>
            <p:spPr>
              <a:xfrm rot="-5400000" flipH="1">
                <a:off x="226999" y="4880703"/>
                <a:ext cx="58450" cy="58409"/>
              </a:xfrm>
              <a:custGeom>
                <a:avLst/>
                <a:gdLst/>
                <a:ahLst/>
                <a:cxnLst/>
                <a:rect l="l" t="t" r="r" b="b"/>
                <a:pathLst>
                  <a:path w="1397" h="1396" extrusionOk="0">
                    <a:moveTo>
                      <a:pt x="699" y="0"/>
                    </a:moveTo>
                    <a:cubicBezTo>
                      <a:pt x="314" y="0"/>
                      <a:pt x="0" y="312"/>
                      <a:pt x="0" y="698"/>
                    </a:cubicBezTo>
                    <a:cubicBezTo>
                      <a:pt x="0" y="1083"/>
                      <a:pt x="314" y="1395"/>
                      <a:pt x="699" y="1395"/>
                    </a:cubicBezTo>
                    <a:cubicBezTo>
                      <a:pt x="1084" y="1395"/>
                      <a:pt x="1396" y="1083"/>
                      <a:pt x="1396" y="698"/>
                    </a:cubicBezTo>
                    <a:cubicBezTo>
                      <a:pt x="1396" y="312"/>
                      <a:pt x="1084" y="0"/>
                      <a:pt x="6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8"/>
              <p:cNvSpPr/>
              <p:nvPr/>
            </p:nvSpPr>
            <p:spPr>
              <a:xfrm rot="-5400000" flipH="1">
                <a:off x="133301" y="4786963"/>
                <a:ext cx="58409" cy="58492"/>
              </a:xfrm>
              <a:custGeom>
                <a:avLst/>
                <a:gdLst/>
                <a:ahLst/>
                <a:cxnLst/>
                <a:rect l="l" t="t" r="r" b="b"/>
                <a:pathLst>
                  <a:path w="1396" h="1398" extrusionOk="0">
                    <a:moveTo>
                      <a:pt x="698" y="1"/>
                    </a:moveTo>
                    <a:cubicBezTo>
                      <a:pt x="312" y="1"/>
                      <a:pt x="0" y="314"/>
                      <a:pt x="0" y="700"/>
                    </a:cubicBezTo>
                    <a:cubicBezTo>
                      <a:pt x="0" y="1085"/>
                      <a:pt x="312" y="1397"/>
                      <a:pt x="698" y="1397"/>
                    </a:cubicBezTo>
                    <a:cubicBezTo>
                      <a:pt x="1083" y="1397"/>
                      <a:pt x="1395" y="1085"/>
                      <a:pt x="1395" y="700"/>
                    </a:cubicBezTo>
                    <a:cubicBezTo>
                      <a:pt x="1395" y="314"/>
                      <a:pt x="1083"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6" name="Google Shape;436;p8"/>
            <p:cNvGrpSpPr/>
            <p:nvPr/>
          </p:nvGrpSpPr>
          <p:grpSpPr>
            <a:xfrm>
              <a:off x="8782387" y="146445"/>
              <a:ext cx="246063" cy="246061"/>
              <a:chOff x="8782387" y="146445"/>
              <a:chExt cx="246063" cy="246061"/>
            </a:xfrm>
          </p:grpSpPr>
          <p:sp>
            <p:nvSpPr>
              <p:cNvPr id="437" name="Google Shape;437;p8"/>
              <p:cNvSpPr/>
              <p:nvPr/>
            </p:nvSpPr>
            <p:spPr>
              <a:xfrm rot="5400000" flipH="1">
                <a:off x="8782387" y="333414"/>
                <a:ext cx="59092" cy="59092"/>
              </a:xfrm>
              <a:custGeom>
                <a:avLst/>
                <a:gdLst/>
                <a:ahLst/>
                <a:cxnLst/>
                <a:rect l="l" t="t" r="r" b="b"/>
                <a:pathLst>
                  <a:path w="1085" h="1085" extrusionOk="0">
                    <a:moveTo>
                      <a:pt x="543" y="1"/>
                    </a:moveTo>
                    <a:cubicBezTo>
                      <a:pt x="244" y="1"/>
                      <a:pt x="0" y="243"/>
                      <a:pt x="0" y="542"/>
                    </a:cubicBezTo>
                    <a:cubicBezTo>
                      <a:pt x="0" y="841"/>
                      <a:pt x="244" y="1085"/>
                      <a:pt x="543" y="1085"/>
                    </a:cubicBezTo>
                    <a:cubicBezTo>
                      <a:pt x="842" y="1085"/>
                      <a:pt x="1084" y="841"/>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8"/>
              <p:cNvSpPr/>
              <p:nvPr/>
            </p:nvSpPr>
            <p:spPr>
              <a:xfrm rot="5400000" flipH="1">
                <a:off x="8874538" y="241264"/>
                <a:ext cx="59092" cy="59092"/>
              </a:xfrm>
              <a:custGeom>
                <a:avLst/>
                <a:gdLst/>
                <a:ahLst/>
                <a:cxnLst/>
                <a:rect l="l" t="t" r="r" b="b"/>
                <a:pathLst>
                  <a:path w="1085" h="1085" extrusionOk="0">
                    <a:moveTo>
                      <a:pt x="544" y="0"/>
                    </a:moveTo>
                    <a:cubicBezTo>
                      <a:pt x="243" y="0"/>
                      <a:pt x="1" y="242"/>
                      <a:pt x="1" y="541"/>
                    </a:cubicBezTo>
                    <a:cubicBezTo>
                      <a:pt x="1" y="841"/>
                      <a:pt x="243" y="1084"/>
                      <a:pt x="544" y="1084"/>
                    </a:cubicBezTo>
                    <a:cubicBezTo>
                      <a:pt x="843" y="1084"/>
                      <a:pt x="1085" y="841"/>
                      <a:pt x="1085" y="541"/>
                    </a:cubicBezTo>
                    <a:cubicBezTo>
                      <a:pt x="1085" y="242"/>
                      <a:pt x="843" y="0"/>
                      <a:pt x="5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8"/>
              <p:cNvSpPr/>
              <p:nvPr/>
            </p:nvSpPr>
            <p:spPr>
              <a:xfrm rot="5400000" flipH="1">
                <a:off x="8969358" y="146445"/>
                <a:ext cx="59092" cy="59092"/>
              </a:xfrm>
              <a:custGeom>
                <a:avLst/>
                <a:gdLst/>
                <a:ahLst/>
                <a:cxnLst/>
                <a:rect l="l" t="t" r="r" b="b"/>
                <a:pathLst>
                  <a:path w="1085" h="1085" extrusionOk="0">
                    <a:moveTo>
                      <a:pt x="542" y="1"/>
                    </a:moveTo>
                    <a:cubicBezTo>
                      <a:pt x="242" y="1"/>
                      <a:pt x="0" y="243"/>
                      <a:pt x="0" y="542"/>
                    </a:cubicBezTo>
                    <a:cubicBezTo>
                      <a:pt x="0" y="843"/>
                      <a:pt x="242" y="1085"/>
                      <a:pt x="542" y="1085"/>
                    </a:cubicBezTo>
                    <a:cubicBezTo>
                      <a:pt x="842" y="1085"/>
                      <a:pt x="1084" y="843"/>
                      <a:pt x="1084" y="542"/>
                    </a:cubicBezTo>
                    <a:cubicBezTo>
                      <a:pt x="1084"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 name="Google Shape;440;p8"/>
            <p:cNvGrpSpPr/>
            <p:nvPr/>
          </p:nvGrpSpPr>
          <p:grpSpPr>
            <a:xfrm flipH="1">
              <a:off x="8582019" y="3644575"/>
              <a:ext cx="233569" cy="233621"/>
              <a:chOff x="6183667" y="4661300"/>
              <a:chExt cx="233569" cy="233621"/>
            </a:xfrm>
          </p:grpSpPr>
          <p:sp>
            <p:nvSpPr>
              <p:cNvPr id="441" name="Google Shape;441;p8"/>
              <p:cNvSpPr/>
              <p:nvPr/>
            </p:nvSpPr>
            <p:spPr>
              <a:xfrm>
                <a:off x="6361134" y="4838818"/>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8"/>
              <p:cNvSpPr/>
              <p:nvPr/>
            </p:nvSpPr>
            <p:spPr>
              <a:xfrm>
                <a:off x="6273642" y="4751274"/>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8"/>
              <p:cNvSpPr/>
              <p:nvPr/>
            </p:nvSpPr>
            <p:spPr>
              <a:xfrm>
                <a:off x="6183667" y="4661300"/>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 name="Google Shape;444;p8"/>
            <p:cNvGrpSpPr/>
            <p:nvPr/>
          </p:nvGrpSpPr>
          <p:grpSpPr>
            <a:xfrm flipH="1">
              <a:off x="8113606" y="4661300"/>
              <a:ext cx="233569" cy="233621"/>
              <a:chOff x="6183667" y="4661300"/>
              <a:chExt cx="233569" cy="233621"/>
            </a:xfrm>
          </p:grpSpPr>
          <p:sp>
            <p:nvSpPr>
              <p:cNvPr id="445" name="Google Shape;445;p8"/>
              <p:cNvSpPr/>
              <p:nvPr/>
            </p:nvSpPr>
            <p:spPr>
              <a:xfrm>
                <a:off x="6361134" y="4838818"/>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8"/>
              <p:cNvSpPr/>
              <p:nvPr/>
            </p:nvSpPr>
            <p:spPr>
              <a:xfrm>
                <a:off x="6273642" y="4751274"/>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8"/>
              <p:cNvSpPr/>
              <p:nvPr/>
            </p:nvSpPr>
            <p:spPr>
              <a:xfrm>
                <a:off x="6183667" y="4661300"/>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8"/>
        <p:cNvGrpSpPr/>
        <p:nvPr/>
      </p:nvGrpSpPr>
      <p:grpSpPr>
        <a:xfrm>
          <a:off x="0" y="0"/>
          <a:ext cx="0" cy="0"/>
          <a:chOff x="0" y="0"/>
          <a:chExt cx="0" cy="0"/>
        </a:xfrm>
      </p:grpSpPr>
      <p:pic>
        <p:nvPicPr>
          <p:cNvPr id="449" name="Google Shape;449;p9"/>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sp>
        <p:nvSpPr>
          <p:cNvPr id="450" name="Google Shape;450;p9"/>
          <p:cNvSpPr txBox="1">
            <a:spLocks noGrp="1"/>
          </p:cNvSpPr>
          <p:nvPr>
            <p:ph type="title"/>
          </p:nvPr>
        </p:nvSpPr>
        <p:spPr>
          <a:xfrm>
            <a:off x="2680800" y="1575150"/>
            <a:ext cx="3782400" cy="1086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200"/>
              <a:buNone/>
              <a:defRPr sz="600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sp>
        <p:nvSpPr>
          <p:cNvPr id="451" name="Google Shape;451;p9"/>
          <p:cNvSpPr txBox="1">
            <a:spLocks noGrp="1"/>
          </p:cNvSpPr>
          <p:nvPr>
            <p:ph type="subTitle" idx="1"/>
          </p:nvPr>
        </p:nvSpPr>
        <p:spPr>
          <a:xfrm>
            <a:off x="2680800" y="2662050"/>
            <a:ext cx="3782400" cy="90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452" name="Google Shape;452;p9"/>
          <p:cNvGrpSpPr/>
          <p:nvPr/>
        </p:nvGrpSpPr>
        <p:grpSpPr>
          <a:xfrm>
            <a:off x="134600" y="-1231097"/>
            <a:ext cx="8567375" cy="6298397"/>
            <a:chOff x="134600" y="-1231097"/>
            <a:chExt cx="8567375" cy="6298397"/>
          </a:xfrm>
        </p:grpSpPr>
        <p:grpSp>
          <p:nvGrpSpPr>
            <p:cNvPr id="453" name="Google Shape;453;p9"/>
            <p:cNvGrpSpPr/>
            <p:nvPr/>
          </p:nvGrpSpPr>
          <p:grpSpPr>
            <a:xfrm>
              <a:off x="134600" y="-1231097"/>
              <a:ext cx="5253445" cy="4180669"/>
              <a:chOff x="134600" y="-1231097"/>
              <a:chExt cx="5253445" cy="4180669"/>
            </a:xfrm>
          </p:grpSpPr>
          <p:sp>
            <p:nvSpPr>
              <p:cNvPr id="454" name="Google Shape;454;p9"/>
              <p:cNvSpPr/>
              <p:nvPr/>
            </p:nvSpPr>
            <p:spPr>
              <a:xfrm rot="-2700000">
                <a:off x="1222266" y="-613944"/>
                <a:ext cx="2965994" cy="2946364"/>
              </a:xfrm>
              <a:custGeom>
                <a:avLst/>
                <a:gdLst/>
                <a:ahLst/>
                <a:cxnLst/>
                <a:rect l="l" t="t" r="r" b="b"/>
                <a:pathLst>
                  <a:path w="30672" h="30469" extrusionOk="0">
                    <a:moveTo>
                      <a:pt x="217" y="1"/>
                    </a:moveTo>
                    <a:cubicBezTo>
                      <a:pt x="167" y="1"/>
                      <a:pt x="116" y="20"/>
                      <a:pt x="78" y="59"/>
                    </a:cubicBezTo>
                    <a:cubicBezTo>
                      <a:pt x="1" y="136"/>
                      <a:pt x="1" y="261"/>
                      <a:pt x="78" y="340"/>
                    </a:cubicBezTo>
                    <a:lnTo>
                      <a:pt x="4122" y="4384"/>
                    </a:lnTo>
                    <a:cubicBezTo>
                      <a:pt x="4159" y="4420"/>
                      <a:pt x="4209" y="4442"/>
                      <a:pt x="4261" y="4442"/>
                    </a:cubicBezTo>
                    <a:lnTo>
                      <a:pt x="11938" y="4442"/>
                    </a:lnTo>
                    <a:lnTo>
                      <a:pt x="18041" y="10543"/>
                    </a:lnTo>
                    <a:lnTo>
                      <a:pt x="18041" y="18056"/>
                    </a:lnTo>
                    <a:cubicBezTo>
                      <a:pt x="18041" y="18109"/>
                      <a:pt x="18062" y="18159"/>
                      <a:pt x="18099" y="18195"/>
                    </a:cubicBezTo>
                    <a:lnTo>
                      <a:pt x="30314" y="30411"/>
                    </a:lnTo>
                    <a:cubicBezTo>
                      <a:pt x="30353" y="30450"/>
                      <a:pt x="30403" y="30469"/>
                      <a:pt x="30454" y="30469"/>
                    </a:cubicBezTo>
                    <a:cubicBezTo>
                      <a:pt x="30505" y="30469"/>
                      <a:pt x="30555" y="30449"/>
                      <a:pt x="30593" y="30411"/>
                    </a:cubicBezTo>
                    <a:cubicBezTo>
                      <a:pt x="30671" y="30333"/>
                      <a:pt x="30671" y="30207"/>
                      <a:pt x="30593" y="30130"/>
                    </a:cubicBezTo>
                    <a:lnTo>
                      <a:pt x="18437" y="17974"/>
                    </a:lnTo>
                    <a:lnTo>
                      <a:pt x="18437" y="10461"/>
                    </a:lnTo>
                    <a:cubicBezTo>
                      <a:pt x="18437" y="10408"/>
                      <a:pt x="18416" y="10359"/>
                      <a:pt x="18379" y="10322"/>
                    </a:cubicBezTo>
                    <a:lnTo>
                      <a:pt x="12161" y="4104"/>
                    </a:lnTo>
                    <a:cubicBezTo>
                      <a:pt x="12124" y="4066"/>
                      <a:pt x="12073" y="4046"/>
                      <a:pt x="12021" y="4046"/>
                    </a:cubicBezTo>
                    <a:lnTo>
                      <a:pt x="4344" y="4046"/>
                    </a:lnTo>
                    <a:lnTo>
                      <a:pt x="358" y="59"/>
                    </a:lnTo>
                    <a:cubicBezTo>
                      <a:pt x="319" y="20"/>
                      <a:pt x="268" y="1"/>
                      <a:pt x="217"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5" name="Google Shape;455;p9"/>
              <p:cNvGrpSpPr/>
              <p:nvPr/>
            </p:nvGrpSpPr>
            <p:grpSpPr>
              <a:xfrm>
                <a:off x="4775145" y="548019"/>
                <a:ext cx="612900" cy="612600"/>
                <a:chOff x="215045" y="562556"/>
                <a:chExt cx="612900" cy="612600"/>
              </a:xfrm>
            </p:grpSpPr>
            <p:sp>
              <p:nvSpPr>
                <p:cNvPr id="456" name="Google Shape;456;p9"/>
                <p:cNvSpPr/>
                <p:nvPr/>
              </p:nvSpPr>
              <p:spPr>
                <a:xfrm>
                  <a:off x="358236" y="705745"/>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a:off x="215045" y="562556"/>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8" name="Google Shape;458;p9"/>
              <p:cNvSpPr/>
              <p:nvPr/>
            </p:nvSpPr>
            <p:spPr>
              <a:xfrm>
                <a:off x="134600" y="611701"/>
                <a:ext cx="499200" cy="4989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9" name="Google Shape;459;p9"/>
            <p:cNvSpPr/>
            <p:nvPr/>
          </p:nvSpPr>
          <p:spPr>
            <a:xfrm>
              <a:off x="713237" y="46040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0" name="Google Shape;460;p9"/>
            <p:cNvGrpSpPr/>
            <p:nvPr/>
          </p:nvGrpSpPr>
          <p:grpSpPr>
            <a:xfrm rot="5400000">
              <a:off x="7894175" y="1076100"/>
              <a:ext cx="1344400" cy="271200"/>
              <a:chOff x="3686625" y="4603950"/>
              <a:chExt cx="1344400" cy="271200"/>
            </a:xfrm>
          </p:grpSpPr>
          <p:sp>
            <p:nvSpPr>
              <p:cNvPr id="461" name="Google Shape;461;p9"/>
              <p:cNvSpPr/>
              <p:nvPr/>
            </p:nvSpPr>
            <p:spPr>
              <a:xfrm rot="-5400000">
                <a:off x="36389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9"/>
              <p:cNvSpPr/>
              <p:nvPr/>
            </p:nvSpPr>
            <p:spPr>
              <a:xfrm rot="-5400000">
                <a:off x="39310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9"/>
              <p:cNvSpPr/>
              <p:nvPr/>
            </p:nvSpPr>
            <p:spPr>
              <a:xfrm rot="-5400000">
                <a:off x="42232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rot="-5400000">
                <a:off x="45153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rot="-5400000">
                <a:off x="48075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6" name="Google Shape;466;p9"/>
            <p:cNvSpPr/>
            <p:nvPr/>
          </p:nvSpPr>
          <p:spPr>
            <a:xfrm>
              <a:off x="713237" y="48915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 name="Google Shape;467;p9"/>
          <p:cNvGrpSpPr/>
          <p:nvPr/>
        </p:nvGrpSpPr>
        <p:grpSpPr>
          <a:xfrm>
            <a:off x="133259" y="78406"/>
            <a:ext cx="8924380" cy="4951894"/>
            <a:chOff x="133259" y="78406"/>
            <a:chExt cx="8924380" cy="4951894"/>
          </a:xfrm>
        </p:grpSpPr>
        <p:grpSp>
          <p:nvGrpSpPr>
            <p:cNvPr id="468" name="Google Shape;468;p9"/>
            <p:cNvGrpSpPr/>
            <p:nvPr/>
          </p:nvGrpSpPr>
          <p:grpSpPr>
            <a:xfrm>
              <a:off x="133259" y="3989218"/>
              <a:ext cx="335775" cy="1041083"/>
              <a:chOff x="133259" y="3989218"/>
              <a:chExt cx="335775" cy="1041083"/>
            </a:xfrm>
          </p:grpSpPr>
          <p:sp>
            <p:nvSpPr>
              <p:cNvPr id="469" name="Google Shape;469;p9"/>
              <p:cNvSpPr/>
              <p:nvPr/>
            </p:nvSpPr>
            <p:spPr>
              <a:xfrm rot="-5400000" flipH="1">
                <a:off x="410605" y="4174125"/>
                <a:ext cx="58450" cy="58409"/>
              </a:xfrm>
              <a:custGeom>
                <a:avLst/>
                <a:gdLst/>
                <a:ahLst/>
                <a:cxnLst/>
                <a:rect l="l" t="t" r="r" b="b"/>
                <a:pathLst>
                  <a:path w="1397" h="1396" extrusionOk="0">
                    <a:moveTo>
                      <a:pt x="698" y="1"/>
                    </a:moveTo>
                    <a:cubicBezTo>
                      <a:pt x="313" y="1"/>
                      <a:pt x="1" y="313"/>
                      <a:pt x="1" y="698"/>
                    </a:cubicBezTo>
                    <a:cubicBezTo>
                      <a:pt x="1" y="1083"/>
                      <a:pt x="313" y="1396"/>
                      <a:pt x="698" y="1396"/>
                    </a:cubicBezTo>
                    <a:cubicBezTo>
                      <a:pt x="1084" y="1396"/>
                      <a:pt x="1397" y="1083"/>
                      <a:pt x="1397" y="698"/>
                    </a:cubicBezTo>
                    <a:cubicBezTo>
                      <a:pt x="1397" y="313"/>
                      <a:pt x="1084"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9"/>
              <p:cNvSpPr/>
              <p:nvPr/>
            </p:nvSpPr>
            <p:spPr>
              <a:xfrm rot="-5400000" flipH="1">
                <a:off x="319438" y="4082958"/>
                <a:ext cx="58409" cy="58450"/>
              </a:xfrm>
              <a:custGeom>
                <a:avLst/>
                <a:gdLst/>
                <a:ahLst/>
                <a:cxnLst/>
                <a:rect l="l" t="t" r="r" b="b"/>
                <a:pathLst>
                  <a:path w="1396" h="1397" extrusionOk="0">
                    <a:moveTo>
                      <a:pt x="698" y="1"/>
                    </a:moveTo>
                    <a:cubicBezTo>
                      <a:pt x="312" y="1"/>
                      <a:pt x="0" y="314"/>
                      <a:pt x="0" y="699"/>
                    </a:cubicBezTo>
                    <a:cubicBezTo>
                      <a:pt x="0" y="1085"/>
                      <a:pt x="312" y="1397"/>
                      <a:pt x="698" y="1397"/>
                    </a:cubicBezTo>
                    <a:cubicBezTo>
                      <a:pt x="1083" y="1397"/>
                      <a:pt x="1395" y="1085"/>
                      <a:pt x="1395" y="699"/>
                    </a:cubicBezTo>
                    <a:cubicBezTo>
                      <a:pt x="1395" y="314"/>
                      <a:pt x="1083"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9"/>
              <p:cNvSpPr/>
              <p:nvPr/>
            </p:nvSpPr>
            <p:spPr>
              <a:xfrm rot="-5400000" flipH="1">
                <a:off x="225718" y="3989238"/>
                <a:ext cx="58450" cy="58409"/>
              </a:xfrm>
              <a:custGeom>
                <a:avLst/>
                <a:gdLst/>
                <a:ahLst/>
                <a:cxnLst/>
                <a:rect l="l" t="t" r="r" b="b"/>
                <a:pathLst>
                  <a:path w="1397" h="1396" extrusionOk="0">
                    <a:moveTo>
                      <a:pt x="700" y="1"/>
                    </a:moveTo>
                    <a:cubicBezTo>
                      <a:pt x="314" y="1"/>
                      <a:pt x="1" y="313"/>
                      <a:pt x="1" y="698"/>
                    </a:cubicBezTo>
                    <a:cubicBezTo>
                      <a:pt x="1" y="1083"/>
                      <a:pt x="314" y="1396"/>
                      <a:pt x="700" y="1396"/>
                    </a:cubicBezTo>
                    <a:cubicBezTo>
                      <a:pt x="1085" y="1396"/>
                      <a:pt x="1397" y="1083"/>
                      <a:pt x="1397" y="698"/>
                    </a:cubicBezTo>
                    <a:cubicBezTo>
                      <a:pt x="1397" y="313"/>
                      <a:pt x="1085" y="1"/>
                      <a:pt x="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rot="-5400000" flipH="1">
                <a:off x="318166" y="4971829"/>
                <a:ext cx="58450" cy="58492"/>
              </a:xfrm>
              <a:custGeom>
                <a:avLst/>
                <a:gdLst/>
                <a:ahLst/>
                <a:cxnLst/>
                <a:rect l="l" t="t" r="r" b="b"/>
                <a:pathLst>
                  <a:path w="1397" h="1398" extrusionOk="0">
                    <a:moveTo>
                      <a:pt x="699" y="1"/>
                    </a:moveTo>
                    <a:cubicBezTo>
                      <a:pt x="313" y="1"/>
                      <a:pt x="0" y="313"/>
                      <a:pt x="0" y="698"/>
                    </a:cubicBezTo>
                    <a:cubicBezTo>
                      <a:pt x="0" y="1084"/>
                      <a:pt x="313" y="1397"/>
                      <a:pt x="699" y="1397"/>
                    </a:cubicBezTo>
                    <a:cubicBezTo>
                      <a:pt x="1084" y="1397"/>
                      <a:pt x="1396" y="1084"/>
                      <a:pt x="1396" y="698"/>
                    </a:cubicBezTo>
                    <a:cubicBezTo>
                      <a:pt x="1396" y="313"/>
                      <a:pt x="1084" y="1"/>
                      <a:pt x="6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rot="-5400000" flipH="1">
                <a:off x="226999" y="4880703"/>
                <a:ext cx="58450" cy="58409"/>
              </a:xfrm>
              <a:custGeom>
                <a:avLst/>
                <a:gdLst/>
                <a:ahLst/>
                <a:cxnLst/>
                <a:rect l="l" t="t" r="r" b="b"/>
                <a:pathLst>
                  <a:path w="1397" h="1396" extrusionOk="0">
                    <a:moveTo>
                      <a:pt x="699" y="0"/>
                    </a:moveTo>
                    <a:cubicBezTo>
                      <a:pt x="314" y="0"/>
                      <a:pt x="0" y="312"/>
                      <a:pt x="0" y="698"/>
                    </a:cubicBezTo>
                    <a:cubicBezTo>
                      <a:pt x="0" y="1083"/>
                      <a:pt x="314" y="1395"/>
                      <a:pt x="699" y="1395"/>
                    </a:cubicBezTo>
                    <a:cubicBezTo>
                      <a:pt x="1084" y="1395"/>
                      <a:pt x="1396" y="1083"/>
                      <a:pt x="1396" y="698"/>
                    </a:cubicBezTo>
                    <a:cubicBezTo>
                      <a:pt x="1396" y="312"/>
                      <a:pt x="1084" y="0"/>
                      <a:pt x="6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9"/>
              <p:cNvSpPr/>
              <p:nvPr/>
            </p:nvSpPr>
            <p:spPr>
              <a:xfrm rot="-5400000" flipH="1">
                <a:off x="133301" y="4786963"/>
                <a:ext cx="58409" cy="58492"/>
              </a:xfrm>
              <a:custGeom>
                <a:avLst/>
                <a:gdLst/>
                <a:ahLst/>
                <a:cxnLst/>
                <a:rect l="l" t="t" r="r" b="b"/>
                <a:pathLst>
                  <a:path w="1396" h="1398" extrusionOk="0">
                    <a:moveTo>
                      <a:pt x="698" y="1"/>
                    </a:moveTo>
                    <a:cubicBezTo>
                      <a:pt x="312" y="1"/>
                      <a:pt x="0" y="314"/>
                      <a:pt x="0" y="700"/>
                    </a:cubicBezTo>
                    <a:cubicBezTo>
                      <a:pt x="0" y="1085"/>
                      <a:pt x="312" y="1397"/>
                      <a:pt x="698" y="1397"/>
                    </a:cubicBezTo>
                    <a:cubicBezTo>
                      <a:pt x="1083" y="1397"/>
                      <a:pt x="1395" y="1085"/>
                      <a:pt x="1395" y="700"/>
                    </a:cubicBezTo>
                    <a:cubicBezTo>
                      <a:pt x="1395" y="314"/>
                      <a:pt x="1083"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5" name="Google Shape;475;p9"/>
            <p:cNvGrpSpPr/>
            <p:nvPr/>
          </p:nvGrpSpPr>
          <p:grpSpPr>
            <a:xfrm>
              <a:off x="6064674" y="78406"/>
              <a:ext cx="2992965" cy="515083"/>
              <a:chOff x="6064674" y="78406"/>
              <a:chExt cx="2992965" cy="515083"/>
            </a:xfrm>
          </p:grpSpPr>
          <p:sp>
            <p:nvSpPr>
              <p:cNvPr id="476" name="Google Shape;476;p9"/>
              <p:cNvSpPr/>
              <p:nvPr/>
            </p:nvSpPr>
            <p:spPr>
              <a:xfrm rot="-5400000" flipH="1">
                <a:off x="9003476" y="539326"/>
                <a:ext cx="54163" cy="54163"/>
              </a:xfrm>
              <a:custGeom>
                <a:avLst/>
                <a:gdLst/>
                <a:ahLst/>
                <a:cxnLst/>
                <a:rect l="l" t="t" r="r" b="b"/>
                <a:pathLst>
                  <a:path w="1085" h="1085" extrusionOk="0">
                    <a:moveTo>
                      <a:pt x="543" y="1"/>
                    </a:moveTo>
                    <a:cubicBezTo>
                      <a:pt x="242" y="1"/>
                      <a:pt x="0" y="243"/>
                      <a:pt x="0" y="542"/>
                    </a:cubicBezTo>
                    <a:cubicBezTo>
                      <a:pt x="0" y="843"/>
                      <a:pt x="242" y="1085"/>
                      <a:pt x="543" y="1085"/>
                    </a:cubicBezTo>
                    <a:cubicBezTo>
                      <a:pt x="842" y="1085"/>
                      <a:pt x="1084" y="843"/>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9"/>
              <p:cNvSpPr/>
              <p:nvPr/>
            </p:nvSpPr>
            <p:spPr>
              <a:xfrm rot="-5400000" flipH="1">
                <a:off x="8919009" y="454809"/>
                <a:ext cx="54163" cy="54163"/>
              </a:xfrm>
              <a:custGeom>
                <a:avLst/>
                <a:gdLst/>
                <a:ahLst/>
                <a:cxnLst/>
                <a:rect l="l" t="t" r="r" b="b"/>
                <a:pathLst>
                  <a:path w="1085" h="1085" extrusionOk="0">
                    <a:moveTo>
                      <a:pt x="543" y="0"/>
                    </a:moveTo>
                    <a:cubicBezTo>
                      <a:pt x="243" y="0"/>
                      <a:pt x="0" y="242"/>
                      <a:pt x="0" y="541"/>
                    </a:cubicBezTo>
                    <a:cubicBezTo>
                      <a:pt x="0" y="842"/>
                      <a:pt x="243" y="1084"/>
                      <a:pt x="543" y="1084"/>
                    </a:cubicBezTo>
                    <a:cubicBezTo>
                      <a:pt x="842" y="1084"/>
                      <a:pt x="1084" y="842"/>
                      <a:pt x="1084" y="541"/>
                    </a:cubicBezTo>
                    <a:cubicBezTo>
                      <a:pt x="1084"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rot="-5400000" flipH="1">
                <a:off x="8832095" y="367945"/>
                <a:ext cx="54163" cy="54163"/>
              </a:xfrm>
              <a:custGeom>
                <a:avLst/>
                <a:gdLst/>
                <a:ahLst/>
                <a:cxnLst/>
                <a:rect l="l" t="t" r="r" b="b"/>
                <a:pathLst>
                  <a:path w="1085" h="1085" extrusionOk="0">
                    <a:moveTo>
                      <a:pt x="543" y="1"/>
                    </a:moveTo>
                    <a:cubicBezTo>
                      <a:pt x="242" y="1"/>
                      <a:pt x="0" y="243"/>
                      <a:pt x="0" y="544"/>
                    </a:cubicBezTo>
                    <a:cubicBezTo>
                      <a:pt x="0" y="843"/>
                      <a:pt x="242" y="1085"/>
                      <a:pt x="543" y="1085"/>
                    </a:cubicBezTo>
                    <a:cubicBezTo>
                      <a:pt x="842" y="1085"/>
                      <a:pt x="1084" y="843"/>
                      <a:pt x="1084" y="544"/>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rot="-5400000" flipH="1">
                <a:off x="6236055" y="249737"/>
                <a:ext cx="54163" cy="54163"/>
              </a:xfrm>
              <a:custGeom>
                <a:avLst/>
                <a:gdLst/>
                <a:ahLst/>
                <a:cxnLst/>
                <a:rect l="l" t="t" r="r" b="b"/>
                <a:pathLst>
                  <a:path w="1085" h="1085" extrusionOk="0">
                    <a:moveTo>
                      <a:pt x="543" y="1"/>
                    </a:moveTo>
                    <a:cubicBezTo>
                      <a:pt x="244" y="1"/>
                      <a:pt x="1" y="243"/>
                      <a:pt x="1" y="542"/>
                    </a:cubicBezTo>
                    <a:cubicBezTo>
                      <a:pt x="1" y="842"/>
                      <a:pt x="244" y="1085"/>
                      <a:pt x="543" y="1085"/>
                    </a:cubicBezTo>
                    <a:cubicBezTo>
                      <a:pt x="842" y="1085"/>
                      <a:pt x="1085" y="842"/>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rot="-5400000" flipH="1">
                <a:off x="6151538" y="165220"/>
                <a:ext cx="54163" cy="54163"/>
              </a:xfrm>
              <a:custGeom>
                <a:avLst/>
                <a:gdLst/>
                <a:ahLst/>
                <a:cxnLst/>
                <a:rect l="l" t="t" r="r" b="b"/>
                <a:pathLst>
                  <a:path w="1085" h="1085" extrusionOk="0">
                    <a:moveTo>
                      <a:pt x="543" y="1"/>
                    </a:moveTo>
                    <a:cubicBezTo>
                      <a:pt x="244" y="1"/>
                      <a:pt x="1" y="243"/>
                      <a:pt x="1" y="542"/>
                    </a:cubicBezTo>
                    <a:cubicBezTo>
                      <a:pt x="1" y="843"/>
                      <a:pt x="244" y="1085"/>
                      <a:pt x="543" y="1085"/>
                    </a:cubicBezTo>
                    <a:cubicBezTo>
                      <a:pt x="842" y="1085"/>
                      <a:pt x="1085" y="843"/>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rot="-5400000" flipH="1">
                <a:off x="6064699" y="78381"/>
                <a:ext cx="54113" cy="54163"/>
              </a:xfrm>
              <a:custGeom>
                <a:avLst/>
                <a:gdLst/>
                <a:ahLst/>
                <a:cxnLst/>
                <a:rect l="l" t="t" r="r" b="b"/>
                <a:pathLst>
                  <a:path w="1084" h="1085" extrusionOk="0">
                    <a:moveTo>
                      <a:pt x="542" y="1"/>
                    </a:moveTo>
                    <a:cubicBezTo>
                      <a:pt x="243" y="1"/>
                      <a:pt x="1" y="243"/>
                      <a:pt x="1" y="543"/>
                    </a:cubicBezTo>
                    <a:cubicBezTo>
                      <a:pt x="1" y="842"/>
                      <a:pt x="243" y="1085"/>
                      <a:pt x="542" y="1085"/>
                    </a:cubicBezTo>
                    <a:cubicBezTo>
                      <a:pt x="841" y="1085"/>
                      <a:pt x="1084" y="842"/>
                      <a:pt x="1084" y="543"/>
                    </a:cubicBezTo>
                    <a:cubicBezTo>
                      <a:pt x="1084"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2" name="Google Shape;482;p9"/>
          <p:cNvGrpSpPr/>
          <p:nvPr/>
        </p:nvGrpSpPr>
        <p:grpSpPr>
          <a:xfrm>
            <a:off x="106959" y="-66472"/>
            <a:ext cx="8680702" cy="5297486"/>
            <a:chOff x="106959" y="-66472"/>
            <a:chExt cx="8680702" cy="5297486"/>
          </a:xfrm>
        </p:grpSpPr>
        <p:grpSp>
          <p:nvGrpSpPr>
            <p:cNvPr id="483" name="Google Shape;483;p9"/>
            <p:cNvGrpSpPr/>
            <p:nvPr/>
          </p:nvGrpSpPr>
          <p:grpSpPr>
            <a:xfrm>
              <a:off x="106959" y="-66472"/>
              <a:ext cx="8680702" cy="5297486"/>
              <a:chOff x="106959" y="-66472"/>
              <a:chExt cx="8680702" cy="5297486"/>
            </a:xfrm>
          </p:grpSpPr>
          <p:grpSp>
            <p:nvGrpSpPr>
              <p:cNvPr id="484" name="Google Shape;484;p9"/>
              <p:cNvGrpSpPr/>
              <p:nvPr/>
            </p:nvGrpSpPr>
            <p:grpSpPr>
              <a:xfrm>
                <a:off x="106959" y="3375371"/>
                <a:ext cx="2388523" cy="1855644"/>
                <a:chOff x="106959" y="3375371"/>
                <a:chExt cx="2388523" cy="1855644"/>
              </a:xfrm>
            </p:grpSpPr>
            <p:sp>
              <p:nvSpPr>
                <p:cNvPr id="485" name="Google Shape;485;p9"/>
                <p:cNvSpPr/>
                <p:nvPr/>
              </p:nvSpPr>
              <p:spPr>
                <a:xfrm rot="-5400000" flipH="1">
                  <a:off x="380773" y="3910916"/>
                  <a:ext cx="1283316" cy="1274823"/>
                </a:xfrm>
                <a:custGeom>
                  <a:avLst/>
                  <a:gdLst/>
                  <a:ahLst/>
                  <a:cxnLst/>
                  <a:rect l="l" t="t" r="r" b="b"/>
                  <a:pathLst>
                    <a:path w="30672" h="30469" extrusionOk="0">
                      <a:moveTo>
                        <a:pt x="217" y="1"/>
                      </a:moveTo>
                      <a:cubicBezTo>
                        <a:pt x="167" y="1"/>
                        <a:pt x="116" y="20"/>
                        <a:pt x="78" y="59"/>
                      </a:cubicBezTo>
                      <a:cubicBezTo>
                        <a:pt x="1" y="136"/>
                        <a:pt x="1" y="261"/>
                        <a:pt x="78" y="340"/>
                      </a:cubicBezTo>
                      <a:lnTo>
                        <a:pt x="4122" y="4384"/>
                      </a:lnTo>
                      <a:cubicBezTo>
                        <a:pt x="4159" y="4420"/>
                        <a:pt x="4209" y="4442"/>
                        <a:pt x="4261" y="4442"/>
                      </a:cubicBezTo>
                      <a:lnTo>
                        <a:pt x="11938" y="4442"/>
                      </a:lnTo>
                      <a:lnTo>
                        <a:pt x="18041" y="10543"/>
                      </a:lnTo>
                      <a:lnTo>
                        <a:pt x="18041" y="18056"/>
                      </a:lnTo>
                      <a:cubicBezTo>
                        <a:pt x="18041" y="18109"/>
                        <a:pt x="18062" y="18159"/>
                        <a:pt x="18099" y="18195"/>
                      </a:cubicBezTo>
                      <a:lnTo>
                        <a:pt x="30314" y="30411"/>
                      </a:lnTo>
                      <a:cubicBezTo>
                        <a:pt x="30353" y="30450"/>
                        <a:pt x="30403" y="30469"/>
                        <a:pt x="30454" y="30469"/>
                      </a:cubicBezTo>
                      <a:cubicBezTo>
                        <a:pt x="30505" y="30469"/>
                        <a:pt x="30555" y="30449"/>
                        <a:pt x="30593" y="30411"/>
                      </a:cubicBezTo>
                      <a:cubicBezTo>
                        <a:pt x="30671" y="30333"/>
                        <a:pt x="30671" y="30207"/>
                        <a:pt x="30593" y="30130"/>
                      </a:cubicBezTo>
                      <a:lnTo>
                        <a:pt x="18437" y="17974"/>
                      </a:lnTo>
                      <a:lnTo>
                        <a:pt x="18437" y="10461"/>
                      </a:lnTo>
                      <a:cubicBezTo>
                        <a:pt x="18437" y="10408"/>
                        <a:pt x="18416" y="10359"/>
                        <a:pt x="18379" y="10322"/>
                      </a:cubicBezTo>
                      <a:lnTo>
                        <a:pt x="12161" y="4104"/>
                      </a:lnTo>
                      <a:cubicBezTo>
                        <a:pt x="12124" y="4066"/>
                        <a:pt x="12073" y="4046"/>
                        <a:pt x="12021" y="4046"/>
                      </a:cubicBezTo>
                      <a:lnTo>
                        <a:pt x="4344" y="4046"/>
                      </a:lnTo>
                      <a:lnTo>
                        <a:pt x="358" y="59"/>
                      </a:lnTo>
                      <a:cubicBezTo>
                        <a:pt x="319" y="20"/>
                        <a:pt x="268" y="1"/>
                        <a:pt x="217"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rot="-5400000" flipH="1">
                  <a:off x="414815" y="4316978"/>
                  <a:ext cx="691029" cy="1137044"/>
                </a:xfrm>
                <a:custGeom>
                  <a:avLst/>
                  <a:gdLst/>
                  <a:ahLst/>
                  <a:cxnLst/>
                  <a:rect l="l" t="t" r="r" b="b"/>
                  <a:pathLst>
                    <a:path w="16516" h="27176" extrusionOk="0">
                      <a:moveTo>
                        <a:pt x="199" y="1"/>
                      </a:moveTo>
                      <a:cubicBezTo>
                        <a:pt x="89" y="1"/>
                        <a:pt x="0" y="89"/>
                        <a:pt x="0" y="198"/>
                      </a:cubicBezTo>
                      <a:lnTo>
                        <a:pt x="0" y="3234"/>
                      </a:lnTo>
                      <a:cubicBezTo>
                        <a:pt x="0" y="3287"/>
                        <a:pt x="22" y="3337"/>
                        <a:pt x="58" y="3375"/>
                      </a:cubicBezTo>
                      <a:lnTo>
                        <a:pt x="8117" y="11432"/>
                      </a:lnTo>
                      <a:lnTo>
                        <a:pt x="8117" y="18999"/>
                      </a:lnTo>
                      <a:cubicBezTo>
                        <a:pt x="8117" y="20426"/>
                        <a:pt x="15344" y="26448"/>
                        <a:pt x="16168" y="27129"/>
                      </a:cubicBezTo>
                      <a:cubicBezTo>
                        <a:pt x="16205" y="27160"/>
                        <a:pt x="16249" y="27175"/>
                        <a:pt x="16293" y="27175"/>
                      </a:cubicBezTo>
                      <a:cubicBezTo>
                        <a:pt x="16350" y="27175"/>
                        <a:pt x="16407" y="27151"/>
                        <a:pt x="16446" y="27103"/>
                      </a:cubicBezTo>
                      <a:cubicBezTo>
                        <a:pt x="16515" y="27019"/>
                        <a:pt x="16504" y="26895"/>
                        <a:pt x="16420" y="26826"/>
                      </a:cubicBezTo>
                      <a:cubicBezTo>
                        <a:pt x="13363" y="24296"/>
                        <a:pt x="8513" y="19933"/>
                        <a:pt x="8513" y="18999"/>
                      </a:cubicBezTo>
                      <a:lnTo>
                        <a:pt x="8513" y="11351"/>
                      </a:lnTo>
                      <a:cubicBezTo>
                        <a:pt x="8513" y="11298"/>
                        <a:pt x="8492" y="11248"/>
                        <a:pt x="8455" y="11210"/>
                      </a:cubicBezTo>
                      <a:lnTo>
                        <a:pt x="396" y="3152"/>
                      </a:lnTo>
                      <a:lnTo>
                        <a:pt x="396" y="198"/>
                      </a:lnTo>
                      <a:cubicBezTo>
                        <a:pt x="396" y="89"/>
                        <a:pt x="308" y="1"/>
                        <a:pt x="19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rot="-5400000" flipH="1">
                  <a:off x="625092" y="4842774"/>
                  <a:ext cx="84391" cy="84391"/>
                </a:xfrm>
                <a:custGeom>
                  <a:avLst/>
                  <a:gdLst/>
                  <a:ahLst/>
                  <a:cxnLst/>
                  <a:rect l="l" t="t" r="r" b="b"/>
                  <a:pathLst>
                    <a:path w="2017" h="2017" extrusionOk="0">
                      <a:moveTo>
                        <a:pt x="1009" y="1"/>
                      </a:moveTo>
                      <a:cubicBezTo>
                        <a:pt x="452" y="1"/>
                        <a:pt x="1" y="452"/>
                        <a:pt x="1" y="1009"/>
                      </a:cubicBezTo>
                      <a:cubicBezTo>
                        <a:pt x="1" y="1566"/>
                        <a:pt x="452" y="2016"/>
                        <a:pt x="1009" y="2016"/>
                      </a:cubicBezTo>
                      <a:cubicBezTo>
                        <a:pt x="1566" y="2016"/>
                        <a:pt x="2016" y="1566"/>
                        <a:pt x="2016" y="1009"/>
                      </a:cubicBezTo>
                      <a:cubicBezTo>
                        <a:pt x="2016" y="452"/>
                        <a:pt x="1566" y="1"/>
                        <a:pt x="10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9"/>
                <p:cNvSpPr/>
                <p:nvPr/>
              </p:nvSpPr>
              <p:spPr>
                <a:xfrm rot="-5400000" flipH="1">
                  <a:off x="543966" y="4761648"/>
                  <a:ext cx="246689" cy="246689"/>
                </a:xfrm>
                <a:custGeom>
                  <a:avLst/>
                  <a:gdLst/>
                  <a:ahLst/>
                  <a:cxnLst/>
                  <a:rect l="l" t="t" r="r" b="b"/>
                  <a:pathLst>
                    <a:path w="5896" h="5896" extrusionOk="0">
                      <a:moveTo>
                        <a:pt x="2948" y="198"/>
                      </a:moveTo>
                      <a:cubicBezTo>
                        <a:pt x="4464" y="198"/>
                        <a:pt x="5697" y="1431"/>
                        <a:pt x="5697" y="2948"/>
                      </a:cubicBezTo>
                      <a:cubicBezTo>
                        <a:pt x="5697" y="4463"/>
                        <a:pt x="4464" y="5697"/>
                        <a:pt x="2948" y="5697"/>
                      </a:cubicBezTo>
                      <a:cubicBezTo>
                        <a:pt x="1433" y="5697"/>
                        <a:pt x="200" y="4463"/>
                        <a:pt x="200" y="2948"/>
                      </a:cubicBezTo>
                      <a:cubicBezTo>
                        <a:pt x="200" y="1432"/>
                        <a:pt x="1433" y="198"/>
                        <a:pt x="2948" y="198"/>
                      </a:cubicBezTo>
                      <a:close/>
                      <a:moveTo>
                        <a:pt x="2948" y="1"/>
                      </a:moveTo>
                      <a:cubicBezTo>
                        <a:pt x="1324" y="1"/>
                        <a:pt x="1" y="1322"/>
                        <a:pt x="1" y="2948"/>
                      </a:cubicBezTo>
                      <a:cubicBezTo>
                        <a:pt x="1" y="4572"/>
                        <a:pt x="1324" y="5895"/>
                        <a:pt x="2948" y="5895"/>
                      </a:cubicBezTo>
                      <a:cubicBezTo>
                        <a:pt x="4574" y="5895"/>
                        <a:pt x="5895" y="4572"/>
                        <a:pt x="5895" y="2948"/>
                      </a:cubicBezTo>
                      <a:cubicBezTo>
                        <a:pt x="5895" y="1322"/>
                        <a:pt x="4574" y="1"/>
                        <a:pt x="294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9"/>
                <p:cNvSpPr/>
                <p:nvPr/>
              </p:nvSpPr>
              <p:spPr>
                <a:xfrm rot="-5400000" flipH="1">
                  <a:off x="311195" y="3830418"/>
                  <a:ext cx="133344" cy="133302"/>
                </a:xfrm>
                <a:custGeom>
                  <a:avLst/>
                  <a:gdLst/>
                  <a:ahLst/>
                  <a:cxnLst/>
                  <a:rect l="l" t="t" r="r" b="b"/>
                  <a:pathLst>
                    <a:path w="3187" h="3186" extrusionOk="0">
                      <a:moveTo>
                        <a:pt x="1593" y="0"/>
                      </a:moveTo>
                      <a:cubicBezTo>
                        <a:pt x="714" y="0"/>
                        <a:pt x="1" y="713"/>
                        <a:pt x="1" y="1593"/>
                      </a:cubicBezTo>
                      <a:cubicBezTo>
                        <a:pt x="1" y="2472"/>
                        <a:pt x="714" y="3185"/>
                        <a:pt x="1593" y="3185"/>
                      </a:cubicBezTo>
                      <a:cubicBezTo>
                        <a:pt x="2473" y="3185"/>
                        <a:pt x="3187" y="2472"/>
                        <a:pt x="3187" y="1593"/>
                      </a:cubicBezTo>
                      <a:cubicBezTo>
                        <a:pt x="3187" y="713"/>
                        <a:pt x="2473" y="0"/>
                        <a:pt x="1593"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rot="-5400000" flipH="1">
                  <a:off x="349771" y="3868993"/>
                  <a:ext cx="56191" cy="56149"/>
                </a:xfrm>
                <a:custGeom>
                  <a:avLst/>
                  <a:gdLst/>
                  <a:ahLst/>
                  <a:cxnLst/>
                  <a:rect l="l" t="t" r="r" b="b"/>
                  <a:pathLst>
                    <a:path w="1343" h="1342" extrusionOk="0">
                      <a:moveTo>
                        <a:pt x="671" y="1"/>
                      </a:moveTo>
                      <a:cubicBezTo>
                        <a:pt x="301" y="1"/>
                        <a:pt x="1" y="301"/>
                        <a:pt x="1" y="671"/>
                      </a:cubicBezTo>
                      <a:cubicBezTo>
                        <a:pt x="1" y="1041"/>
                        <a:pt x="301" y="1341"/>
                        <a:pt x="671" y="1341"/>
                      </a:cubicBezTo>
                      <a:cubicBezTo>
                        <a:pt x="1042" y="1341"/>
                        <a:pt x="1343" y="1041"/>
                        <a:pt x="1343" y="671"/>
                      </a:cubicBezTo>
                      <a:cubicBezTo>
                        <a:pt x="1343" y="301"/>
                        <a:pt x="1042" y="1"/>
                        <a:pt x="6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rot="-5400000" flipH="1">
                  <a:off x="106959" y="4481662"/>
                  <a:ext cx="133302" cy="133302"/>
                </a:xfrm>
                <a:custGeom>
                  <a:avLst/>
                  <a:gdLst/>
                  <a:ahLst/>
                  <a:cxnLst/>
                  <a:rect l="l" t="t" r="r" b="b"/>
                  <a:pathLst>
                    <a:path w="3186" h="3186" extrusionOk="0">
                      <a:moveTo>
                        <a:pt x="1593" y="0"/>
                      </a:moveTo>
                      <a:cubicBezTo>
                        <a:pt x="713" y="0"/>
                        <a:pt x="1" y="713"/>
                        <a:pt x="1" y="1592"/>
                      </a:cubicBezTo>
                      <a:cubicBezTo>
                        <a:pt x="1" y="2472"/>
                        <a:pt x="713" y="3186"/>
                        <a:pt x="1593" y="3186"/>
                      </a:cubicBezTo>
                      <a:cubicBezTo>
                        <a:pt x="2473" y="3186"/>
                        <a:pt x="3185" y="2472"/>
                        <a:pt x="3185" y="1592"/>
                      </a:cubicBezTo>
                      <a:cubicBezTo>
                        <a:pt x="3185" y="713"/>
                        <a:pt x="2473" y="0"/>
                        <a:pt x="1593"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rot="-5400000" flipH="1">
                  <a:off x="145534" y="4520237"/>
                  <a:ext cx="56149" cy="56149"/>
                </a:xfrm>
                <a:custGeom>
                  <a:avLst/>
                  <a:gdLst/>
                  <a:ahLst/>
                  <a:cxnLst/>
                  <a:rect l="l" t="t" r="r" b="b"/>
                  <a:pathLst>
                    <a:path w="1342" h="1342" extrusionOk="0">
                      <a:moveTo>
                        <a:pt x="671" y="0"/>
                      </a:moveTo>
                      <a:cubicBezTo>
                        <a:pt x="301" y="0"/>
                        <a:pt x="1" y="300"/>
                        <a:pt x="1" y="670"/>
                      </a:cubicBezTo>
                      <a:cubicBezTo>
                        <a:pt x="1" y="1042"/>
                        <a:pt x="301" y="1342"/>
                        <a:pt x="671" y="1342"/>
                      </a:cubicBezTo>
                      <a:cubicBezTo>
                        <a:pt x="1041" y="1342"/>
                        <a:pt x="1341" y="1042"/>
                        <a:pt x="1341" y="670"/>
                      </a:cubicBezTo>
                      <a:cubicBezTo>
                        <a:pt x="1341" y="300"/>
                        <a:pt x="1041" y="0"/>
                        <a:pt x="6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9"/>
                <p:cNvSpPr/>
                <p:nvPr/>
              </p:nvSpPr>
              <p:spPr>
                <a:xfrm rot="-5400000" flipH="1">
                  <a:off x="2329961" y="4788504"/>
                  <a:ext cx="84391" cy="84391"/>
                </a:xfrm>
                <a:custGeom>
                  <a:avLst/>
                  <a:gdLst/>
                  <a:ahLst/>
                  <a:cxnLst/>
                  <a:rect l="l" t="t" r="r" b="b"/>
                  <a:pathLst>
                    <a:path w="2017" h="2017" extrusionOk="0">
                      <a:moveTo>
                        <a:pt x="1009" y="1"/>
                      </a:moveTo>
                      <a:cubicBezTo>
                        <a:pt x="453" y="1"/>
                        <a:pt x="1" y="452"/>
                        <a:pt x="1" y="1008"/>
                      </a:cubicBezTo>
                      <a:cubicBezTo>
                        <a:pt x="1" y="1565"/>
                        <a:pt x="453" y="2016"/>
                        <a:pt x="1009" y="2016"/>
                      </a:cubicBezTo>
                      <a:cubicBezTo>
                        <a:pt x="1566" y="2016"/>
                        <a:pt x="2017" y="1565"/>
                        <a:pt x="2017" y="1008"/>
                      </a:cubicBezTo>
                      <a:cubicBezTo>
                        <a:pt x="2017" y="452"/>
                        <a:pt x="1566" y="1"/>
                        <a:pt x="10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9"/>
                <p:cNvSpPr/>
                <p:nvPr/>
              </p:nvSpPr>
              <p:spPr>
                <a:xfrm rot="-5400000" flipH="1">
                  <a:off x="2248814" y="4707400"/>
                  <a:ext cx="246647" cy="246689"/>
                </a:xfrm>
                <a:custGeom>
                  <a:avLst/>
                  <a:gdLst/>
                  <a:ahLst/>
                  <a:cxnLst/>
                  <a:rect l="l" t="t" r="r" b="b"/>
                  <a:pathLst>
                    <a:path w="5895" h="5896" extrusionOk="0">
                      <a:moveTo>
                        <a:pt x="2947" y="199"/>
                      </a:moveTo>
                      <a:cubicBezTo>
                        <a:pt x="4463" y="199"/>
                        <a:pt x="5696" y="1432"/>
                        <a:pt x="5696" y="2948"/>
                      </a:cubicBezTo>
                      <a:cubicBezTo>
                        <a:pt x="5696" y="4465"/>
                        <a:pt x="4463" y="5698"/>
                        <a:pt x="2947" y="5698"/>
                      </a:cubicBezTo>
                      <a:cubicBezTo>
                        <a:pt x="1432" y="5698"/>
                        <a:pt x="199" y="4465"/>
                        <a:pt x="199" y="2948"/>
                      </a:cubicBezTo>
                      <a:cubicBezTo>
                        <a:pt x="199" y="1432"/>
                        <a:pt x="1432" y="199"/>
                        <a:pt x="2947" y="199"/>
                      </a:cubicBezTo>
                      <a:close/>
                      <a:moveTo>
                        <a:pt x="2947" y="1"/>
                      </a:moveTo>
                      <a:cubicBezTo>
                        <a:pt x="1322" y="1"/>
                        <a:pt x="0" y="1324"/>
                        <a:pt x="0" y="2948"/>
                      </a:cubicBezTo>
                      <a:cubicBezTo>
                        <a:pt x="0" y="4573"/>
                        <a:pt x="1322" y="5895"/>
                        <a:pt x="2947" y="5895"/>
                      </a:cubicBezTo>
                      <a:cubicBezTo>
                        <a:pt x="4573" y="5895"/>
                        <a:pt x="5895" y="4573"/>
                        <a:pt x="5895" y="2948"/>
                      </a:cubicBezTo>
                      <a:cubicBezTo>
                        <a:pt x="5895" y="1324"/>
                        <a:pt x="4572" y="1"/>
                        <a:pt x="2947"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rot="-5400000" flipH="1">
                  <a:off x="212773" y="3456454"/>
                  <a:ext cx="84391" cy="84391"/>
                </a:xfrm>
                <a:custGeom>
                  <a:avLst/>
                  <a:gdLst/>
                  <a:ahLst/>
                  <a:cxnLst/>
                  <a:rect l="l" t="t" r="r" b="b"/>
                  <a:pathLst>
                    <a:path w="2017" h="2017" extrusionOk="0">
                      <a:moveTo>
                        <a:pt x="1009" y="1"/>
                      </a:moveTo>
                      <a:cubicBezTo>
                        <a:pt x="453" y="1"/>
                        <a:pt x="1" y="452"/>
                        <a:pt x="1" y="1008"/>
                      </a:cubicBezTo>
                      <a:cubicBezTo>
                        <a:pt x="1" y="1565"/>
                        <a:pt x="453" y="2016"/>
                        <a:pt x="1009" y="2016"/>
                      </a:cubicBezTo>
                      <a:cubicBezTo>
                        <a:pt x="1566" y="2016"/>
                        <a:pt x="2017" y="1565"/>
                        <a:pt x="2017" y="1008"/>
                      </a:cubicBezTo>
                      <a:cubicBezTo>
                        <a:pt x="2017" y="452"/>
                        <a:pt x="1566" y="1"/>
                        <a:pt x="10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rot="-5400000" flipH="1">
                  <a:off x="131627" y="3375350"/>
                  <a:ext cx="246647" cy="246689"/>
                </a:xfrm>
                <a:custGeom>
                  <a:avLst/>
                  <a:gdLst/>
                  <a:ahLst/>
                  <a:cxnLst/>
                  <a:rect l="l" t="t" r="r" b="b"/>
                  <a:pathLst>
                    <a:path w="5895" h="5896" extrusionOk="0">
                      <a:moveTo>
                        <a:pt x="2947" y="199"/>
                      </a:moveTo>
                      <a:cubicBezTo>
                        <a:pt x="4463" y="199"/>
                        <a:pt x="5696" y="1432"/>
                        <a:pt x="5696" y="2948"/>
                      </a:cubicBezTo>
                      <a:cubicBezTo>
                        <a:pt x="5696" y="4465"/>
                        <a:pt x="4463" y="5698"/>
                        <a:pt x="2947" y="5698"/>
                      </a:cubicBezTo>
                      <a:cubicBezTo>
                        <a:pt x="1432" y="5698"/>
                        <a:pt x="199" y="4465"/>
                        <a:pt x="199" y="2948"/>
                      </a:cubicBezTo>
                      <a:cubicBezTo>
                        <a:pt x="199" y="1432"/>
                        <a:pt x="1432" y="199"/>
                        <a:pt x="2947" y="199"/>
                      </a:cubicBezTo>
                      <a:close/>
                      <a:moveTo>
                        <a:pt x="2947" y="1"/>
                      </a:moveTo>
                      <a:cubicBezTo>
                        <a:pt x="1322" y="1"/>
                        <a:pt x="0" y="1324"/>
                        <a:pt x="0" y="2948"/>
                      </a:cubicBezTo>
                      <a:cubicBezTo>
                        <a:pt x="0" y="4573"/>
                        <a:pt x="1322" y="5895"/>
                        <a:pt x="2947" y="5895"/>
                      </a:cubicBezTo>
                      <a:cubicBezTo>
                        <a:pt x="4573" y="5895"/>
                        <a:pt x="5895" y="4573"/>
                        <a:pt x="5895" y="2948"/>
                      </a:cubicBezTo>
                      <a:cubicBezTo>
                        <a:pt x="5895" y="1324"/>
                        <a:pt x="4572" y="1"/>
                        <a:pt x="2947"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a:off x="7573422" y="-66472"/>
                <a:ext cx="1214239" cy="1315478"/>
                <a:chOff x="7573422" y="-66472"/>
                <a:chExt cx="1214239" cy="1315478"/>
              </a:xfrm>
            </p:grpSpPr>
            <p:sp>
              <p:nvSpPr>
                <p:cNvPr id="498" name="Google Shape;498;p9"/>
                <p:cNvSpPr/>
                <p:nvPr/>
              </p:nvSpPr>
              <p:spPr>
                <a:xfrm rot="-5400000" flipH="1">
                  <a:off x="7523677" y="16421"/>
                  <a:ext cx="283146" cy="183656"/>
                </a:xfrm>
                <a:custGeom>
                  <a:avLst/>
                  <a:gdLst/>
                  <a:ahLst/>
                  <a:cxnLst/>
                  <a:rect l="l" t="t" r="r" b="b"/>
                  <a:pathLst>
                    <a:path w="5672" h="3679" extrusionOk="0">
                      <a:moveTo>
                        <a:pt x="154" y="0"/>
                      </a:moveTo>
                      <a:cubicBezTo>
                        <a:pt x="69" y="0"/>
                        <a:pt x="0" y="69"/>
                        <a:pt x="0" y="154"/>
                      </a:cubicBezTo>
                      <a:cubicBezTo>
                        <a:pt x="0" y="238"/>
                        <a:pt x="69" y="308"/>
                        <a:pt x="154" y="308"/>
                      </a:cubicBezTo>
                      <a:lnTo>
                        <a:pt x="3462" y="308"/>
                      </a:lnTo>
                      <a:lnTo>
                        <a:pt x="5364" y="2210"/>
                      </a:lnTo>
                      <a:lnTo>
                        <a:pt x="5364" y="3524"/>
                      </a:lnTo>
                      <a:cubicBezTo>
                        <a:pt x="5364" y="3610"/>
                        <a:pt x="5432" y="3678"/>
                        <a:pt x="5518" y="3678"/>
                      </a:cubicBezTo>
                      <a:cubicBezTo>
                        <a:pt x="5603" y="3678"/>
                        <a:pt x="5671" y="3610"/>
                        <a:pt x="5671" y="3524"/>
                      </a:cubicBezTo>
                      <a:lnTo>
                        <a:pt x="5671" y="2146"/>
                      </a:lnTo>
                      <a:cubicBezTo>
                        <a:pt x="5671" y="2105"/>
                        <a:pt x="5655" y="2066"/>
                        <a:pt x="5626" y="2037"/>
                      </a:cubicBezTo>
                      <a:lnTo>
                        <a:pt x="3634" y="45"/>
                      </a:lnTo>
                      <a:cubicBezTo>
                        <a:pt x="3605" y="16"/>
                        <a:pt x="3566" y="0"/>
                        <a:pt x="3526"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rot="-5400000" flipH="1">
                  <a:off x="8025348" y="279748"/>
                  <a:ext cx="831517" cy="139077"/>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rot="-5400000" flipH="1">
                  <a:off x="8027276" y="446057"/>
                  <a:ext cx="1221492" cy="196435"/>
                </a:xfrm>
                <a:custGeom>
                  <a:avLst/>
                  <a:gdLst/>
                  <a:ahLst/>
                  <a:cxnLst/>
                  <a:rect l="l" t="t" r="r" b="b"/>
                  <a:pathLst>
                    <a:path w="24469" h="3935" extrusionOk="0">
                      <a:moveTo>
                        <a:pt x="20637" y="1"/>
                      </a:moveTo>
                      <a:cubicBezTo>
                        <a:pt x="20596" y="1"/>
                        <a:pt x="20557" y="17"/>
                        <a:pt x="20529" y="47"/>
                      </a:cubicBezTo>
                      <a:lnTo>
                        <a:pt x="16947" y="3627"/>
                      </a:lnTo>
                      <a:lnTo>
                        <a:pt x="6092" y="3627"/>
                      </a:lnTo>
                      <a:lnTo>
                        <a:pt x="4400" y="1936"/>
                      </a:lnTo>
                      <a:cubicBezTo>
                        <a:pt x="4372" y="1907"/>
                        <a:pt x="4332" y="1891"/>
                        <a:pt x="4291" y="1891"/>
                      </a:cubicBezTo>
                      <a:lnTo>
                        <a:pt x="154" y="1891"/>
                      </a:lnTo>
                      <a:cubicBezTo>
                        <a:pt x="69" y="1891"/>
                        <a:pt x="0" y="1959"/>
                        <a:pt x="0" y="2045"/>
                      </a:cubicBezTo>
                      <a:cubicBezTo>
                        <a:pt x="0" y="2130"/>
                        <a:pt x="69" y="2198"/>
                        <a:pt x="154" y="2198"/>
                      </a:cubicBezTo>
                      <a:lnTo>
                        <a:pt x="4227" y="2198"/>
                      </a:lnTo>
                      <a:lnTo>
                        <a:pt x="5919" y="3890"/>
                      </a:lnTo>
                      <a:cubicBezTo>
                        <a:pt x="5949" y="3918"/>
                        <a:pt x="5988" y="3935"/>
                        <a:pt x="6028" y="3935"/>
                      </a:cubicBezTo>
                      <a:lnTo>
                        <a:pt x="17010" y="3935"/>
                      </a:lnTo>
                      <a:cubicBezTo>
                        <a:pt x="17051" y="3935"/>
                        <a:pt x="17090" y="3918"/>
                        <a:pt x="17119" y="3890"/>
                      </a:cubicBezTo>
                      <a:lnTo>
                        <a:pt x="20701" y="308"/>
                      </a:lnTo>
                      <a:lnTo>
                        <a:pt x="24315" y="308"/>
                      </a:lnTo>
                      <a:cubicBezTo>
                        <a:pt x="24400" y="308"/>
                        <a:pt x="24469" y="239"/>
                        <a:pt x="24469" y="154"/>
                      </a:cubicBezTo>
                      <a:cubicBezTo>
                        <a:pt x="24469" y="70"/>
                        <a:pt x="24400" y="1"/>
                        <a:pt x="2431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9"/>
                <p:cNvSpPr/>
                <p:nvPr/>
              </p:nvSpPr>
              <p:spPr>
                <a:xfrm rot="-5400000" flipH="1">
                  <a:off x="8388667" y="216708"/>
                  <a:ext cx="228584" cy="228634"/>
                </a:xfrm>
                <a:custGeom>
                  <a:avLst/>
                  <a:gdLst/>
                  <a:ahLst/>
                  <a:cxnLst/>
                  <a:rect l="l" t="t" r="r" b="b"/>
                  <a:pathLst>
                    <a:path w="4579" h="4580" extrusionOk="0">
                      <a:moveTo>
                        <a:pt x="2289" y="155"/>
                      </a:moveTo>
                      <a:cubicBezTo>
                        <a:pt x="3466" y="155"/>
                        <a:pt x="4425" y="1112"/>
                        <a:pt x="4425" y="2290"/>
                      </a:cubicBezTo>
                      <a:cubicBezTo>
                        <a:pt x="4425" y="3467"/>
                        <a:pt x="3466" y="4426"/>
                        <a:pt x="2289" y="4426"/>
                      </a:cubicBezTo>
                      <a:cubicBezTo>
                        <a:pt x="1112" y="4426"/>
                        <a:pt x="154" y="3467"/>
                        <a:pt x="154" y="2290"/>
                      </a:cubicBezTo>
                      <a:cubicBezTo>
                        <a:pt x="154" y="1112"/>
                        <a:pt x="1112" y="155"/>
                        <a:pt x="2289" y="155"/>
                      </a:cubicBezTo>
                      <a:close/>
                      <a:moveTo>
                        <a:pt x="2289" y="1"/>
                      </a:moveTo>
                      <a:cubicBezTo>
                        <a:pt x="1026" y="1"/>
                        <a:pt x="0" y="1028"/>
                        <a:pt x="0" y="2290"/>
                      </a:cubicBezTo>
                      <a:cubicBezTo>
                        <a:pt x="0" y="3552"/>
                        <a:pt x="1026" y="4580"/>
                        <a:pt x="2289" y="4580"/>
                      </a:cubicBezTo>
                      <a:cubicBezTo>
                        <a:pt x="3552" y="4580"/>
                        <a:pt x="4579" y="3552"/>
                        <a:pt x="4579" y="2290"/>
                      </a:cubicBezTo>
                      <a:cubicBezTo>
                        <a:pt x="4579" y="1028"/>
                        <a:pt x="3552" y="1"/>
                        <a:pt x="228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9"/>
                <p:cNvSpPr/>
                <p:nvPr/>
              </p:nvSpPr>
              <p:spPr>
                <a:xfrm rot="-5400000" flipH="1">
                  <a:off x="8508404" y="930461"/>
                  <a:ext cx="78225" cy="78225"/>
                </a:xfrm>
                <a:custGeom>
                  <a:avLst/>
                  <a:gdLst/>
                  <a:ahLst/>
                  <a:cxnLst/>
                  <a:rect l="l" t="t" r="r" b="b"/>
                  <a:pathLst>
                    <a:path w="1567" h="1567" extrusionOk="0">
                      <a:moveTo>
                        <a:pt x="784" y="1"/>
                      </a:moveTo>
                      <a:cubicBezTo>
                        <a:pt x="352" y="1"/>
                        <a:pt x="1" y="352"/>
                        <a:pt x="1" y="783"/>
                      </a:cubicBezTo>
                      <a:cubicBezTo>
                        <a:pt x="1" y="1216"/>
                        <a:pt x="352" y="1567"/>
                        <a:pt x="784" y="1567"/>
                      </a:cubicBezTo>
                      <a:cubicBezTo>
                        <a:pt x="1216" y="1567"/>
                        <a:pt x="1567" y="1216"/>
                        <a:pt x="1567" y="783"/>
                      </a:cubicBezTo>
                      <a:cubicBezTo>
                        <a:pt x="1567" y="352"/>
                        <a:pt x="1216"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9"/>
                <p:cNvSpPr/>
                <p:nvPr/>
              </p:nvSpPr>
              <p:spPr>
                <a:xfrm rot="-5400000" flipH="1">
                  <a:off x="8433222" y="855279"/>
                  <a:ext cx="228634" cy="228634"/>
                </a:xfrm>
                <a:custGeom>
                  <a:avLst/>
                  <a:gdLst/>
                  <a:ahLst/>
                  <a:cxnLst/>
                  <a:rect l="l" t="t" r="r" b="b"/>
                  <a:pathLst>
                    <a:path w="4580" h="4580" extrusionOk="0">
                      <a:moveTo>
                        <a:pt x="2290" y="154"/>
                      </a:moveTo>
                      <a:cubicBezTo>
                        <a:pt x="3468" y="154"/>
                        <a:pt x="4425" y="1112"/>
                        <a:pt x="4425" y="2289"/>
                      </a:cubicBezTo>
                      <a:cubicBezTo>
                        <a:pt x="4425" y="3468"/>
                        <a:pt x="3468" y="4425"/>
                        <a:pt x="2290" y="4425"/>
                      </a:cubicBezTo>
                      <a:cubicBezTo>
                        <a:pt x="1113" y="4425"/>
                        <a:pt x="154" y="3468"/>
                        <a:pt x="154" y="2289"/>
                      </a:cubicBezTo>
                      <a:cubicBezTo>
                        <a:pt x="154" y="1112"/>
                        <a:pt x="1113" y="154"/>
                        <a:pt x="2290" y="154"/>
                      </a:cubicBezTo>
                      <a:close/>
                      <a:moveTo>
                        <a:pt x="2290" y="1"/>
                      </a:moveTo>
                      <a:cubicBezTo>
                        <a:pt x="1028" y="1"/>
                        <a:pt x="0" y="1028"/>
                        <a:pt x="0" y="2289"/>
                      </a:cubicBezTo>
                      <a:cubicBezTo>
                        <a:pt x="0" y="3552"/>
                        <a:pt x="1028" y="4579"/>
                        <a:pt x="2290" y="4579"/>
                      </a:cubicBezTo>
                      <a:cubicBezTo>
                        <a:pt x="3553" y="4579"/>
                        <a:pt x="4579" y="3552"/>
                        <a:pt x="4579" y="2289"/>
                      </a:cubicBezTo>
                      <a:cubicBezTo>
                        <a:pt x="4579" y="1028"/>
                        <a:pt x="3552"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9"/>
                <p:cNvSpPr/>
                <p:nvPr/>
              </p:nvSpPr>
              <p:spPr>
                <a:xfrm rot="-5400000" flipH="1">
                  <a:off x="8669451" y="585453"/>
                  <a:ext cx="118211" cy="118211"/>
                </a:xfrm>
                <a:custGeom>
                  <a:avLst/>
                  <a:gdLst/>
                  <a:ahLst/>
                  <a:cxnLst/>
                  <a:rect l="l" t="t" r="r" b="b"/>
                  <a:pathLst>
                    <a:path w="2368" h="2368" extrusionOk="0">
                      <a:moveTo>
                        <a:pt x="1184" y="154"/>
                      </a:moveTo>
                      <a:cubicBezTo>
                        <a:pt x="1751" y="154"/>
                        <a:pt x="2214" y="617"/>
                        <a:pt x="2214" y="1184"/>
                      </a:cubicBezTo>
                      <a:cubicBezTo>
                        <a:pt x="2214" y="1752"/>
                        <a:pt x="1751" y="2214"/>
                        <a:pt x="1184" y="2214"/>
                      </a:cubicBezTo>
                      <a:cubicBezTo>
                        <a:pt x="616" y="2214"/>
                        <a:pt x="155" y="1752"/>
                        <a:pt x="155" y="1184"/>
                      </a:cubicBezTo>
                      <a:cubicBezTo>
                        <a:pt x="155" y="617"/>
                        <a:pt x="616" y="154"/>
                        <a:pt x="1184" y="154"/>
                      </a:cubicBezTo>
                      <a:close/>
                      <a:moveTo>
                        <a:pt x="1184" y="1"/>
                      </a:moveTo>
                      <a:cubicBezTo>
                        <a:pt x="531" y="1"/>
                        <a:pt x="1" y="532"/>
                        <a:pt x="1" y="1184"/>
                      </a:cubicBezTo>
                      <a:cubicBezTo>
                        <a:pt x="1" y="1837"/>
                        <a:pt x="531" y="2368"/>
                        <a:pt x="1184" y="2368"/>
                      </a:cubicBezTo>
                      <a:cubicBezTo>
                        <a:pt x="1836" y="2368"/>
                        <a:pt x="2367" y="1837"/>
                        <a:pt x="2367" y="1184"/>
                      </a:cubicBezTo>
                      <a:cubicBezTo>
                        <a:pt x="2367" y="532"/>
                        <a:pt x="1836" y="1"/>
                        <a:pt x="118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9"/>
                <p:cNvSpPr/>
                <p:nvPr/>
              </p:nvSpPr>
              <p:spPr>
                <a:xfrm rot="-5400000" flipH="1">
                  <a:off x="7687593" y="180290"/>
                  <a:ext cx="123602" cy="123602"/>
                </a:xfrm>
                <a:custGeom>
                  <a:avLst/>
                  <a:gdLst/>
                  <a:ahLst/>
                  <a:cxnLst/>
                  <a:rect l="l" t="t" r="r" b="b"/>
                  <a:pathLst>
                    <a:path w="2476" h="2476" extrusionOk="0">
                      <a:moveTo>
                        <a:pt x="1239" y="1"/>
                      </a:moveTo>
                      <a:cubicBezTo>
                        <a:pt x="555" y="1"/>
                        <a:pt x="1" y="554"/>
                        <a:pt x="1" y="1237"/>
                      </a:cubicBezTo>
                      <a:cubicBezTo>
                        <a:pt x="1" y="1921"/>
                        <a:pt x="555" y="2475"/>
                        <a:pt x="1239" y="2475"/>
                      </a:cubicBezTo>
                      <a:cubicBezTo>
                        <a:pt x="1922" y="2475"/>
                        <a:pt x="2475" y="1921"/>
                        <a:pt x="2475" y="1237"/>
                      </a:cubicBezTo>
                      <a:cubicBezTo>
                        <a:pt x="2475" y="554"/>
                        <a:pt x="1922" y="1"/>
                        <a:pt x="1239"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9"/>
                <p:cNvSpPr/>
                <p:nvPr/>
              </p:nvSpPr>
              <p:spPr>
                <a:xfrm rot="-5400000" flipH="1">
                  <a:off x="7723361" y="216059"/>
                  <a:ext cx="52017" cy="52067"/>
                </a:xfrm>
                <a:custGeom>
                  <a:avLst/>
                  <a:gdLst/>
                  <a:ahLst/>
                  <a:cxnLst/>
                  <a:rect l="l" t="t" r="r" b="b"/>
                  <a:pathLst>
                    <a:path w="1042" h="1043" extrusionOk="0">
                      <a:moveTo>
                        <a:pt x="522" y="0"/>
                      </a:moveTo>
                      <a:cubicBezTo>
                        <a:pt x="233" y="0"/>
                        <a:pt x="0" y="234"/>
                        <a:pt x="0" y="521"/>
                      </a:cubicBezTo>
                      <a:cubicBezTo>
                        <a:pt x="0" y="810"/>
                        <a:pt x="233" y="1043"/>
                        <a:pt x="522" y="1043"/>
                      </a:cubicBezTo>
                      <a:cubicBezTo>
                        <a:pt x="809" y="1043"/>
                        <a:pt x="1042" y="810"/>
                        <a:pt x="1042" y="521"/>
                      </a:cubicBezTo>
                      <a:cubicBezTo>
                        <a:pt x="1042" y="234"/>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9"/>
                <p:cNvSpPr/>
                <p:nvPr/>
              </p:nvSpPr>
              <p:spPr>
                <a:xfrm rot="-5400000" flipH="1">
                  <a:off x="8441209" y="695630"/>
                  <a:ext cx="123552" cy="123552"/>
                </a:xfrm>
                <a:custGeom>
                  <a:avLst/>
                  <a:gdLst/>
                  <a:ahLst/>
                  <a:cxnLst/>
                  <a:rect l="l" t="t" r="r" b="b"/>
                  <a:pathLst>
                    <a:path w="2475" h="2475" extrusionOk="0">
                      <a:moveTo>
                        <a:pt x="1237" y="0"/>
                      </a:moveTo>
                      <a:cubicBezTo>
                        <a:pt x="554" y="0"/>
                        <a:pt x="1" y="553"/>
                        <a:pt x="1" y="1237"/>
                      </a:cubicBezTo>
                      <a:cubicBezTo>
                        <a:pt x="1" y="1920"/>
                        <a:pt x="554" y="2474"/>
                        <a:pt x="1237" y="2474"/>
                      </a:cubicBezTo>
                      <a:cubicBezTo>
                        <a:pt x="1922" y="2474"/>
                        <a:pt x="2475" y="1920"/>
                        <a:pt x="2475" y="1237"/>
                      </a:cubicBezTo>
                      <a:cubicBezTo>
                        <a:pt x="2475" y="553"/>
                        <a:pt x="1922" y="0"/>
                        <a:pt x="1237"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9"/>
                <p:cNvSpPr/>
                <p:nvPr/>
              </p:nvSpPr>
              <p:spPr>
                <a:xfrm rot="-5400000" flipH="1">
                  <a:off x="8485739" y="1125455"/>
                  <a:ext cx="123552" cy="123552"/>
                </a:xfrm>
                <a:custGeom>
                  <a:avLst/>
                  <a:gdLst/>
                  <a:ahLst/>
                  <a:cxnLst/>
                  <a:rect l="l" t="t" r="r" b="b"/>
                  <a:pathLst>
                    <a:path w="2475" h="2475" extrusionOk="0">
                      <a:moveTo>
                        <a:pt x="1238" y="1"/>
                      </a:moveTo>
                      <a:cubicBezTo>
                        <a:pt x="555" y="1"/>
                        <a:pt x="0" y="554"/>
                        <a:pt x="0" y="1237"/>
                      </a:cubicBezTo>
                      <a:cubicBezTo>
                        <a:pt x="0" y="1921"/>
                        <a:pt x="555" y="2475"/>
                        <a:pt x="1238" y="2475"/>
                      </a:cubicBezTo>
                      <a:cubicBezTo>
                        <a:pt x="1922" y="2475"/>
                        <a:pt x="2475" y="1921"/>
                        <a:pt x="2475" y="1237"/>
                      </a:cubicBezTo>
                      <a:cubicBezTo>
                        <a:pt x="2475" y="554"/>
                        <a:pt x="1922" y="1"/>
                        <a:pt x="1238"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9"/>
                <p:cNvSpPr/>
                <p:nvPr/>
              </p:nvSpPr>
              <p:spPr>
                <a:xfrm rot="-5400000" flipH="1">
                  <a:off x="8521508" y="1161223"/>
                  <a:ext cx="52067" cy="52017"/>
                </a:xfrm>
                <a:custGeom>
                  <a:avLst/>
                  <a:gdLst/>
                  <a:ahLst/>
                  <a:cxnLst/>
                  <a:rect l="l" t="t" r="r" b="b"/>
                  <a:pathLst>
                    <a:path w="1043" h="1042" extrusionOk="0">
                      <a:moveTo>
                        <a:pt x="522" y="0"/>
                      </a:moveTo>
                      <a:cubicBezTo>
                        <a:pt x="234" y="0"/>
                        <a:pt x="1" y="233"/>
                        <a:pt x="1" y="520"/>
                      </a:cubicBezTo>
                      <a:cubicBezTo>
                        <a:pt x="1" y="809"/>
                        <a:pt x="234" y="1042"/>
                        <a:pt x="522" y="1042"/>
                      </a:cubicBezTo>
                      <a:cubicBezTo>
                        <a:pt x="809" y="1042"/>
                        <a:pt x="1042" y="809"/>
                        <a:pt x="1042" y="520"/>
                      </a:cubicBezTo>
                      <a:cubicBezTo>
                        <a:pt x="1042" y="233"/>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10" name="Google Shape;510;p9"/>
            <p:cNvSpPr/>
            <p:nvPr/>
          </p:nvSpPr>
          <p:spPr>
            <a:xfrm rot="-5400000" flipH="1">
              <a:off x="8474336" y="733073"/>
              <a:ext cx="52067" cy="52017"/>
            </a:xfrm>
            <a:custGeom>
              <a:avLst/>
              <a:gdLst/>
              <a:ahLst/>
              <a:cxnLst/>
              <a:rect l="l" t="t" r="r" b="b"/>
              <a:pathLst>
                <a:path w="1043" h="1042" extrusionOk="0">
                  <a:moveTo>
                    <a:pt x="522" y="0"/>
                  </a:moveTo>
                  <a:cubicBezTo>
                    <a:pt x="234" y="0"/>
                    <a:pt x="1" y="233"/>
                    <a:pt x="1" y="520"/>
                  </a:cubicBezTo>
                  <a:cubicBezTo>
                    <a:pt x="1" y="809"/>
                    <a:pt x="234" y="1042"/>
                    <a:pt x="522" y="1042"/>
                  </a:cubicBezTo>
                  <a:cubicBezTo>
                    <a:pt x="809" y="1042"/>
                    <a:pt x="1042" y="809"/>
                    <a:pt x="1042" y="520"/>
                  </a:cubicBezTo>
                  <a:cubicBezTo>
                    <a:pt x="1042" y="233"/>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4"/>
        <p:cNvGrpSpPr/>
        <p:nvPr/>
      </p:nvGrpSpPr>
      <p:grpSpPr>
        <a:xfrm>
          <a:off x="0" y="0"/>
          <a:ext cx="0" cy="0"/>
          <a:chOff x="0" y="0"/>
          <a:chExt cx="0" cy="0"/>
        </a:xfrm>
      </p:grpSpPr>
      <p:pic>
        <p:nvPicPr>
          <p:cNvPr id="515" name="Google Shape;515;p11"/>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sp>
        <p:nvSpPr>
          <p:cNvPr id="516" name="Google Shape;516;p11"/>
          <p:cNvSpPr txBox="1">
            <a:spLocks noGrp="1"/>
          </p:cNvSpPr>
          <p:nvPr>
            <p:ph type="title" hasCustomPrompt="1"/>
          </p:nvPr>
        </p:nvSpPr>
        <p:spPr>
          <a:xfrm>
            <a:off x="713225" y="2571738"/>
            <a:ext cx="6576000" cy="10620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17" name="Google Shape;517;p11"/>
          <p:cNvSpPr txBox="1">
            <a:spLocks noGrp="1"/>
          </p:cNvSpPr>
          <p:nvPr>
            <p:ph type="subTitle" idx="1"/>
          </p:nvPr>
        </p:nvSpPr>
        <p:spPr>
          <a:xfrm>
            <a:off x="713225" y="3529463"/>
            <a:ext cx="65760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grpSp>
        <p:nvGrpSpPr>
          <p:cNvPr id="518" name="Google Shape;518;p11"/>
          <p:cNvGrpSpPr/>
          <p:nvPr/>
        </p:nvGrpSpPr>
        <p:grpSpPr>
          <a:xfrm>
            <a:off x="442025" y="99502"/>
            <a:ext cx="10028300" cy="4792002"/>
            <a:chOff x="442025" y="99502"/>
            <a:chExt cx="10028300" cy="4792002"/>
          </a:xfrm>
        </p:grpSpPr>
        <p:grpSp>
          <p:nvGrpSpPr>
            <p:cNvPr id="519" name="Google Shape;519;p11"/>
            <p:cNvGrpSpPr/>
            <p:nvPr/>
          </p:nvGrpSpPr>
          <p:grpSpPr>
            <a:xfrm rot="-5400000">
              <a:off x="6390208" y="811386"/>
              <a:ext cx="4546693" cy="3613541"/>
              <a:chOff x="134600" y="-1281232"/>
              <a:chExt cx="5386439" cy="4280940"/>
            </a:xfrm>
          </p:grpSpPr>
          <p:sp>
            <p:nvSpPr>
              <p:cNvPr id="520" name="Google Shape;520;p11"/>
              <p:cNvSpPr/>
              <p:nvPr/>
            </p:nvSpPr>
            <p:spPr>
              <a:xfrm rot="-2700000">
                <a:off x="1238584" y="-649278"/>
                <a:ext cx="3037132" cy="3017031"/>
              </a:xfrm>
              <a:custGeom>
                <a:avLst/>
                <a:gdLst/>
                <a:ahLst/>
                <a:cxnLst/>
                <a:rect l="l" t="t" r="r" b="b"/>
                <a:pathLst>
                  <a:path w="30672" h="30469" extrusionOk="0">
                    <a:moveTo>
                      <a:pt x="217" y="1"/>
                    </a:moveTo>
                    <a:cubicBezTo>
                      <a:pt x="167" y="1"/>
                      <a:pt x="116" y="20"/>
                      <a:pt x="78" y="59"/>
                    </a:cubicBezTo>
                    <a:cubicBezTo>
                      <a:pt x="1" y="136"/>
                      <a:pt x="1" y="261"/>
                      <a:pt x="78" y="340"/>
                    </a:cubicBezTo>
                    <a:lnTo>
                      <a:pt x="4122" y="4384"/>
                    </a:lnTo>
                    <a:cubicBezTo>
                      <a:pt x="4159" y="4420"/>
                      <a:pt x="4209" y="4442"/>
                      <a:pt x="4261" y="4442"/>
                    </a:cubicBezTo>
                    <a:lnTo>
                      <a:pt x="11938" y="4442"/>
                    </a:lnTo>
                    <a:lnTo>
                      <a:pt x="18041" y="10543"/>
                    </a:lnTo>
                    <a:lnTo>
                      <a:pt x="18041" y="18056"/>
                    </a:lnTo>
                    <a:cubicBezTo>
                      <a:pt x="18041" y="18109"/>
                      <a:pt x="18062" y="18159"/>
                      <a:pt x="18099" y="18195"/>
                    </a:cubicBezTo>
                    <a:lnTo>
                      <a:pt x="30314" y="30411"/>
                    </a:lnTo>
                    <a:cubicBezTo>
                      <a:pt x="30353" y="30450"/>
                      <a:pt x="30403" y="30469"/>
                      <a:pt x="30454" y="30469"/>
                    </a:cubicBezTo>
                    <a:cubicBezTo>
                      <a:pt x="30505" y="30469"/>
                      <a:pt x="30555" y="30449"/>
                      <a:pt x="30593" y="30411"/>
                    </a:cubicBezTo>
                    <a:cubicBezTo>
                      <a:pt x="30671" y="30333"/>
                      <a:pt x="30671" y="30207"/>
                      <a:pt x="30593" y="30130"/>
                    </a:cubicBezTo>
                    <a:lnTo>
                      <a:pt x="18437" y="17974"/>
                    </a:lnTo>
                    <a:lnTo>
                      <a:pt x="18437" y="10461"/>
                    </a:lnTo>
                    <a:cubicBezTo>
                      <a:pt x="18437" y="10408"/>
                      <a:pt x="18416" y="10359"/>
                      <a:pt x="18379" y="10322"/>
                    </a:cubicBezTo>
                    <a:lnTo>
                      <a:pt x="12161" y="4104"/>
                    </a:lnTo>
                    <a:cubicBezTo>
                      <a:pt x="12124" y="4066"/>
                      <a:pt x="12073" y="4046"/>
                      <a:pt x="12021" y="4046"/>
                    </a:cubicBezTo>
                    <a:lnTo>
                      <a:pt x="4344" y="4046"/>
                    </a:lnTo>
                    <a:lnTo>
                      <a:pt x="358" y="59"/>
                    </a:lnTo>
                    <a:cubicBezTo>
                      <a:pt x="319" y="20"/>
                      <a:pt x="268" y="1"/>
                      <a:pt x="217"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1" name="Google Shape;521;p11"/>
              <p:cNvGrpSpPr/>
              <p:nvPr/>
            </p:nvGrpSpPr>
            <p:grpSpPr>
              <a:xfrm>
                <a:off x="4908139" y="554913"/>
                <a:ext cx="612900" cy="612600"/>
                <a:chOff x="348039" y="569450"/>
                <a:chExt cx="612900" cy="612600"/>
              </a:xfrm>
            </p:grpSpPr>
            <p:sp>
              <p:nvSpPr>
                <p:cNvPr id="522" name="Google Shape;522;p11"/>
                <p:cNvSpPr/>
                <p:nvPr/>
              </p:nvSpPr>
              <p:spPr>
                <a:xfrm>
                  <a:off x="491230" y="71263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1"/>
                <p:cNvSpPr/>
                <p:nvPr/>
              </p:nvSpPr>
              <p:spPr>
                <a:xfrm>
                  <a:off x="348039" y="569450"/>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4" name="Google Shape;524;p11"/>
              <p:cNvSpPr/>
              <p:nvPr/>
            </p:nvSpPr>
            <p:spPr>
              <a:xfrm>
                <a:off x="134600" y="611701"/>
                <a:ext cx="499200" cy="4989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5" name="Google Shape;525;p11"/>
            <p:cNvSpPr/>
            <p:nvPr/>
          </p:nvSpPr>
          <p:spPr>
            <a:xfrm>
              <a:off x="6006362" y="46040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6" name="Google Shape;526;p11"/>
            <p:cNvGrpSpPr/>
            <p:nvPr/>
          </p:nvGrpSpPr>
          <p:grpSpPr>
            <a:xfrm rot="5400000">
              <a:off x="-94575" y="1758800"/>
              <a:ext cx="1344400" cy="271200"/>
              <a:chOff x="3686625" y="4603950"/>
              <a:chExt cx="1344400" cy="271200"/>
            </a:xfrm>
          </p:grpSpPr>
          <p:sp>
            <p:nvSpPr>
              <p:cNvPr id="527" name="Google Shape;527;p11"/>
              <p:cNvSpPr/>
              <p:nvPr/>
            </p:nvSpPr>
            <p:spPr>
              <a:xfrm rot="-5400000">
                <a:off x="36389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1"/>
              <p:cNvSpPr/>
              <p:nvPr/>
            </p:nvSpPr>
            <p:spPr>
              <a:xfrm rot="-5400000">
                <a:off x="39310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1"/>
              <p:cNvSpPr/>
              <p:nvPr/>
            </p:nvSpPr>
            <p:spPr>
              <a:xfrm rot="-5400000">
                <a:off x="42232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1"/>
              <p:cNvSpPr/>
              <p:nvPr/>
            </p:nvSpPr>
            <p:spPr>
              <a:xfrm rot="-5400000">
                <a:off x="45153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1"/>
              <p:cNvSpPr/>
              <p:nvPr/>
            </p:nvSpPr>
            <p:spPr>
              <a:xfrm rot="-5400000">
                <a:off x="48075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2" name="Google Shape;532;p11"/>
            <p:cNvSpPr/>
            <p:nvPr/>
          </p:nvSpPr>
          <p:spPr>
            <a:xfrm>
              <a:off x="4248237" y="46040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3" name="Google Shape;533;p11"/>
            <p:cNvGrpSpPr/>
            <p:nvPr/>
          </p:nvGrpSpPr>
          <p:grpSpPr>
            <a:xfrm rot="-5400000">
              <a:off x="2815300" y="-915923"/>
              <a:ext cx="749026" cy="2779875"/>
              <a:chOff x="8294649" y="2221728"/>
              <a:chExt cx="749026" cy="2779875"/>
            </a:xfrm>
          </p:grpSpPr>
          <p:sp>
            <p:nvSpPr>
              <p:cNvPr id="534" name="Google Shape;534;p11"/>
              <p:cNvSpPr/>
              <p:nvPr/>
            </p:nvSpPr>
            <p:spPr>
              <a:xfrm>
                <a:off x="8430775" y="4389003"/>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1"/>
              <p:cNvSpPr/>
              <p:nvPr/>
            </p:nvSpPr>
            <p:spPr>
              <a:xfrm>
                <a:off x="8294649" y="222172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1"/>
              <p:cNvSpPr/>
              <p:nvPr/>
            </p:nvSpPr>
            <p:spPr>
              <a:xfrm rot="5400000" flipH="1">
                <a:off x="7659889" y="3312352"/>
                <a:ext cx="1868166" cy="312450"/>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7" name="Google Shape;537;p11"/>
          <p:cNvGrpSpPr/>
          <p:nvPr/>
        </p:nvGrpSpPr>
        <p:grpSpPr>
          <a:xfrm>
            <a:off x="250885" y="-152402"/>
            <a:ext cx="8907371" cy="3922267"/>
            <a:chOff x="250885" y="-152402"/>
            <a:chExt cx="8907371" cy="3922267"/>
          </a:xfrm>
        </p:grpSpPr>
        <p:grpSp>
          <p:nvGrpSpPr>
            <p:cNvPr id="538" name="Google Shape;538;p11"/>
            <p:cNvGrpSpPr/>
            <p:nvPr/>
          </p:nvGrpSpPr>
          <p:grpSpPr>
            <a:xfrm>
              <a:off x="250885" y="-76249"/>
              <a:ext cx="8907371" cy="3846114"/>
              <a:chOff x="250885" y="-76249"/>
              <a:chExt cx="8907371" cy="3846114"/>
            </a:xfrm>
          </p:grpSpPr>
          <p:grpSp>
            <p:nvGrpSpPr>
              <p:cNvPr id="539" name="Google Shape;539;p11"/>
              <p:cNvGrpSpPr/>
              <p:nvPr/>
            </p:nvGrpSpPr>
            <p:grpSpPr>
              <a:xfrm>
                <a:off x="8393182" y="2160197"/>
                <a:ext cx="765074" cy="1609668"/>
                <a:chOff x="8393182" y="2160197"/>
                <a:chExt cx="765074" cy="1609668"/>
              </a:xfrm>
            </p:grpSpPr>
            <p:sp>
              <p:nvSpPr>
                <p:cNvPr id="540" name="Google Shape;540;p11"/>
                <p:cNvSpPr/>
                <p:nvPr/>
              </p:nvSpPr>
              <p:spPr>
                <a:xfrm flipH="1">
                  <a:off x="8393182" y="2160197"/>
                  <a:ext cx="765074" cy="1032795"/>
                </a:xfrm>
                <a:custGeom>
                  <a:avLst/>
                  <a:gdLst/>
                  <a:ahLst/>
                  <a:cxnLst/>
                  <a:rect l="l" t="t" r="r" b="b"/>
                  <a:pathLst>
                    <a:path w="15326" h="20689" extrusionOk="0">
                      <a:moveTo>
                        <a:pt x="168" y="0"/>
                      </a:moveTo>
                      <a:cubicBezTo>
                        <a:pt x="129" y="0"/>
                        <a:pt x="89" y="15"/>
                        <a:pt x="59" y="45"/>
                      </a:cubicBezTo>
                      <a:cubicBezTo>
                        <a:pt x="0" y="104"/>
                        <a:pt x="0" y="202"/>
                        <a:pt x="59" y="262"/>
                      </a:cubicBezTo>
                      <a:lnTo>
                        <a:pt x="2055" y="2257"/>
                      </a:lnTo>
                      <a:lnTo>
                        <a:pt x="2055" y="4649"/>
                      </a:lnTo>
                      <a:cubicBezTo>
                        <a:pt x="2055" y="4689"/>
                        <a:pt x="2071" y="4728"/>
                        <a:pt x="2100" y="4756"/>
                      </a:cubicBezTo>
                      <a:lnTo>
                        <a:pt x="7439" y="10096"/>
                      </a:lnTo>
                      <a:cubicBezTo>
                        <a:pt x="7468" y="10125"/>
                        <a:pt x="7507" y="10141"/>
                        <a:pt x="7548" y="10141"/>
                      </a:cubicBezTo>
                      <a:lnTo>
                        <a:pt x="13590" y="10141"/>
                      </a:lnTo>
                      <a:lnTo>
                        <a:pt x="15018" y="11570"/>
                      </a:lnTo>
                      <a:lnTo>
                        <a:pt x="15018" y="14341"/>
                      </a:lnTo>
                      <a:lnTo>
                        <a:pt x="13328" y="16032"/>
                      </a:lnTo>
                      <a:lnTo>
                        <a:pt x="11834" y="16032"/>
                      </a:lnTo>
                      <a:cubicBezTo>
                        <a:pt x="11793" y="16032"/>
                        <a:pt x="11754" y="16048"/>
                        <a:pt x="11725" y="16077"/>
                      </a:cubicBezTo>
                      <a:lnTo>
                        <a:pt x="9898" y="17903"/>
                      </a:lnTo>
                      <a:cubicBezTo>
                        <a:pt x="9870" y="17932"/>
                        <a:pt x="9853" y="17972"/>
                        <a:pt x="9853" y="18012"/>
                      </a:cubicBezTo>
                      <a:lnTo>
                        <a:pt x="9853" y="20535"/>
                      </a:lnTo>
                      <a:cubicBezTo>
                        <a:pt x="9853" y="20619"/>
                        <a:pt x="9922" y="20688"/>
                        <a:pt x="10007" y="20688"/>
                      </a:cubicBezTo>
                      <a:cubicBezTo>
                        <a:pt x="10092" y="20688"/>
                        <a:pt x="10161" y="20620"/>
                        <a:pt x="10161" y="20535"/>
                      </a:cubicBezTo>
                      <a:lnTo>
                        <a:pt x="10161" y="18076"/>
                      </a:lnTo>
                      <a:lnTo>
                        <a:pt x="11897" y="16339"/>
                      </a:lnTo>
                      <a:lnTo>
                        <a:pt x="13392" y="16339"/>
                      </a:lnTo>
                      <a:cubicBezTo>
                        <a:pt x="13432" y="16339"/>
                        <a:pt x="13471" y="16324"/>
                        <a:pt x="13500" y="16294"/>
                      </a:cubicBezTo>
                      <a:lnTo>
                        <a:pt x="15281" y="14514"/>
                      </a:lnTo>
                      <a:cubicBezTo>
                        <a:pt x="15310" y="14484"/>
                        <a:pt x="15326" y="14445"/>
                        <a:pt x="15326" y="14405"/>
                      </a:cubicBezTo>
                      <a:lnTo>
                        <a:pt x="15326" y="11506"/>
                      </a:lnTo>
                      <a:cubicBezTo>
                        <a:pt x="15326" y="11466"/>
                        <a:pt x="15310" y="11427"/>
                        <a:pt x="15281" y="11398"/>
                      </a:cubicBezTo>
                      <a:lnTo>
                        <a:pt x="13762" y="9879"/>
                      </a:lnTo>
                      <a:cubicBezTo>
                        <a:pt x="13733" y="9850"/>
                        <a:pt x="13694" y="9834"/>
                        <a:pt x="13653" y="9834"/>
                      </a:cubicBezTo>
                      <a:lnTo>
                        <a:pt x="7612" y="9834"/>
                      </a:lnTo>
                      <a:lnTo>
                        <a:pt x="2362" y="4585"/>
                      </a:lnTo>
                      <a:lnTo>
                        <a:pt x="2362" y="2193"/>
                      </a:lnTo>
                      <a:cubicBezTo>
                        <a:pt x="2362" y="2153"/>
                        <a:pt x="2345" y="2114"/>
                        <a:pt x="2317" y="2084"/>
                      </a:cubicBezTo>
                      <a:lnTo>
                        <a:pt x="277" y="45"/>
                      </a:lnTo>
                      <a:cubicBezTo>
                        <a:pt x="247" y="15"/>
                        <a:pt x="208" y="0"/>
                        <a:pt x="16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1"/>
                <p:cNvSpPr/>
                <p:nvPr/>
              </p:nvSpPr>
              <p:spPr>
                <a:xfrm flipH="1">
                  <a:off x="8856539" y="3532092"/>
                  <a:ext cx="283146" cy="183656"/>
                </a:xfrm>
                <a:custGeom>
                  <a:avLst/>
                  <a:gdLst/>
                  <a:ahLst/>
                  <a:cxnLst/>
                  <a:rect l="l" t="t" r="r" b="b"/>
                  <a:pathLst>
                    <a:path w="5672" h="3679" extrusionOk="0">
                      <a:moveTo>
                        <a:pt x="154" y="0"/>
                      </a:moveTo>
                      <a:cubicBezTo>
                        <a:pt x="69" y="0"/>
                        <a:pt x="0" y="69"/>
                        <a:pt x="0" y="154"/>
                      </a:cubicBezTo>
                      <a:cubicBezTo>
                        <a:pt x="0" y="238"/>
                        <a:pt x="69" y="308"/>
                        <a:pt x="154" y="308"/>
                      </a:cubicBezTo>
                      <a:lnTo>
                        <a:pt x="3462" y="308"/>
                      </a:lnTo>
                      <a:lnTo>
                        <a:pt x="5364" y="2210"/>
                      </a:lnTo>
                      <a:lnTo>
                        <a:pt x="5364" y="3524"/>
                      </a:lnTo>
                      <a:cubicBezTo>
                        <a:pt x="5364" y="3610"/>
                        <a:pt x="5432" y="3678"/>
                        <a:pt x="5518" y="3678"/>
                      </a:cubicBezTo>
                      <a:cubicBezTo>
                        <a:pt x="5603" y="3678"/>
                        <a:pt x="5671" y="3610"/>
                        <a:pt x="5671" y="3524"/>
                      </a:cubicBezTo>
                      <a:lnTo>
                        <a:pt x="5671" y="2146"/>
                      </a:lnTo>
                      <a:cubicBezTo>
                        <a:pt x="5671" y="2105"/>
                        <a:pt x="5655" y="2066"/>
                        <a:pt x="5626" y="2037"/>
                      </a:cubicBezTo>
                      <a:lnTo>
                        <a:pt x="3634" y="45"/>
                      </a:lnTo>
                      <a:cubicBezTo>
                        <a:pt x="3605" y="16"/>
                        <a:pt x="3566" y="0"/>
                        <a:pt x="3526"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1"/>
                <p:cNvSpPr/>
                <p:nvPr/>
              </p:nvSpPr>
              <p:spPr>
                <a:xfrm flipH="1">
                  <a:off x="8596343" y="3111303"/>
                  <a:ext cx="123602" cy="123552"/>
                </a:xfrm>
                <a:custGeom>
                  <a:avLst/>
                  <a:gdLst/>
                  <a:ahLst/>
                  <a:cxnLst/>
                  <a:rect l="l" t="t" r="r" b="b"/>
                  <a:pathLst>
                    <a:path w="2476" h="2475" extrusionOk="0">
                      <a:moveTo>
                        <a:pt x="1238" y="0"/>
                      </a:moveTo>
                      <a:cubicBezTo>
                        <a:pt x="554" y="0"/>
                        <a:pt x="0" y="554"/>
                        <a:pt x="0" y="1237"/>
                      </a:cubicBezTo>
                      <a:cubicBezTo>
                        <a:pt x="0" y="1920"/>
                        <a:pt x="554" y="2475"/>
                        <a:pt x="1238" y="2475"/>
                      </a:cubicBezTo>
                      <a:cubicBezTo>
                        <a:pt x="1921" y="2475"/>
                        <a:pt x="2476" y="1920"/>
                        <a:pt x="2476" y="1237"/>
                      </a:cubicBezTo>
                      <a:cubicBezTo>
                        <a:pt x="2476" y="554"/>
                        <a:pt x="1921" y="0"/>
                        <a:pt x="1238"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1"/>
                <p:cNvSpPr/>
                <p:nvPr/>
              </p:nvSpPr>
              <p:spPr>
                <a:xfrm flipH="1">
                  <a:off x="8632084" y="3146997"/>
                  <a:ext cx="52116" cy="52116"/>
                </a:xfrm>
                <a:custGeom>
                  <a:avLst/>
                  <a:gdLst/>
                  <a:ahLst/>
                  <a:cxnLst/>
                  <a:rect l="l" t="t" r="r" b="b"/>
                  <a:pathLst>
                    <a:path w="1044" h="1044" extrusionOk="0">
                      <a:moveTo>
                        <a:pt x="522" y="1"/>
                      </a:moveTo>
                      <a:cubicBezTo>
                        <a:pt x="235" y="1"/>
                        <a:pt x="0" y="235"/>
                        <a:pt x="0" y="522"/>
                      </a:cubicBezTo>
                      <a:cubicBezTo>
                        <a:pt x="0" y="810"/>
                        <a:pt x="233" y="1043"/>
                        <a:pt x="522" y="1043"/>
                      </a:cubicBezTo>
                      <a:cubicBezTo>
                        <a:pt x="809" y="1043"/>
                        <a:pt x="1043" y="810"/>
                        <a:pt x="1043" y="522"/>
                      </a:cubicBezTo>
                      <a:cubicBezTo>
                        <a:pt x="1043" y="235"/>
                        <a:pt x="809" y="1"/>
                        <a:pt x="5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1"/>
                <p:cNvSpPr/>
                <p:nvPr/>
              </p:nvSpPr>
              <p:spPr>
                <a:xfrm flipH="1">
                  <a:off x="8802469" y="3646263"/>
                  <a:ext cx="123602" cy="123602"/>
                </a:xfrm>
                <a:custGeom>
                  <a:avLst/>
                  <a:gdLst/>
                  <a:ahLst/>
                  <a:cxnLst/>
                  <a:rect l="l" t="t" r="r" b="b"/>
                  <a:pathLst>
                    <a:path w="2476" h="2476" extrusionOk="0">
                      <a:moveTo>
                        <a:pt x="1239" y="1"/>
                      </a:moveTo>
                      <a:cubicBezTo>
                        <a:pt x="555" y="1"/>
                        <a:pt x="1" y="554"/>
                        <a:pt x="1" y="1237"/>
                      </a:cubicBezTo>
                      <a:cubicBezTo>
                        <a:pt x="1" y="1921"/>
                        <a:pt x="555" y="2475"/>
                        <a:pt x="1239" y="2475"/>
                      </a:cubicBezTo>
                      <a:cubicBezTo>
                        <a:pt x="1922" y="2475"/>
                        <a:pt x="2475" y="1921"/>
                        <a:pt x="2475" y="1237"/>
                      </a:cubicBezTo>
                      <a:cubicBezTo>
                        <a:pt x="2475" y="554"/>
                        <a:pt x="1922" y="1"/>
                        <a:pt x="1239"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1"/>
                <p:cNvSpPr/>
                <p:nvPr/>
              </p:nvSpPr>
              <p:spPr>
                <a:xfrm flipH="1">
                  <a:off x="8838260" y="3682007"/>
                  <a:ext cx="52017" cy="52067"/>
                </a:xfrm>
                <a:custGeom>
                  <a:avLst/>
                  <a:gdLst/>
                  <a:ahLst/>
                  <a:cxnLst/>
                  <a:rect l="l" t="t" r="r" b="b"/>
                  <a:pathLst>
                    <a:path w="1042" h="1043" extrusionOk="0">
                      <a:moveTo>
                        <a:pt x="522" y="0"/>
                      </a:moveTo>
                      <a:cubicBezTo>
                        <a:pt x="233" y="0"/>
                        <a:pt x="0" y="234"/>
                        <a:pt x="0" y="521"/>
                      </a:cubicBezTo>
                      <a:cubicBezTo>
                        <a:pt x="0" y="810"/>
                        <a:pt x="233" y="1043"/>
                        <a:pt x="522" y="1043"/>
                      </a:cubicBezTo>
                      <a:cubicBezTo>
                        <a:pt x="809" y="1043"/>
                        <a:pt x="1042" y="810"/>
                        <a:pt x="1042" y="521"/>
                      </a:cubicBezTo>
                      <a:cubicBezTo>
                        <a:pt x="1042" y="234"/>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6" name="Google Shape;546;p11"/>
              <p:cNvGrpSpPr/>
              <p:nvPr/>
            </p:nvGrpSpPr>
            <p:grpSpPr>
              <a:xfrm>
                <a:off x="250885" y="-76249"/>
                <a:ext cx="672308" cy="1183848"/>
                <a:chOff x="250885" y="-76249"/>
                <a:chExt cx="672308" cy="1183848"/>
              </a:xfrm>
            </p:grpSpPr>
            <p:sp>
              <p:nvSpPr>
                <p:cNvPr id="547" name="Google Shape;547;p11"/>
                <p:cNvSpPr/>
                <p:nvPr/>
              </p:nvSpPr>
              <p:spPr>
                <a:xfrm rot="10800000" flipH="1">
                  <a:off x="250885" y="-76249"/>
                  <a:ext cx="188422" cy="1056333"/>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1"/>
                <p:cNvSpPr/>
                <p:nvPr/>
              </p:nvSpPr>
              <p:spPr>
                <a:xfrm rot="10800000" flipH="1">
                  <a:off x="348357" y="889077"/>
                  <a:ext cx="53931" cy="53931"/>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1"/>
                <p:cNvSpPr/>
                <p:nvPr/>
              </p:nvSpPr>
              <p:spPr>
                <a:xfrm rot="10800000" flipH="1">
                  <a:off x="438848" y="-76193"/>
                  <a:ext cx="484344" cy="1183792"/>
                </a:xfrm>
                <a:custGeom>
                  <a:avLst/>
                  <a:gdLst/>
                  <a:ahLst/>
                  <a:cxnLst/>
                  <a:rect l="l" t="t" r="r" b="b"/>
                  <a:pathLst>
                    <a:path w="9367" h="22894" extrusionOk="0">
                      <a:moveTo>
                        <a:pt x="1897" y="1"/>
                      </a:moveTo>
                      <a:cubicBezTo>
                        <a:pt x="1214" y="1"/>
                        <a:pt x="661" y="555"/>
                        <a:pt x="661" y="1238"/>
                      </a:cubicBezTo>
                      <a:cubicBezTo>
                        <a:pt x="661" y="1847"/>
                        <a:pt x="1103" y="2352"/>
                        <a:pt x="1683" y="2454"/>
                      </a:cubicBezTo>
                      <a:lnTo>
                        <a:pt x="1683" y="8153"/>
                      </a:lnTo>
                      <a:lnTo>
                        <a:pt x="46" y="9790"/>
                      </a:lnTo>
                      <a:cubicBezTo>
                        <a:pt x="17" y="9819"/>
                        <a:pt x="1" y="9858"/>
                        <a:pt x="1" y="9899"/>
                      </a:cubicBezTo>
                      <a:lnTo>
                        <a:pt x="1" y="13697"/>
                      </a:lnTo>
                      <a:cubicBezTo>
                        <a:pt x="1" y="13738"/>
                        <a:pt x="17" y="13778"/>
                        <a:pt x="46" y="13806"/>
                      </a:cubicBezTo>
                      <a:lnTo>
                        <a:pt x="9090" y="22849"/>
                      </a:lnTo>
                      <a:cubicBezTo>
                        <a:pt x="9119" y="22879"/>
                        <a:pt x="9158" y="22894"/>
                        <a:pt x="9198" y="22894"/>
                      </a:cubicBezTo>
                      <a:cubicBezTo>
                        <a:pt x="9237" y="22894"/>
                        <a:pt x="9276" y="22879"/>
                        <a:pt x="9307" y="22849"/>
                      </a:cubicBezTo>
                      <a:cubicBezTo>
                        <a:pt x="9366" y="22790"/>
                        <a:pt x="9366" y="22692"/>
                        <a:pt x="9307" y="22631"/>
                      </a:cubicBezTo>
                      <a:lnTo>
                        <a:pt x="308" y="13634"/>
                      </a:lnTo>
                      <a:lnTo>
                        <a:pt x="308" y="9963"/>
                      </a:lnTo>
                      <a:lnTo>
                        <a:pt x="1946" y="8326"/>
                      </a:lnTo>
                      <a:cubicBezTo>
                        <a:pt x="1974" y="8297"/>
                        <a:pt x="1991" y="8258"/>
                        <a:pt x="1991" y="8217"/>
                      </a:cubicBezTo>
                      <a:lnTo>
                        <a:pt x="1991" y="2466"/>
                      </a:lnTo>
                      <a:cubicBezTo>
                        <a:pt x="2629" y="2417"/>
                        <a:pt x="3135" y="1890"/>
                        <a:pt x="3135" y="1238"/>
                      </a:cubicBezTo>
                      <a:cubicBezTo>
                        <a:pt x="3135" y="555"/>
                        <a:pt x="2580" y="1"/>
                        <a:pt x="1897"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1"/>
                <p:cNvSpPr/>
                <p:nvPr/>
              </p:nvSpPr>
              <p:spPr>
                <a:xfrm rot="10800000" flipH="1">
                  <a:off x="509949" y="1016644"/>
                  <a:ext cx="53983" cy="53879"/>
                </a:xfrm>
                <a:custGeom>
                  <a:avLst/>
                  <a:gdLst/>
                  <a:ahLst/>
                  <a:cxnLst/>
                  <a:rect l="l" t="t" r="r" b="b"/>
                  <a:pathLst>
                    <a:path w="1044" h="1042" extrusionOk="0">
                      <a:moveTo>
                        <a:pt x="522" y="0"/>
                      </a:moveTo>
                      <a:cubicBezTo>
                        <a:pt x="235" y="0"/>
                        <a:pt x="1" y="233"/>
                        <a:pt x="1" y="521"/>
                      </a:cubicBezTo>
                      <a:cubicBezTo>
                        <a:pt x="1" y="809"/>
                        <a:pt x="235" y="1042"/>
                        <a:pt x="522" y="1042"/>
                      </a:cubicBezTo>
                      <a:cubicBezTo>
                        <a:pt x="811" y="1042"/>
                        <a:pt x="1043" y="809"/>
                        <a:pt x="1043" y="521"/>
                      </a:cubicBezTo>
                      <a:cubicBezTo>
                        <a:pt x="1043" y="233"/>
                        <a:pt x="81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1"/>
                <p:cNvSpPr/>
                <p:nvPr/>
              </p:nvSpPr>
              <p:spPr>
                <a:xfrm rot="10800000" flipH="1">
                  <a:off x="406375" y="360970"/>
                  <a:ext cx="80974" cy="81026"/>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1"/>
                <p:cNvSpPr/>
                <p:nvPr/>
              </p:nvSpPr>
              <p:spPr>
                <a:xfrm rot="10800000" flipH="1">
                  <a:off x="328449" y="283102"/>
                  <a:ext cx="236820" cy="236769"/>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3" name="Google Shape;553;p11"/>
            <p:cNvGrpSpPr/>
            <p:nvPr/>
          </p:nvGrpSpPr>
          <p:grpSpPr>
            <a:xfrm>
              <a:off x="960595" y="-152402"/>
              <a:ext cx="972697" cy="916567"/>
              <a:chOff x="960595" y="-152402"/>
              <a:chExt cx="972697" cy="916567"/>
            </a:xfrm>
          </p:grpSpPr>
          <p:sp>
            <p:nvSpPr>
              <p:cNvPr id="554" name="Google Shape;554;p11"/>
              <p:cNvSpPr/>
              <p:nvPr/>
            </p:nvSpPr>
            <p:spPr>
              <a:xfrm rot="10800000" flipH="1">
                <a:off x="1027973" y="-76216"/>
                <a:ext cx="92712" cy="537861"/>
              </a:xfrm>
              <a:custGeom>
                <a:avLst/>
                <a:gdLst/>
                <a:ahLst/>
                <a:cxnLst/>
                <a:rect l="l" t="t" r="r" b="b"/>
                <a:pathLst>
                  <a:path w="1793" h="10402" extrusionOk="0">
                    <a:moveTo>
                      <a:pt x="1639" y="10402"/>
                    </a:moveTo>
                    <a:cubicBezTo>
                      <a:pt x="1554" y="10402"/>
                      <a:pt x="1485" y="10333"/>
                      <a:pt x="1485" y="10248"/>
                    </a:cubicBezTo>
                    <a:lnTo>
                      <a:pt x="1485" y="1703"/>
                    </a:lnTo>
                    <a:lnTo>
                      <a:pt x="61" y="279"/>
                    </a:lnTo>
                    <a:cubicBezTo>
                      <a:pt x="1" y="218"/>
                      <a:pt x="1" y="121"/>
                      <a:pt x="61" y="61"/>
                    </a:cubicBezTo>
                    <a:cubicBezTo>
                      <a:pt x="121" y="1"/>
                      <a:pt x="218" y="1"/>
                      <a:pt x="278" y="61"/>
                    </a:cubicBezTo>
                    <a:lnTo>
                      <a:pt x="1748" y="1531"/>
                    </a:lnTo>
                    <a:cubicBezTo>
                      <a:pt x="1776" y="1559"/>
                      <a:pt x="1793" y="1598"/>
                      <a:pt x="1793" y="1639"/>
                    </a:cubicBezTo>
                    <a:lnTo>
                      <a:pt x="1793" y="10248"/>
                    </a:lnTo>
                    <a:cubicBezTo>
                      <a:pt x="1793" y="10333"/>
                      <a:pt x="1724" y="10402"/>
                      <a:pt x="1639" y="10402"/>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1"/>
              <p:cNvSpPr/>
              <p:nvPr/>
            </p:nvSpPr>
            <p:spPr>
              <a:xfrm rot="10800000" flipH="1">
                <a:off x="1073871" y="-152402"/>
                <a:ext cx="553994" cy="916567"/>
              </a:xfrm>
              <a:custGeom>
                <a:avLst/>
                <a:gdLst/>
                <a:ahLst/>
                <a:cxnLst/>
                <a:rect l="l" t="t" r="r" b="b"/>
                <a:pathLst>
                  <a:path w="10714" h="17726" extrusionOk="0">
                    <a:moveTo>
                      <a:pt x="1237" y="0"/>
                    </a:moveTo>
                    <a:cubicBezTo>
                      <a:pt x="553" y="0"/>
                      <a:pt x="0" y="553"/>
                      <a:pt x="0" y="1237"/>
                    </a:cubicBezTo>
                    <a:cubicBezTo>
                      <a:pt x="0" y="1920"/>
                      <a:pt x="553" y="2474"/>
                      <a:pt x="1237" y="2474"/>
                    </a:cubicBezTo>
                    <a:cubicBezTo>
                      <a:pt x="1539" y="2474"/>
                      <a:pt x="1813" y="2362"/>
                      <a:pt x="2026" y="2182"/>
                    </a:cubicBezTo>
                    <a:lnTo>
                      <a:pt x="5616" y="5771"/>
                    </a:lnTo>
                    <a:lnTo>
                      <a:pt x="5616" y="12797"/>
                    </a:lnTo>
                    <a:cubicBezTo>
                      <a:pt x="5616" y="12839"/>
                      <a:pt x="5632" y="12878"/>
                      <a:pt x="5662" y="12906"/>
                    </a:cubicBezTo>
                    <a:cubicBezTo>
                      <a:pt x="5662" y="12906"/>
                      <a:pt x="10291" y="17537"/>
                      <a:pt x="10437" y="17681"/>
                    </a:cubicBezTo>
                    <a:cubicBezTo>
                      <a:pt x="10466" y="17711"/>
                      <a:pt x="10505" y="17726"/>
                      <a:pt x="10544" y="17726"/>
                    </a:cubicBezTo>
                    <a:cubicBezTo>
                      <a:pt x="10584" y="17726"/>
                      <a:pt x="10623" y="17710"/>
                      <a:pt x="10654" y="17681"/>
                    </a:cubicBezTo>
                    <a:cubicBezTo>
                      <a:pt x="10713" y="17620"/>
                      <a:pt x="10713" y="17524"/>
                      <a:pt x="10653" y="17463"/>
                    </a:cubicBezTo>
                    <a:lnTo>
                      <a:pt x="10654" y="17463"/>
                    </a:lnTo>
                    <a:cubicBezTo>
                      <a:pt x="10517" y="17327"/>
                      <a:pt x="6402" y="13211"/>
                      <a:pt x="5924" y="12733"/>
                    </a:cubicBezTo>
                    <a:lnTo>
                      <a:pt x="5924" y="5708"/>
                    </a:lnTo>
                    <a:cubicBezTo>
                      <a:pt x="5924" y="5667"/>
                      <a:pt x="5908" y="5627"/>
                      <a:pt x="5879" y="5599"/>
                    </a:cubicBezTo>
                    <a:lnTo>
                      <a:pt x="2238" y="1959"/>
                    </a:lnTo>
                    <a:cubicBezTo>
                      <a:pt x="2386" y="1754"/>
                      <a:pt x="2475" y="1507"/>
                      <a:pt x="2475" y="1237"/>
                    </a:cubicBezTo>
                    <a:cubicBezTo>
                      <a:pt x="2475" y="553"/>
                      <a:pt x="1920" y="0"/>
                      <a:pt x="1237"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1"/>
              <p:cNvSpPr/>
              <p:nvPr/>
            </p:nvSpPr>
            <p:spPr>
              <a:xfrm rot="10800000" flipH="1">
                <a:off x="1110895" y="673262"/>
                <a:ext cx="53931" cy="53931"/>
              </a:xfrm>
              <a:custGeom>
                <a:avLst/>
                <a:gdLst/>
                <a:ahLst/>
                <a:cxnLst/>
                <a:rect l="l" t="t" r="r" b="b"/>
                <a:pathLst>
                  <a:path w="1043" h="1043" extrusionOk="0">
                    <a:moveTo>
                      <a:pt x="521" y="0"/>
                    </a:moveTo>
                    <a:cubicBezTo>
                      <a:pt x="234" y="0"/>
                      <a:pt x="1" y="234"/>
                      <a:pt x="1" y="522"/>
                    </a:cubicBezTo>
                    <a:cubicBezTo>
                      <a:pt x="1" y="809"/>
                      <a:pt x="234" y="1043"/>
                      <a:pt x="521" y="1043"/>
                    </a:cubicBezTo>
                    <a:cubicBezTo>
                      <a:pt x="809" y="1043"/>
                      <a:pt x="1042" y="810"/>
                      <a:pt x="1042" y="522"/>
                    </a:cubicBezTo>
                    <a:cubicBezTo>
                      <a:pt x="1042"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1"/>
              <p:cNvSpPr/>
              <p:nvPr/>
            </p:nvSpPr>
            <p:spPr>
              <a:xfrm rot="10800000" flipH="1">
                <a:off x="1748232" y="-76210"/>
                <a:ext cx="185061" cy="688020"/>
              </a:xfrm>
              <a:custGeom>
                <a:avLst/>
                <a:gdLst/>
                <a:ahLst/>
                <a:cxnLst/>
                <a:rect l="l" t="t" r="r" b="b"/>
                <a:pathLst>
                  <a:path w="3579" h="13306" extrusionOk="0">
                    <a:moveTo>
                      <a:pt x="2341" y="0"/>
                    </a:moveTo>
                    <a:cubicBezTo>
                      <a:pt x="1657" y="0"/>
                      <a:pt x="1104" y="555"/>
                      <a:pt x="1104" y="1237"/>
                    </a:cubicBezTo>
                    <a:cubicBezTo>
                      <a:pt x="1104" y="1875"/>
                      <a:pt x="1588" y="2393"/>
                      <a:pt x="2206" y="2462"/>
                    </a:cubicBezTo>
                    <a:lnTo>
                      <a:pt x="2206" y="5094"/>
                    </a:lnTo>
                    <a:lnTo>
                      <a:pt x="45" y="7256"/>
                    </a:lnTo>
                    <a:cubicBezTo>
                      <a:pt x="17" y="7285"/>
                      <a:pt x="0" y="7324"/>
                      <a:pt x="0" y="7365"/>
                    </a:cubicBezTo>
                    <a:lnTo>
                      <a:pt x="0" y="13152"/>
                    </a:lnTo>
                    <a:cubicBezTo>
                      <a:pt x="0" y="13237"/>
                      <a:pt x="69" y="13306"/>
                      <a:pt x="154" y="13306"/>
                    </a:cubicBezTo>
                    <a:cubicBezTo>
                      <a:pt x="239" y="13306"/>
                      <a:pt x="307" y="13237"/>
                      <a:pt x="307" y="13152"/>
                    </a:cubicBezTo>
                    <a:lnTo>
                      <a:pt x="307" y="7429"/>
                    </a:lnTo>
                    <a:lnTo>
                      <a:pt x="2468" y="5267"/>
                    </a:lnTo>
                    <a:cubicBezTo>
                      <a:pt x="2498" y="5238"/>
                      <a:pt x="2513" y="5199"/>
                      <a:pt x="2513" y="5158"/>
                    </a:cubicBezTo>
                    <a:lnTo>
                      <a:pt x="2513" y="2457"/>
                    </a:lnTo>
                    <a:cubicBezTo>
                      <a:pt x="3115" y="2373"/>
                      <a:pt x="3578" y="1862"/>
                      <a:pt x="3578" y="1238"/>
                    </a:cubicBezTo>
                    <a:lnTo>
                      <a:pt x="3578" y="1237"/>
                    </a:lnTo>
                    <a:cubicBezTo>
                      <a:pt x="3578" y="555"/>
                      <a:pt x="3024" y="0"/>
                      <a:pt x="2341"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1"/>
              <p:cNvSpPr/>
              <p:nvPr/>
            </p:nvSpPr>
            <p:spPr>
              <a:xfrm rot="10800000" flipH="1">
                <a:off x="1842291" y="520855"/>
                <a:ext cx="53983" cy="53931"/>
              </a:xfrm>
              <a:custGeom>
                <a:avLst/>
                <a:gdLst/>
                <a:ahLst/>
                <a:cxnLst/>
                <a:rect l="l" t="t" r="r" b="b"/>
                <a:pathLst>
                  <a:path w="1044" h="1043" extrusionOk="0">
                    <a:moveTo>
                      <a:pt x="522" y="1"/>
                    </a:moveTo>
                    <a:cubicBezTo>
                      <a:pt x="234" y="1"/>
                      <a:pt x="0" y="233"/>
                      <a:pt x="0" y="521"/>
                    </a:cubicBezTo>
                    <a:cubicBezTo>
                      <a:pt x="0" y="809"/>
                      <a:pt x="234" y="1042"/>
                      <a:pt x="522" y="1042"/>
                    </a:cubicBezTo>
                    <a:cubicBezTo>
                      <a:pt x="810" y="1042"/>
                      <a:pt x="1043" y="809"/>
                      <a:pt x="1043" y="521"/>
                    </a:cubicBezTo>
                    <a:cubicBezTo>
                      <a:pt x="1043"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1"/>
              <p:cNvSpPr/>
              <p:nvPr/>
            </p:nvSpPr>
            <p:spPr>
              <a:xfrm rot="10800000" flipH="1">
                <a:off x="1322696" y="428522"/>
                <a:ext cx="81026" cy="81026"/>
              </a:xfrm>
              <a:custGeom>
                <a:avLst/>
                <a:gdLst/>
                <a:ahLst/>
                <a:cxnLst/>
                <a:rect l="l" t="t" r="r" b="b"/>
                <a:pathLst>
                  <a:path w="1567" h="1567" extrusionOk="0">
                    <a:moveTo>
                      <a:pt x="783" y="1"/>
                    </a:moveTo>
                    <a:cubicBezTo>
                      <a:pt x="351" y="1"/>
                      <a:pt x="1" y="351"/>
                      <a:pt x="1" y="784"/>
                    </a:cubicBezTo>
                    <a:cubicBezTo>
                      <a:pt x="1" y="1216"/>
                      <a:pt x="351" y="1566"/>
                      <a:pt x="783" y="1566"/>
                    </a:cubicBezTo>
                    <a:cubicBezTo>
                      <a:pt x="1216" y="1566"/>
                      <a:pt x="1566" y="1216"/>
                      <a:pt x="1566" y="784"/>
                    </a:cubicBezTo>
                    <a:cubicBezTo>
                      <a:pt x="1566" y="351"/>
                      <a:pt x="1216"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1"/>
              <p:cNvSpPr/>
              <p:nvPr/>
            </p:nvSpPr>
            <p:spPr>
              <a:xfrm rot="10800000" flipH="1">
                <a:off x="1244770" y="350602"/>
                <a:ext cx="236820" cy="236872"/>
              </a:xfrm>
              <a:custGeom>
                <a:avLst/>
                <a:gdLst/>
                <a:ahLst/>
                <a:cxnLst/>
                <a:rect l="l" t="t" r="r" b="b"/>
                <a:pathLst>
                  <a:path w="4580" h="4581" extrusionOk="0">
                    <a:moveTo>
                      <a:pt x="2290" y="156"/>
                    </a:moveTo>
                    <a:cubicBezTo>
                      <a:pt x="3468" y="156"/>
                      <a:pt x="4426" y="1113"/>
                      <a:pt x="4426" y="2291"/>
                    </a:cubicBezTo>
                    <a:cubicBezTo>
                      <a:pt x="4426" y="3468"/>
                      <a:pt x="3468" y="4427"/>
                      <a:pt x="2290" y="4427"/>
                    </a:cubicBezTo>
                    <a:cubicBezTo>
                      <a:pt x="1113" y="4427"/>
                      <a:pt x="154" y="3468"/>
                      <a:pt x="154" y="2291"/>
                    </a:cubicBezTo>
                    <a:cubicBezTo>
                      <a:pt x="154" y="1113"/>
                      <a:pt x="1113" y="156"/>
                      <a:pt x="2290" y="156"/>
                    </a:cubicBezTo>
                    <a:close/>
                    <a:moveTo>
                      <a:pt x="2290" y="1"/>
                    </a:moveTo>
                    <a:cubicBezTo>
                      <a:pt x="1028" y="1"/>
                      <a:pt x="1" y="1028"/>
                      <a:pt x="1" y="2291"/>
                    </a:cubicBezTo>
                    <a:cubicBezTo>
                      <a:pt x="1" y="3553"/>
                      <a:pt x="1028" y="4580"/>
                      <a:pt x="2290" y="4580"/>
                    </a:cubicBezTo>
                    <a:cubicBezTo>
                      <a:pt x="3553" y="4580"/>
                      <a:pt x="4579" y="3553"/>
                      <a:pt x="4579" y="2291"/>
                    </a:cubicBezTo>
                    <a:cubicBezTo>
                      <a:pt x="4579" y="1028"/>
                      <a:pt x="3553" y="1"/>
                      <a:pt x="2290"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1"/>
              <p:cNvSpPr/>
              <p:nvPr/>
            </p:nvSpPr>
            <p:spPr>
              <a:xfrm rot="10800000" flipH="1">
                <a:off x="1715706" y="188675"/>
                <a:ext cx="80974" cy="81026"/>
              </a:xfrm>
              <a:custGeom>
                <a:avLst/>
                <a:gdLst/>
                <a:ahLst/>
                <a:cxnLst/>
                <a:rect l="l" t="t" r="r" b="b"/>
                <a:pathLst>
                  <a:path w="1566" h="1567" extrusionOk="0">
                    <a:moveTo>
                      <a:pt x="783" y="1"/>
                    </a:moveTo>
                    <a:cubicBezTo>
                      <a:pt x="350" y="1"/>
                      <a:pt x="0" y="351"/>
                      <a:pt x="0" y="783"/>
                    </a:cubicBezTo>
                    <a:cubicBezTo>
                      <a:pt x="0" y="1216"/>
                      <a:pt x="350" y="1566"/>
                      <a:pt x="783" y="1566"/>
                    </a:cubicBezTo>
                    <a:cubicBezTo>
                      <a:pt x="1215" y="1566"/>
                      <a:pt x="1565" y="1216"/>
                      <a:pt x="1565" y="783"/>
                    </a:cubicBezTo>
                    <a:cubicBezTo>
                      <a:pt x="1565" y="351"/>
                      <a:pt x="1215"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1"/>
              <p:cNvSpPr/>
              <p:nvPr/>
            </p:nvSpPr>
            <p:spPr>
              <a:xfrm rot="10800000" flipH="1">
                <a:off x="1637729" y="110806"/>
                <a:ext cx="236820" cy="236820"/>
              </a:xfrm>
              <a:custGeom>
                <a:avLst/>
                <a:gdLst/>
                <a:ahLst/>
                <a:cxnLst/>
                <a:rect l="l" t="t" r="r" b="b"/>
                <a:pathLst>
                  <a:path w="4580" h="4580" extrusionOk="0">
                    <a:moveTo>
                      <a:pt x="2291" y="154"/>
                    </a:moveTo>
                    <a:cubicBezTo>
                      <a:pt x="3468" y="154"/>
                      <a:pt x="4426" y="1113"/>
                      <a:pt x="4426" y="2290"/>
                    </a:cubicBezTo>
                    <a:cubicBezTo>
                      <a:pt x="4426" y="3468"/>
                      <a:pt x="3468" y="4427"/>
                      <a:pt x="2291" y="4427"/>
                    </a:cubicBezTo>
                    <a:cubicBezTo>
                      <a:pt x="1113" y="4427"/>
                      <a:pt x="155" y="3468"/>
                      <a:pt x="155" y="2290"/>
                    </a:cubicBezTo>
                    <a:cubicBezTo>
                      <a:pt x="155" y="1113"/>
                      <a:pt x="1113" y="154"/>
                      <a:pt x="2291" y="154"/>
                    </a:cubicBezTo>
                    <a:close/>
                    <a:moveTo>
                      <a:pt x="2291" y="1"/>
                    </a:moveTo>
                    <a:cubicBezTo>
                      <a:pt x="1028" y="1"/>
                      <a:pt x="1" y="1028"/>
                      <a:pt x="1" y="2290"/>
                    </a:cubicBezTo>
                    <a:cubicBezTo>
                      <a:pt x="1" y="3553"/>
                      <a:pt x="1028" y="4579"/>
                      <a:pt x="2291" y="4579"/>
                    </a:cubicBezTo>
                    <a:cubicBezTo>
                      <a:pt x="3553" y="4579"/>
                      <a:pt x="4579" y="3553"/>
                      <a:pt x="4579" y="2290"/>
                    </a:cubicBezTo>
                    <a:cubicBezTo>
                      <a:pt x="4579" y="1028"/>
                      <a:pt x="3553" y="1"/>
                      <a:pt x="2291"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1"/>
              <p:cNvSpPr/>
              <p:nvPr/>
            </p:nvSpPr>
            <p:spPr>
              <a:xfrm rot="10800000" flipH="1">
                <a:off x="960595" y="388895"/>
                <a:ext cx="128028" cy="127976"/>
              </a:xfrm>
              <a:custGeom>
                <a:avLst/>
                <a:gdLst/>
                <a:ahLst/>
                <a:cxnLst/>
                <a:rect l="l" t="t" r="r" b="b"/>
                <a:pathLst>
                  <a:path w="2476" h="2475" extrusionOk="0">
                    <a:moveTo>
                      <a:pt x="1237" y="0"/>
                    </a:moveTo>
                    <a:cubicBezTo>
                      <a:pt x="555" y="0"/>
                      <a:pt x="1" y="555"/>
                      <a:pt x="1" y="1238"/>
                    </a:cubicBezTo>
                    <a:cubicBezTo>
                      <a:pt x="1" y="1921"/>
                      <a:pt x="555" y="2474"/>
                      <a:pt x="1237" y="2474"/>
                    </a:cubicBezTo>
                    <a:cubicBezTo>
                      <a:pt x="1921" y="2474"/>
                      <a:pt x="2475" y="1921"/>
                      <a:pt x="2475" y="1238"/>
                    </a:cubicBezTo>
                    <a:cubicBezTo>
                      <a:pt x="2475" y="555"/>
                      <a:pt x="1921" y="0"/>
                      <a:pt x="12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1"/>
              <p:cNvSpPr/>
              <p:nvPr/>
            </p:nvSpPr>
            <p:spPr>
              <a:xfrm rot="10800000" flipH="1">
                <a:off x="997671" y="425865"/>
                <a:ext cx="53879" cy="53983"/>
              </a:xfrm>
              <a:custGeom>
                <a:avLst/>
                <a:gdLst/>
                <a:ahLst/>
                <a:cxnLst/>
                <a:rect l="l" t="t" r="r" b="b"/>
                <a:pathLst>
                  <a:path w="1042" h="1044" extrusionOk="0">
                    <a:moveTo>
                      <a:pt x="522" y="1"/>
                    </a:moveTo>
                    <a:cubicBezTo>
                      <a:pt x="233" y="1"/>
                      <a:pt x="0" y="235"/>
                      <a:pt x="0" y="522"/>
                    </a:cubicBezTo>
                    <a:cubicBezTo>
                      <a:pt x="0" y="809"/>
                      <a:pt x="233" y="1043"/>
                      <a:pt x="522" y="1043"/>
                    </a:cubicBezTo>
                    <a:cubicBezTo>
                      <a:pt x="809" y="1043"/>
                      <a:pt x="1042" y="809"/>
                      <a:pt x="1042" y="522"/>
                    </a:cubicBezTo>
                    <a:cubicBezTo>
                      <a:pt x="1042" y="233"/>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5" name="Google Shape;565;p11"/>
          <p:cNvGrpSpPr/>
          <p:nvPr/>
        </p:nvGrpSpPr>
        <p:grpSpPr>
          <a:xfrm>
            <a:off x="696723" y="448979"/>
            <a:ext cx="8331232" cy="4567331"/>
            <a:chOff x="696723" y="448979"/>
            <a:chExt cx="8331232" cy="4567331"/>
          </a:xfrm>
        </p:grpSpPr>
        <p:grpSp>
          <p:nvGrpSpPr>
            <p:cNvPr id="566" name="Google Shape;566;p11"/>
            <p:cNvGrpSpPr/>
            <p:nvPr/>
          </p:nvGrpSpPr>
          <p:grpSpPr>
            <a:xfrm>
              <a:off x="696723" y="448979"/>
              <a:ext cx="1061849" cy="327473"/>
              <a:chOff x="696723" y="448979"/>
              <a:chExt cx="1061849" cy="327473"/>
            </a:xfrm>
          </p:grpSpPr>
          <p:sp>
            <p:nvSpPr>
              <p:cNvPr id="567" name="Google Shape;567;p11"/>
              <p:cNvSpPr/>
              <p:nvPr/>
            </p:nvSpPr>
            <p:spPr>
              <a:xfrm rot="10800000" flipH="1">
                <a:off x="874189" y="542831"/>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1"/>
              <p:cNvSpPr/>
              <p:nvPr/>
            </p:nvSpPr>
            <p:spPr>
              <a:xfrm rot="10800000" flipH="1">
                <a:off x="786697" y="630375"/>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1"/>
              <p:cNvSpPr/>
              <p:nvPr/>
            </p:nvSpPr>
            <p:spPr>
              <a:xfrm rot="10800000" flipH="1">
                <a:off x="696723" y="720350"/>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1"/>
              <p:cNvSpPr/>
              <p:nvPr/>
            </p:nvSpPr>
            <p:spPr>
              <a:xfrm rot="10800000" flipH="1">
                <a:off x="1702469" y="448979"/>
                <a:ext cx="56103" cy="56103"/>
              </a:xfrm>
              <a:custGeom>
                <a:avLst/>
                <a:gdLst/>
                <a:ahLst/>
                <a:cxnLst/>
                <a:rect l="l" t="t" r="r" b="b"/>
                <a:pathLst>
                  <a:path w="1085" h="1085" extrusionOk="0">
                    <a:moveTo>
                      <a:pt x="542" y="0"/>
                    </a:moveTo>
                    <a:cubicBezTo>
                      <a:pt x="243" y="0"/>
                      <a:pt x="1" y="243"/>
                      <a:pt x="1" y="542"/>
                    </a:cubicBezTo>
                    <a:cubicBezTo>
                      <a:pt x="1" y="842"/>
                      <a:pt x="243" y="1084"/>
                      <a:pt x="542" y="1084"/>
                    </a:cubicBezTo>
                    <a:cubicBezTo>
                      <a:pt x="841" y="1084"/>
                      <a:pt x="1085" y="842"/>
                      <a:pt x="1085" y="542"/>
                    </a:cubicBezTo>
                    <a:cubicBezTo>
                      <a:pt x="1085" y="243"/>
                      <a:pt x="841"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1"/>
              <p:cNvSpPr/>
              <p:nvPr/>
            </p:nvSpPr>
            <p:spPr>
              <a:xfrm rot="10800000" flipH="1">
                <a:off x="1614925" y="536523"/>
                <a:ext cx="56103" cy="56103"/>
              </a:xfrm>
              <a:custGeom>
                <a:avLst/>
                <a:gdLst/>
                <a:ahLst/>
                <a:cxnLst/>
                <a:rect l="l" t="t" r="r" b="b"/>
                <a:pathLst>
                  <a:path w="1085" h="1085" extrusionOk="0">
                    <a:moveTo>
                      <a:pt x="542" y="0"/>
                    </a:moveTo>
                    <a:cubicBezTo>
                      <a:pt x="243" y="0"/>
                      <a:pt x="1" y="243"/>
                      <a:pt x="1" y="542"/>
                    </a:cubicBezTo>
                    <a:cubicBezTo>
                      <a:pt x="1" y="842"/>
                      <a:pt x="243" y="1084"/>
                      <a:pt x="542" y="1084"/>
                    </a:cubicBezTo>
                    <a:cubicBezTo>
                      <a:pt x="843" y="1084"/>
                      <a:pt x="1085" y="842"/>
                      <a:pt x="1085" y="542"/>
                    </a:cubicBezTo>
                    <a:cubicBezTo>
                      <a:pt x="1085" y="243"/>
                      <a:pt x="843"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1"/>
              <p:cNvSpPr/>
              <p:nvPr/>
            </p:nvSpPr>
            <p:spPr>
              <a:xfrm rot="10800000" flipH="1">
                <a:off x="1524951" y="626497"/>
                <a:ext cx="56103" cy="56103"/>
              </a:xfrm>
              <a:custGeom>
                <a:avLst/>
                <a:gdLst/>
                <a:ahLst/>
                <a:cxnLst/>
                <a:rect l="l" t="t" r="r" b="b"/>
                <a:pathLst>
                  <a:path w="1085" h="1085" extrusionOk="0">
                    <a:moveTo>
                      <a:pt x="543" y="0"/>
                    </a:moveTo>
                    <a:cubicBezTo>
                      <a:pt x="243" y="0"/>
                      <a:pt x="1" y="243"/>
                      <a:pt x="1" y="543"/>
                    </a:cubicBezTo>
                    <a:cubicBezTo>
                      <a:pt x="1" y="842"/>
                      <a:pt x="243" y="1084"/>
                      <a:pt x="543" y="1084"/>
                    </a:cubicBezTo>
                    <a:cubicBezTo>
                      <a:pt x="842" y="1084"/>
                      <a:pt x="1085" y="842"/>
                      <a:pt x="1085" y="543"/>
                    </a:cubicBezTo>
                    <a:cubicBezTo>
                      <a:pt x="1085" y="243"/>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 name="Google Shape;573;p11"/>
            <p:cNvGrpSpPr/>
            <p:nvPr/>
          </p:nvGrpSpPr>
          <p:grpSpPr>
            <a:xfrm>
              <a:off x="8400149" y="2023345"/>
              <a:ext cx="627806" cy="2992965"/>
              <a:chOff x="8400149" y="2023345"/>
              <a:chExt cx="627806" cy="2992965"/>
            </a:xfrm>
          </p:grpSpPr>
          <p:sp>
            <p:nvSpPr>
              <p:cNvPr id="574" name="Google Shape;574;p11"/>
              <p:cNvSpPr/>
              <p:nvPr/>
            </p:nvSpPr>
            <p:spPr>
              <a:xfrm flipH="1">
                <a:off x="8400149" y="4313515"/>
                <a:ext cx="54163" cy="54163"/>
              </a:xfrm>
              <a:custGeom>
                <a:avLst/>
                <a:gdLst/>
                <a:ahLst/>
                <a:cxnLst/>
                <a:rect l="l" t="t" r="r" b="b"/>
                <a:pathLst>
                  <a:path w="1085" h="1085" extrusionOk="0">
                    <a:moveTo>
                      <a:pt x="543" y="1"/>
                    </a:moveTo>
                    <a:cubicBezTo>
                      <a:pt x="244" y="1"/>
                      <a:pt x="0" y="243"/>
                      <a:pt x="0" y="543"/>
                    </a:cubicBezTo>
                    <a:cubicBezTo>
                      <a:pt x="0" y="842"/>
                      <a:pt x="244" y="1085"/>
                      <a:pt x="543" y="1085"/>
                    </a:cubicBezTo>
                    <a:cubicBezTo>
                      <a:pt x="842" y="1085"/>
                      <a:pt x="1084" y="842"/>
                      <a:pt x="1084" y="543"/>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1"/>
              <p:cNvSpPr/>
              <p:nvPr/>
            </p:nvSpPr>
            <p:spPr>
              <a:xfrm flipH="1">
                <a:off x="8484666" y="4228998"/>
                <a:ext cx="54113" cy="54163"/>
              </a:xfrm>
              <a:custGeom>
                <a:avLst/>
                <a:gdLst/>
                <a:ahLst/>
                <a:cxnLst/>
                <a:rect l="l" t="t" r="r" b="b"/>
                <a:pathLst>
                  <a:path w="1084" h="1085" extrusionOk="0">
                    <a:moveTo>
                      <a:pt x="542" y="1"/>
                    </a:moveTo>
                    <a:cubicBezTo>
                      <a:pt x="243" y="1"/>
                      <a:pt x="0" y="244"/>
                      <a:pt x="0" y="543"/>
                    </a:cubicBezTo>
                    <a:cubicBezTo>
                      <a:pt x="0" y="842"/>
                      <a:pt x="243" y="1085"/>
                      <a:pt x="542" y="1085"/>
                    </a:cubicBezTo>
                    <a:cubicBezTo>
                      <a:pt x="841" y="1085"/>
                      <a:pt x="1083" y="842"/>
                      <a:pt x="1083" y="543"/>
                    </a:cubicBezTo>
                    <a:cubicBezTo>
                      <a:pt x="1083" y="244"/>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1"/>
              <p:cNvSpPr/>
              <p:nvPr/>
            </p:nvSpPr>
            <p:spPr>
              <a:xfrm flipH="1">
                <a:off x="8571480" y="4142184"/>
                <a:ext cx="54163" cy="54163"/>
              </a:xfrm>
              <a:custGeom>
                <a:avLst/>
                <a:gdLst/>
                <a:ahLst/>
                <a:cxnLst/>
                <a:rect l="l" t="t" r="r" b="b"/>
                <a:pathLst>
                  <a:path w="1085" h="1085" extrusionOk="0">
                    <a:moveTo>
                      <a:pt x="542" y="1"/>
                    </a:moveTo>
                    <a:cubicBezTo>
                      <a:pt x="243" y="1"/>
                      <a:pt x="0" y="243"/>
                      <a:pt x="0" y="542"/>
                    </a:cubicBezTo>
                    <a:cubicBezTo>
                      <a:pt x="0" y="841"/>
                      <a:pt x="243" y="1085"/>
                      <a:pt x="542" y="1085"/>
                    </a:cubicBezTo>
                    <a:cubicBezTo>
                      <a:pt x="842" y="1085"/>
                      <a:pt x="1084" y="841"/>
                      <a:pt x="1084" y="542"/>
                    </a:cubicBezTo>
                    <a:cubicBezTo>
                      <a:pt x="1084"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1"/>
              <p:cNvSpPr/>
              <p:nvPr/>
            </p:nvSpPr>
            <p:spPr>
              <a:xfrm flipH="1">
                <a:off x="8512872" y="4962146"/>
                <a:ext cx="54163" cy="54163"/>
              </a:xfrm>
              <a:custGeom>
                <a:avLst/>
                <a:gdLst/>
                <a:ahLst/>
                <a:cxnLst/>
                <a:rect l="l" t="t" r="r" b="b"/>
                <a:pathLst>
                  <a:path w="1085" h="1085" extrusionOk="0">
                    <a:moveTo>
                      <a:pt x="543" y="1"/>
                    </a:moveTo>
                    <a:cubicBezTo>
                      <a:pt x="242" y="1"/>
                      <a:pt x="0" y="243"/>
                      <a:pt x="0" y="542"/>
                    </a:cubicBezTo>
                    <a:cubicBezTo>
                      <a:pt x="0" y="843"/>
                      <a:pt x="242" y="1085"/>
                      <a:pt x="543" y="1085"/>
                    </a:cubicBezTo>
                    <a:cubicBezTo>
                      <a:pt x="842" y="1085"/>
                      <a:pt x="1084" y="843"/>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1"/>
              <p:cNvSpPr/>
              <p:nvPr/>
            </p:nvSpPr>
            <p:spPr>
              <a:xfrm flipH="1">
                <a:off x="8597389" y="4877679"/>
                <a:ext cx="54163" cy="54163"/>
              </a:xfrm>
              <a:custGeom>
                <a:avLst/>
                <a:gdLst/>
                <a:ahLst/>
                <a:cxnLst/>
                <a:rect l="l" t="t" r="r" b="b"/>
                <a:pathLst>
                  <a:path w="1085" h="1085" extrusionOk="0">
                    <a:moveTo>
                      <a:pt x="543" y="0"/>
                    </a:moveTo>
                    <a:cubicBezTo>
                      <a:pt x="243" y="0"/>
                      <a:pt x="0" y="242"/>
                      <a:pt x="0" y="541"/>
                    </a:cubicBezTo>
                    <a:cubicBezTo>
                      <a:pt x="0" y="842"/>
                      <a:pt x="243" y="1084"/>
                      <a:pt x="543" y="1084"/>
                    </a:cubicBezTo>
                    <a:cubicBezTo>
                      <a:pt x="842" y="1084"/>
                      <a:pt x="1084" y="842"/>
                      <a:pt x="1084" y="541"/>
                    </a:cubicBezTo>
                    <a:cubicBezTo>
                      <a:pt x="1084"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1"/>
              <p:cNvSpPr/>
              <p:nvPr/>
            </p:nvSpPr>
            <p:spPr>
              <a:xfrm flipH="1">
                <a:off x="8684252" y="4790766"/>
                <a:ext cx="54163" cy="54163"/>
              </a:xfrm>
              <a:custGeom>
                <a:avLst/>
                <a:gdLst/>
                <a:ahLst/>
                <a:cxnLst/>
                <a:rect l="l" t="t" r="r" b="b"/>
                <a:pathLst>
                  <a:path w="1085" h="1085" extrusionOk="0">
                    <a:moveTo>
                      <a:pt x="543" y="1"/>
                    </a:moveTo>
                    <a:cubicBezTo>
                      <a:pt x="242" y="1"/>
                      <a:pt x="0" y="243"/>
                      <a:pt x="0" y="544"/>
                    </a:cubicBezTo>
                    <a:cubicBezTo>
                      <a:pt x="0" y="843"/>
                      <a:pt x="242" y="1085"/>
                      <a:pt x="543" y="1085"/>
                    </a:cubicBezTo>
                    <a:cubicBezTo>
                      <a:pt x="842" y="1085"/>
                      <a:pt x="1084" y="843"/>
                      <a:pt x="1084" y="544"/>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1"/>
              <p:cNvSpPr/>
              <p:nvPr/>
            </p:nvSpPr>
            <p:spPr>
              <a:xfrm flipH="1">
                <a:off x="8802461" y="2194726"/>
                <a:ext cx="54163" cy="54163"/>
              </a:xfrm>
              <a:custGeom>
                <a:avLst/>
                <a:gdLst/>
                <a:ahLst/>
                <a:cxnLst/>
                <a:rect l="l" t="t" r="r" b="b"/>
                <a:pathLst>
                  <a:path w="1085" h="1085" extrusionOk="0">
                    <a:moveTo>
                      <a:pt x="543" y="1"/>
                    </a:moveTo>
                    <a:cubicBezTo>
                      <a:pt x="244" y="1"/>
                      <a:pt x="1" y="243"/>
                      <a:pt x="1" y="542"/>
                    </a:cubicBezTo>
                    <a:cubicBezTo>
                      <a:pt x="1" y="842"/>
                      <a:pt x="244" y="1085"/>
                      <a:pt x="543" y="1085"/>
                    </a:cubicBezTo>
                    <a:cubicBezTo>
                      <a:pt x="842" y="1085"/>
                      <a:pt x="1085" y="842"/>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1"/>
              <p:cNvSpPr/>
              <p:nvPr/>
            </p:nvSpPr>
            <p:spPr>
              <a:xfrm flipH="1">
                <a:off x="8886978" y="2110208"/>
                <a:ext cx="54163" cy="54163"/>
              </a:xfrm>
              <a:custGeom>
                <a:avLst/>
                <a:gdLst/>
                <a:ahLst/>
                <a:cxnLst/>
                <a:rect l="l" t="t" r="r" b="b"/>
                <a:pathLst>
                  <a:path w="1085" h="1085" extrusionOk="0">
                    <a:moveTo>
                      <a:pt x="543" y="1"/>
                    </a:moveTo>
                    <a:cubicBezTo>
                      <a:pt x="244" y="1"/>
                      <a:pt x="1" y="243"/>
                      <a:pt x="1" y="542"/>
                    </a:cubicBezTo>
                    <a:cubicBezTo>
                      <a:pt x="1" y="843"/>
                      <a:pt x="244" y="1085"/>
                      <a:pt x="543" y="1085"/>
                    </a:cubicBezTo>
                    <a:cubicBezTo>
                      <a:pt x="842" y="1085"/>
                      <a:pt x="1085" y="843"/>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1"/>
              <p:cNvSpPr/>
              <p:nvPr/>
            </p:nvSpPr>
            <p:spPr>
              <a:xfrm flipH="1">
                <a:off x="8973841" y="2023345"/>
                <a:ext cx="54113" cy="54163"/>
              </a:xfrm>
              <a:custGeom>
                <a:avLst/>
                <a:gdLst/>
                <a:ahLst/>
                <a:cxnLst/>
                <a:rect l="l" t="t" r="r" b="b"/>
                <a:pathLst>
                  <a:path w="1084" h="1085" extrusionOk="0">
                    <a:moveTo>
                      <a:pt x="542" y="1"/>
                    </a:moveTo>
                    <a:cubicBezTo>
                      <a:pt x="243" y="1"/>
                      <a:pt x="1" y="243"/>
                      <a:pt x="1" y="543"/>
                    </a:cubicBezTo>
                    <a:cubicBezTo>
                      <a:pt x="1" y="842"/>
                      <a:pt x="243" y="1085"/>
                      <a:pt x="542" y="1085"/>
                    </a:cubicBezTo>
                    <a:cubicBezTo>
                      <a:pt x="841" y="1085"/>
                      <a:pt x="1084" y="842"/>
                      <a:pt x="1084" y="543"/>
                    </a:cubicBezTo>
                    <a:cubicBezTo>
                      <a:pt x="1084"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83"/>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84"/>
        <p:cNvGrpSpPr/>
        <p:nvPr/>
      </p:nvGrpSpPr>
      <p:grpSpPr>
        <a:xfrm>
          <a:off x="0" y="0"/>
          <a:ext cx="0" cy="0"/>
          <a:chOff x="0" y="0"/>
          <a:chExt cx="0" cy="0"/>
        </a:xfrm>
      </p:grpSpPr>
      <p:pic>
        <p:nvPicPr>
          <p:cNvPr id="585" name="Google Shape;585;p13"/>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grpSp>
        <p:nvGrpSpPr>
          <p:cNvPr id="586" name="Google Shape;586;p13"/>
          <p:cNvGrpSpPr/>
          <p:nvPr/>
        </p:nvGrpSpPr>
        <p:grpSpPr>
          <a:xfrm>
            <a:off x="208675" y="3544275"/>
            <a:ext cx="8828225" cy="1516195"/>
            <a:chOff x="208675" y="3544275"/>
            <a:chExt cx="8828225" cy="1516195"/>
          </a:xfrm>
        </p:grpSpPr>
        <p:grpSp>
          <p:nvGrpSpPr>
            <p:cNvPr id="587" name="Google Shape;587;p13"/>
            <p:cNvGrpSpPr/>
            <p:nvPr/>
          </p:nvGrpSpPr>
          <p:grpSpPr>
            <a:xfrm>
              <a:off x="5755227" y="4221491"/>
              <a:ext cx="3281673" cy="838979"/>
              <a:chOff x="5755227" y="4221491"/>
              <a:chExt cx="3281673" cy="838979"/>
            </a:xfrm>
          </p:grpSpPr>
          <p:sp>
            <p:nvSpPr>
              <p:cNvPr id="588" name="Google Shape;588;p13"/>
              <p:cNvSpPr/>
              <p:nvPr/>
            </p:nvSpPr>
            <p:spPr>
              <a:xfrm flipH="1">
                <a:off x="6074800" y="4527800"/>
                <a:ext cx="2358631" cy="39449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3"/>
              <p:cNvSpPr/>
              <p:nvPr/>
            </p:nvSpPr>
            <p:spPr>
              <a:xfrm>
                <a:off x="8424000" y="4221491"/>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3"/>
              <p:cNvSpPr/>
              <p:nvPr/>
            </p:nvSpPr>
            <p:spPr>
              <a:xfrm>
                <a:off x="5755227" y="4734070"/>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1" name="Google Shape;591;p13"/>
            <p:cNvGrpSpPr/>
            <p:nvPr/>
          </p:nvGrpSpPr>
          <p:grpSpPr>
            <a:xfrm rot="5400000">
              <a:off x="-258600" y="4011550"/>
              <a:ext cx="1439100" cy="504550"/>
              <a:chOff x="2539675" y="122850"/>
              <a:chExt cx="1439100" cy="504550"/>
            </a:xfrm>
          </p:grpSpPr>
          <p:sp>
            <p:nvSpPr>
              <p:cNvPr id="592" name="Google Shape;592;p13"/>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3"/>
              <p:cNvSpPr/>
              <p:nvPr/>
            </p:nvSpPr>
            <p:spPr>
              <a:xfrm>
                <a:off x="2539675" y="12285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94" name="Google Shape;594;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595" name="Google Shape;595;p13"/>
          <p:cNvSpPr txBox="1">
            <a:spLocks noGrp="1"/>
          </p:cNvSpPr>
          <p:nvPr>
            <p:ph type="subTitle" idx="1"/>
          </p:nvPr>
        </p:nvSpPr>
        <p:spPr>
          <a:xfrm>
            <a:off x="2802595" y="1814025"/>
            <a:ext cx="4273500" cy="39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96" name="Google Shape;596;p13"/>
          <p:cNvSpPr txBox="1">
            <a:spLocks noGrp="1"/>
          </p:cNvSpPr>
          <p:nvPr>
            <p:ph type="subTitle" idx="2"/>
          </p:nvPr>
        </p:nvSpPr>
        <p:spPr>
          <a:xfrm>
            <a:off x="2802595" y="3990375"/>
            <a:ext cx="4273500" cy="39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97" name="Google Shape;597;p13"/>
          <p:cNvSpPr txBox="1">
            <a:spLocks noGrp="1"/>
          </p:cNvSpPr>
          <p:nvPr>
            <p:ph type="subTitle" idx="3"/>
          </p:nvPr>
        </p:nvSpPr>
        <p:spPr>
          <a:xfrm>
            <a:off x="2802595" y="2902200"/>
            <a:ext cx="4273500" cy="39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98" name="Google Shape;598;p13"/>
          <p:cNvSpPr txBox="1">
            <a:spLocks noGrp="1"/>
          </p:cNvSpPr>
          <p:nvPr>
            <p:ph type="title" idx="4" hasCustomPrompt="1"/>
          </p:nvPr>
        </p:nvSpPr>
        <p:spPr>
          <a:xfrm>
            <a:off x="2067905" y="1471202"/>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9" name="Google Shape;599;p13"/>
          <p:cNvSpPr txBox="1">
            <a:spLocks noGrp="1"/>
          </p:cNvSpPr>
          <p:nvPr>
            <p:ph type="title" idx="5" hasCustomPrompt="1"/>
          </p:nvPr>
        </p:nvSpPr>
        <p:spPr>
          <a:xfrm>
            <a:off x="2067905" y="2559377"/>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0" name="Google Shape;600;p13"/>
          <p:cNvSpPr txBox="1">
            <a:spLocks noGrp="1"/>
          </p:cNvSpPr>
          <p:nvPr>
            <p:ph type="title" idx="6" hasCustomPrompt="1"/>
          </p:nvPr>
        </p:nvSpPr>
        <p:spPr>
          <a:xfrm>
            <a:off x="2067905" y="3647552"/>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1" name="Google Shape;601;p13"/>
          <p:cNvSpPr txBox="1">
            <a:spLocks noGrp="1"/>
          </p:cNvSpPr>
          <p:nvPr>
            <p:ph type="subTitle" idx="7"/>
          </p:nvPr>
        </p:nvSpPr>
        <p:spPr>
          <a:xfrm>
            <a:off x="2802600" y="1471194"/>
            <a:ext cx="4273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oboto Mono"/>
              <a:buNone/>
              <a:defRPr sz="2000">
                <a:solidFill>
                  <a:schemeClr val="dk1"/>
                </a:solidFill>
                <a:latin typeface="Roboto Mono"/>
                <a:ea typeface="Roboto Mono"/>
                <a:cs typeface="Roboto Mono"/>
                <a:sym typeface="Roboto Mono"/>
              </a:defRPr>
            </a:lvl1pPr>
            <a:lvl2pPr lvl="1" rtl="0">
              <a:lnSpc>
                <a:spcPct val="100000"/>
              </a:lnSpc>
              <a:spcBef>
                <a:spcPts val="0"/>
              </a:spcBef>
              <a:spcAft>
                <a:spcPts val="0"/>
              </a:spcAft>
              <a:buSzPts val="2400"/>
              <a:buFont typeface="Roboto Mono"/>
              <a:buNone/>
              <a:defRPr sz="2400">
                <a:latin typeface="Roboto Mono"/>
                <a:ea typeface="Roboto Mono"/>
                <a:cs typeface="Roboto Mono"/>
                <a:sym typeface="Roboto Mono"/>
              </a:defRPr>
            </a:lvl2pPr>
            <a:lvl3pPr lvl="2" rtl="0">
              <a:lnSpc>
                <a:spcPct val="100000"/>
              </a:lnSpc>
              <a:spcBef>
                <a:spcPts val="0"/>
              </a:spcBef>
              <a:spcAft>
                <a:spcPts val="0"/>
              </a:spcAft>
              <a:buSzPts val="2400"/>
              <a:buFont typeface="Roboto Mono"/>
              <a:buNone/>
              <a:defRPr sz="2400">
                <a:latin typeface="Roboto Mono"/>
                <a:ea typeface="Roboto Mono"/>
                <a:cs typeface="Roboto Mono"/>
                <a:sym typeface="Roboto Mono"/>
              </a:defRPr>
            </a:lvl3pPr>
            <a:lvl4pPr lvl="3" rtl="0">
              <a:lnSpc>
                <a:spcPct val="100000"/>
              </a:lnSpc>
              <a:spcBef>
                <a:spcPts val="0"/>
              </a:spcBef>
              <a:spcAft>
                <a:spcPts val="0"/>
              </a:spcAft>
              <a:buSzPts val="2400"/>
              <a:buFont typeface="Roboto Mono"/>
              <a:buNone/>
              <a:defRPr sz="2400">
                <a:latin typeface="Roboto Mono"/>
                <a:ea typeface="Roboto Mono"/>
                <a:cs typeface="Roboto Mono"/>
                <a:sym typeface="Roboto Mono"/>
              </a:defRPr>
            </a:lvl4pPr>
            <a:lvl5pPr lvl="4" rtl="0">
              <a:lnSpc>
                <a:spcPct val="100000"/>
              </a:lnSpc>
              <a:spcBef>
                <a:spcPts val="0"/>
              </a:spcBef>
              <a:spcAft>
                <a:spcPts val="0"/>
              </a:spcAft>
              <a:buSzPts val="2400"/>
              <a:buFont typeface="Roboto Mono"/>
              <a:buNone/>
              <a:defRPr sz="2400">
                <a:latin typeface="Roboto Mono"/>
                <a:ea typeface="Roboto Mono"/>
                <a:cs typeface="Roboto Mono"/>
                <a:sym typeface="Roboto Mono"/>
              </a:defRPr>
            </a:lvl5pPr>
            <a:lvl6pPr lvl="5" rtl="0">
              <a:lnSpc>
                <a:spcPct val="100000"/>
              </a:lnSpc>
              <a:spcBef>
                <a:spcPts val="0"/>
              </a:spcBef>
              <a:spcAft>
                <a:spcPts val="0"/>
              </a:spcAft>
              <a:buSzPts val="2400"/>
              <a:buFont typeface="Roboto Mono"/>
              <a:buNone/>
              <a:defRPr sz="2400">
                <a:latin typeface="Roboto Mono"/>
                <a:ea typeface="Roboto Mono"/>
                <a:cs typeface="Roboto Mono"/>
                <a:sym typeface="Roboto Mono"/>
              </a:defRPr>
            </a:lvl6pPr>
            <a:lvl7pPr lvl="6" rtl="0">
              <a:lnSpc>
                <a:spcPct val="100000"/>
              </a:lnSpc>
              <a:spcBef>
                <a:spcPts val="0"/>
              </a:spcBef>
              <a:spcAft>
                <a:spcPts val="0"/>
              </a:spcAft>
              <a:buSzPts val="2400"/>
              <a:buFont typeface="Roboto Mono"/>
              <a:buNone/>
              <a:defRPr sz="2400">
                <a:latin typeface="Roboto Mono"/>
                <a:ea typeface="Roboto Mono"/>
                <a:cs typeface="Roboto Mono"/>
                <a:sym typeface="Roboto Mono"/>
              </a:defRPr>
            </a:lvl7pPr>
            <a:lvl8pPr lvl="7" rtl="0">
              <a:lnSpc>
                <a:spcPct val="100000"/>
              </a:lnSpc>
              <a:spcBef>
                <a:spcPts val="0"/>
              </a:spcBef>
              <a:spcAft>
                <a:spcPts val="0"/>
              </a:spcAft>
              <a:buSzPts val="2400"/>
              <a:buFont typeface="Roboto Mono"/>
              <a:buNone/>
              <a:defRPr sz="2400">
                <a:latin typeface="Roboto Mono"/>
                <a:ea typeface="Roboto Mono"/>
                <a:cs typeface="Roboto Mono"/>
                <a:sym typeface="Roboto Mono"/>
              </a:defRPr>
            </a:lvl8pPr>
            <a:lvl9pPr lvl="8" rtl="0">
              <a:lnSpc>
                <a:spcPct val="100000"/>
              </a:lnSpc>
              <a:spcBef>
                <a:spcPts val="0"/>
              </a:spcBef>
              <a:spcAft>
                <a:spcPts val="0"/>
              </a:spcAft>
              <a:buSzPts val="2400"/>
              <a:buFont typeface="Roboto Mono"/>
              <a:buNone/>
              <a:defRPr sz="2400">
                <a:latin typeface="Roboto Mono"/>
                <a:ea typeface="Roboto Mono"/>
                <a:cs typeface="Roboto Mono"/>
                <a:sym typeface="Roboto Mono"/>
              </a:defRPr>
            </a:lvl9pPr>
          </a:lstStyle>
          <a:p>
            <a:endParaRPr/>
          </a:p>
        </p:txBody>
      </p:sp>
      <p:sp>
        <p:nvSpPr>
          <p:cNvPr id="602" name="Google Shape;602;p13"/>
          <p:cNvSpPr txBox="1">
            <a:spLocks noGrp="1"/>
          </p:cNvSpPr>
          <p:nvPr>
            <p:ph type="subTitle" idx="8"/>
          </p:nvPr>
        </p:nvSpPr>
        <p:spPr>
          <a:xfrm>
            <a:off x="2802600" y="3647544"/>
            <a:ext cx="4273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oboto Mono"/>
              <a:buNone/>
              <a:defRPr sz="2000">
                <a:solidFill>
                  <a:schemeClr val="dk1"/>
                </a:solidFill>
                <a:latin typeface="Roboto Mono"/>
                <a:ea typeface="Roboto Mono"/>
                <a:cs typeface="Roboto Mono"/>
                <a:sym typeface="Roboto Mono"/>
              </a:defRPr>
            </a:lvl1pPr>
            <a:lvl2pPr lvl="1" rtl="0">
              <a:lnSpc>
                <a:spcPct val="100000"/>
              </a:lnSpc>
              <a:spcBef>
                <a:spcPts val="0"/>
              </a:spcBef>
              <a:spcAft>
                <a:spcPts val="0"/>
              </a:spcAft>
              <a:buSzPts val="2400"/>
              <a:buFont typeface="Roboto Mono"/>
              <a:buNone/>
              <a:defRPr sz="2400">
                <a:latin typeface="Roboto Mono"/>
                <a:ea typeface="Roboto Mono"/>
                <a:cs typeface="Roboto Mono"/>
                <a:sym typeface="Roboto Mono"/>
              </a:defRPr>
            </a:lvl2pPr>
            <a:lvl3pPr lvl="2" rtl="0">
              <a:lnSpc>
                <a:spcPct val="100000"/>
              </a:lnSpc>
              <a:spcBef>
                <a:spcPts val="0"/>
              </a:spcBef>
              <a:spcAft>
                <a:spcPts val="0"/>
              </a:spcAft>
              <a:buSzPts val="2400"/>
              <a:buFont typeface="Roboto Mono"/>
              <a:buNone/>
              <a:defRPr sz="2400">
                <a:latin typeface="Roboto Mono"/>
                <a:ea typeface="Roboto Mono"/>
                <a:cs typeface="Roboto Mono"/>
                <a:sym typeface="Roboto Mono"/>
              </a:defRPr>
            </a:lvl3pPr>
            <a:lvl4pPr lvl="3" rtl="0">
              <a:lnSpc>
                <a:spcPct val="100000"/>
              </a:lnSpc>
              <a:spcBef>
                <a:spcPts val="0"/>
              </a:spcBef>
              <a:spcAft>
                <a:spcPts val="0"/>
              </a:spcAft>
              <a:buSzPts val="2400"/>
              <a:buFont typeface="Roboto Mono"/>
              <a:buNone/>
              <a:defRPr sz="2400">
                <a:latin typeface="Roboto Mono"/>
                <a:ea typeface="Roboto Mono"/>
                <a:cs typeface="Roboto Mono"/>
                <a:sym typeface="Roboto Mono"/>
              </a:defRPr>
            </a:lvl4pPr>
            <a:lvl5pPr lvl="4" rtl="0">
              <a:lnSpc>
                <a:spcPct val="100000"/>
              </a:lnSpc>
              <a:spcBef>
                <a:spcPts val="0"/>
              </a:spcBef>
              <a:spcAft>
                <a:spcPts val="0"/>
              </a:spcAft>
              <a:buSzPts val="2400"/>
              <a:buFont typeface="Roboto Mono"/>
              <a:buNone/>
              <a:defRPr sz="2400">
                <a:latin typeface="Roboto Mono"/>
                <a:ea typeface="Roboto Mono"/>
                <a:cs typeface="Roboto Mono"/>
                <a:sym typeface="Roboto Mono"/>
              </a:defRPr>
            </a:lvl5pPr>
            <a:lvl6pPr lvl="5" rtl="0">
              <a:lnSpc>
                <a:spcPct val="100000"/>
              </a:lnSpc>
              <a:spcBef>
                <a:spcPts val="0"/>
              </a:spcBef>
              <a:spcAft>
                <a:spcPts val="0"/>
              </a:spcAft>
              <a:buSzPts val="2400"/>
              <a:buFont typeface="Roboto Mono"/>
              <a:buNone/>
              <a:defRPr sz="2400">
                <a:latin typeface="Roboto Mono"/>
                <a:ea typeface="Roboto Mono"/>
                <a:cs typeface="Roboto Mono"/>
                <a:sym typeface="Roboto Mono"/>
              </a:defRPr>
            </a:lvl6pPr>
            <a:lvl7pPr lvl="6" rtl="0">
              <a:lnSpc>
                <a:spcPct val="100000"/>
              </a:lnSpc>
              <a:spcBef>
                <a:spcPts val="0"/>
              </a:spcBef>
              <a:spcAft>
                <a:spcPts val="0"/>
              </a:spcAft>
              <a:buSzPts val="2400"/>
              <a:buFont typeface="Roboto Mono"/>
              <a:buNone/>
              <a:defRPr sz="2400">
                <a:latin typeface="Roboto Mono"/>
                <a:ea typeface="Roboto Mono"/>
                <a:cs typeface="Roboto Mono"/>
                <a:sym typeface="Roboto Mono"/>
              </a:defRPr>
            </a:lvl7pPr>
            <a:lvl8pPr lvl="7" rtl="0">
              <a:lnSpc>
                <a:spcPct val="100000"/>
              </a:lnSpc>
              <a:spcBef>
                <a:spcPts val="0"/>
              </a:spcBef>
              <a:spcAft>
                <a:spcPts val="0"/>
              </a:spcAft>
              <a:buSzPts val="2400"/>
              <a:buFont typeface="Roboto Mono"/>
              <a:buNone/>
              <a:defRPr sz="2400">
                <a:latin typeface="Roboto Mono"/>
                <a:ea typeface="Roboto Mono"/>
                <a:cs typeface="Roboto Mono"/>
                <a:sym typeface="Roboto Mono"/>
              </a:defRPr>
            </a:lvl8pPr>
            <a:lvl9pPr lvl="8" rtl="0">
              <a:lnSpc>
                <a:spcPct val="100000"/>
              </a:lnSpc>
              <a:spcBef>
                <a:spcPts val="0"/>
              </a:spcBef>
              <a:spcAft>
                <a:spcPts val="0"/>
              </a:spcAft>
              <a:buSzPts val="2400"/>
              <a:buFont typeface="Roboto Mono"/>
              <a:buNone/>
              <a:defRPr sz="2400">
                <a:latin typeface="Roboto Mono"/>
                <a:ea typeface="Roboto Mono"/>
                <a:cs typeface="Roboto Mono"/>
                <a:sym typeface="Roboto Mono"/>
              </a:defRPr>
            </a:lvl9pPr>
          </a:lstStyle>
          <a:p>
            <a:endParaRPr/>
          </a:p>
        </p:txBody>
      </p:sp>
      <p:sp>
        <p:nvSpPr>
          <p:cNvPr id="603" name="Google Shape;603;p13"/>
          <p:cNvSpPr txBox="1">
            <a:spLocks noGrp="1"/>
          </p:cNvSpPr>
          <p:nvPr>
            <p:ph type="subTitle" idx="9"/>
          </p:nvPr>
        </p:nvSpPr>
        <p:spPr>
          <a:xfrm>
            <a:off x="2802600" y="2559369"/>
            <a:ext cx="4273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oboto Mono"/>
              <a:buNone/>
              <a:defRPr sz="2000">
                <a:solidFill>
                  <a:schemeClr val="dk1"/>
                </a:solidFill>
                <a:latin typeface="Roboto Mono"/>
                <a:ea typeface="Roboto Mono"/>
                <a:cs typeface="Roboto Mono"/>
                <a:sym typeface="Roboto Mono"/>
              </a:defRPr>
            </a:lvl1pPr>
            <a:lvl2pPr lvl="1" rtl="0">
              <a:lnSpc>
                <a:spcPct val="100000"/>
              </a:lnSpc>
              <a:spcBef>
                <a:spcPts val="0"/>
              </a:spcBef>
              <a:spcAft>
                <a:spcPts val="0"/>
              </a:spcAft>
              <a:buSzPts val="2400"/>
              <a:buFont typeface="Roboto Mono"/>
              <a:buNone/>
              <a:defRPr sz="2400">
                <a:latin typeface="Roboto Mono"/>
                <a:ea typeface="Roboto Mono"/>
                <a:cs typeface="Roboto Mono"/>
                <a:sym typeface="Roboto Mono"/>
              </a:defRPr>
            </a:lvl2pPr>
            <a:lvl3pPr lvl="2" rtl="0">
              <a:lnSpc>
                <a:spcPct val="100000"/>
              </a:lnSpc>
              <a:spcBef>
                <a:spcPts val="0"/>
              </a:spcBef>
              <a:spcAft>
                <a:spcPts val="0"/>
              </a:spcAft>
              <a:buSzPts val="2400"/>
              <a:buFont typeface="Roboto Mono"/>
              <a:buNone/>
              <a:defRPr sz="2400">
                <a:latin typeface="Roboto Mono"/>
                <a:ea typeface="Roboto Mono"/>
                <a:cs typeface="Roboto Mono"/>
                <a:sym typeface="Roboto Mono"/>
              </a:defRPr>
            </a:lvl3pPr>
            <a:lvl4pPr lvl="3" rtl="0">
              <a:lnSpc>
                <a:spcPct val="100000"/>
              </a:lnSpc>
              <a:spcBef>
                <a:spcPts val="0"/>
              </a:spcBef>
              <a:spcAft>
                <a:spcPts val="0"/>
              </a:spcAft>
              <a:buSzPts val="2400"/>
              <a:buFont typeface="Roboto Mono"/>
              <a:buNone/>
              <a:defRPr sz="2400">
                <a:latin typeface="Roboto Mono"/>
                <a:ea typeface="Roboto Mono"/>
                <a:cs typeface="Roboto Mono"/>
                <a:sym typeface="Roboto Mono"/>
              </a:defRPr>
            </a:lvl4pPr>
            <a:lvl5pPr lvl="4" rtl="0">
              <a:lnSpc>
                <a:spcPct val="100000"/>
              </a:lnSpc>
              <a:spcBef>
                <a:spcPts val="0"/>
              </a:spcBef>
              <a:spcAft>
                <a:spcPts val="0"/>
              </a:spcAft>
              <a:buSzPts val="2400"/>
              <a:buFont typeface="Roboto Mono"/>
              <a:buNone/>
              <a:defRPr sz="2400">
                <a:latin typeface="Roboto Mono"/>
                <a:ea typeface="Roboto Mono"/>
                <a:cs typeface="Roboto Mono"/>
                <a:sym typeface="Roboto Mono"/>
              </a:defRPr>
            </a:lvl5pPr>
            <a:lvl6pPr lvl="5" rtl="0">
              <a:lnSpc>
                <a:spcPct val="100000"/>
              </a:lnSpc>
              <a:spcBef>
                <a:spcPts val="0"/>
              </a:spcBef>
              <a:spcAft>
                <a:spcPts val="0"/>
              </a:spcAft>
              <a:buSzPts val="2400"/>
              <a:buFont typeface="Roboto Mono"/>
              <a:buNone/>
              <a:defRPr sz="2400">
                <a:latin typeface="Roboto Mono"/>
                <a:ea typeface="Roboto Mono"/>
                <a:cs typeface="Roboto Mono"/>
                <a:sym typeface="Roboto Mono"/>
              </a:defRPr>
            </a:lvl6pPr>
            <a:lvl7pPr lvl="6" rtl="0">
              <a:lnSpc>
                <a:spcPct val="100000"/>
              </a:lnSpc>
              <a:spcBef>
                <a:spcPts val="0"/>
              </a:spcBef>
              <a:spcAft>
                <a:spcPts val="0"/>
              </a:spcAft>
              <a:buSzPts val="2400"/>
              <a:buFont typeface="Roboto Mono"/>
              <a:buNone/>
              <a:defRPr sz="2400">
                <a:latin typeface="Roboto Mono"/>
                <a:ea typeface="Roboto Mono"/>
                <a:cs typeface="Roboto Mono"/>
                <a:sym typeface="Roboto Mono"/>
              </a:defRPr>
            </a:lvl7pPr>
            <a:lvl8pPr lvl="7" rtl="0">
              <a:lnSpc>
                <a:spcPct val="100000"/>
              </a:lnSpc>
              <a:spcBef>
                <a:spcPts val="0"/>
              </a:spcBef>
              <a:spcAft>
                <a:spcPts val="0"/>
              </a:spcAft>
              <a:buSzPts val="2400"/>
              <a:buFont typeface="Roboto Mono"/>
              <a:buNone/>
              <a:defRPr sz="2400">
                <a:latin typeface="Roboto Mono"/>
                <a:ea typeface="Roboto Mono"/>
                <a:cs typeface="Roboto Mono"/>
                <a:sym typeface="Roboto Mono"/>
              </a:defRPr>
            </a:lvl8pPr>
            <a:lvl9pPr lvl="8" rtl="0">
              <a:lnSpc>
                <a:spcPct val="100000"/>
              </a:lnSpc>
              <a:spcBef>
                <a:spcPts val="0"/>
              </a:spcBef>
              <a:spcAft>
                <a:spcPts val="0"/>
              </a:spcAft>
              <a:buSzPts val="2400"/>
              <a:buFont typeface="Roboto Mono"/>
              <a:buNone/>
              <a:defRPr sz="2400">
                <a:latin typeface="Roboto Mono"/>
                <a:ea typeface="Roboto Mono"/>
                <a:cs typeface="Roboto Mono"/>
                <a:sym typeface="Roboto Mono"/>
              </a:defRPr>
            </a:lvl9pPr>
          </a:lstStyle>
          <a:p>
            <a:endParaRPr/>
          </a:p>
        </p:txBody>
      </p:sp>
      <p:grpSp>
        <p:nvGrpSpPr>
          <p:cNvPr id="604" name="Google Shape;604;p13"/>
          <p:cNvGrpSpPr/>
          <p:nvPr/>
        </p:nvGrpSpPr>
        <p:grpSpPr>
          <a:xfrm>
            <a:off x="169303" y="3288278"/>
            <a:ext cx="8567883" cy="1732804"/>
            <a:chOff x="169303" y="3288278"/>
            <a:chExt cx="8567883" cy="1732804"/>
          </a:xfrm>
        </p:grpSpPr>
        <p:grpSp>
          <p:nvGrpSpPr>
            <p:cNvPr id="605" name="Google Shape;605;p13"/>
            <p:cNvGrpSpPr/>
            <p:nvPr/>
          </p:nvGrpSpPr>
          <p:grpSpPr>
            <a:xfrm>
              <a:off x="169303" y="3485776"/>
              <a:ext cx="248207" cy="248262"/>
              <a:chOff x="169303" y="3485776"/>
              <a:chExt cx="248207" cy="248262"/>
            </a:xfrm>
          </p:grpSpPr>
          <p:sp>
            <p:nvSpPr>
              <p:cNvPr id="606" name="Google Shape;606;p13"/>
              <p:cNvSpPr/>
              <p:nvPr/>
            </p:nvSpPr>
            <p:spPr>
              <a:xfrm>
                <a:off x="169303" y="3485776"/>
                <a:ext cx="59621" cy="59621"/>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3"/>
              <p:cNvSpPr/>
              <p:nvPr/>
            </p:nvSpPr>
            <p:spPr>
              <a:xfrm>
                <a:off x="264915" y="3581388"/>
                <a:ext cx="59621" cy="59621"/>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3"/>
              <p:cNvSpPr/>
              <p:nvPr/>
            </p:nvSpPr>
            <p:spPr>
              <a:xfrm>
                <a:off x="357889" y="3674417"/>
                <a:ext cx="59621" cy="59621"/>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9" name="Google Shape;609;p13"/>
            <p:cNvGrpSpPr/>
            <p:nvPr/>
          </p:nvGrpSpPr>
          <p:grpSpPr>
            <a:xfrm>
              <a:off x="949394" y="4593094"/>
              <a:ext cx="248207" cy="248262"/>
              <a:chOff x="949394" y="4593094"/>
              <a:chExt cx="248207" cy="248262"/>
            </a:xfrm>
          </p:grpSpPr>
          <p:sp>
            <p:nvSpPr>
              <p:cNvPr id="610" name="Google Shape;610;p13"/>
              <p:cNvSpPr/>
              <p:nvPr/>
            </p:nvSpPr>
            <p:spPr>
              <a:xfrm>
                <a:off x="949394" y="4593094"/>
                <a:ext cx="59621" cy="59621"/>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3"/>
              <p:cNvSpPr/>
              <p:nvPr/>
            </p:nvSpPr>
            <p:spPr>
              <a:xfrm>
                <a:off x="1045006" y="4688705"/>
                <a:ext cx="59621" cy="59621"/>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3"/>
              <p:cNvSpPr/>
              <p:nvPr/>
            </p:nvSpPr>
            <p:spPr>
              <a:xfrm>
                <a:off x="1137980" y="4781734"/>
                <a:ext cx="59621" cy="59621"/>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13"/>
            <p:cNvGrpSpPr/>
            <p:nvPr/>
          </p:nvGrpSpPr>
          <p:grpSpPr>
            <a:xfrm>
              <a:off x="7965281" y="3288278"/>
              <a:ext cx="771905" cy="1732804"/>
              <a:chOff x="7965281" y="3288278"/>
              <a:chExt cx="771905" cy="1732804"/>
            </a:xfrm>
          </p:grpSpPr>
          <p:sp>
            <p:nvSpPr>
              <p:cNvPr id="614" name="Google Shape;614;p13"/>
              <p:cNvSpPr/>
              <p:nvPr/>
            </p:nvSpPr>
            <p:spPr>
              <a:xfrm rot="-5400000">
                <a:off x="8675556" y="3288278"/>
                <a:ext cx="61631" cy="61631"/>
              </a:xfrm>
              <a:custGeom>
                <a:avLst/>
                <a:gdLst/>
                <a:ahLst/>
                <a:cxnLst/>
                <a:rect l="l" t="t" r="r" b="b"/>
                <a:pathLst>
                  <a:path w="1085" h="1085" extrusionOk="0">
                    <a:moveTo>
                      <a:pt x="543" y="1"/>
                    </a:moveTo>
                    <a:cubicBezTo>
                      <a:pt x="244" y="1"/>
                      <a:pt x="0" y="243"/>
                      <a:pt x="0" y="543"/>
                    </a:cubicBezTo>
                    <a:cubicBezTo>
                      <a:pt x="0" y="842"/>
                      <a:pt x="244" y="1085"/>
                      <a:pt x="543" y="1085"/>
                    </a:cubicBezTo>
                    <a:cubicBezTo>
                      <a:pt x="842" y="1085"/>
                      <a:pt x="1084" y="842"/>
                      <a:pt x="1084" y="543"/>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3"/>
              <p:cNvSpPr/>
              <p:nvPr/>
            </p:nvSpPr>
            <p:spPr>
              <a:xfrm rot="-5400000">
                <a:off x="8579416" y="3384417"/>
                <a:ext cx="61574" cy="61631"/>
              </a:xfrm>
              <a:custGeom>
                <a:avLst/>
                <a:gdLst/>
                <a:ahLst/>
                <a:cxnLst/>
                <a:rect l="l" t="t" r="r" b="b"/>
                <a:pathLst>
                  <a:path w="1084" h="1085" extrusionOk="0">
                    <a:moveTo>
                      <a:pt x="542" y="1"/>
                    </a:moveTo>
                    <a:cubicBezTo>
                      <a:pt x="243" y="1"/>
                      <a:pt x="0" y="244"/>
                      <a:pt x="0" y="543"/>
                    </a:cubicBezTo>
                    <a:cubicBezTo>
                      <a:pt x="0" y="842"/>
                      <a:pt x="243" y="1085"/>
                      <a:pt x="542" y="1085"/>
                    </a:cubicBezTo>
                    <a:cubicBezTo>
                      <a:pt x="841" y="1085"/>
                      <a:pt x="1083" y="842"/>
                      <a:pt x="1083" y="543"/>
                    </a:cubicBezTo>
                    <a:cubicBezTo>
                      <a:pt x="1083" y="244"/>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3"/>
              <p:cNvSpPr/>
              <p:nvPr/>
            </p:nvSpPr>
            <p:spPr>
              <a:xfrm rot="-5400000">
                <a:off x="8480606" y="3483226"/>
                <a:ext cx="61631" cy="61631"/>
              </a:xfrm>
              <a:custGeom>
                <a:avLst/>
                <a:gdLst/>
                <a:ahLst/>
                <a:cxnLst/>
                <a:rect l="l" t="t" r="r" b="b"/>
                <a:pathLst>
                  <a:path w="1085" h="1085" extrusionOk="0">
                    <a:moveTo>
                      <a:pt x="542" y="1"/>
                    </a:moveTo>
                    <a:cubicBezTo>
                      <a:pt x="243" y="1"/>
                      <a:pt x="0" y="243"/>
                      <a:pt x="0" y="542"/>
                    </a:cubicBezTo>
                    <a:cubicBezTo>
                      <a:pt x="0" y="841"/>
                      <a:pt x="243" y="1085"/>
                      <a:pt x="542" y="1085"/>
                    </a:cubicBezTo>
                    <a:cubicBezTo>
                      <a:pt x="842" y="1085"/>
                      <a:pt x="1084" y="841"/>
                      <a:pt x="1084" y="542"/>
                    </a:cubicBezTo>
                    <a:cubicBezTo>
                      <a:pt x="1084"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3"/>
              <p:cNvSpPr/>
              <p:nvPr/>
            </p:nvSpPr>
            <p:spPr>
              <a:xfrm rot="-5400000">
                <a:off x="8160231" y="4764503"/>
                <a:ext cx="61631" cy="61631"/>
              </a:xfrm>
              <a:custGeom>
                <a:avLst/>
                <a:gdLst/>
                <a:ahLst/>
                <a:cxnLst/>
                <a:rect l="l" t="t" r="r" b="b"/>
                <a:pathLst>
                  <a:path w="1085" h="1085" extrusionOk="0">
                    <a:moveTo>
                      <a:pt x="543" y="1"/>
                    </a:moveTo>
                    <a:cubicBezTo>
                      <a:pt x="244" y="1"/>
                      <a:pt x="0" y="243"/>
                      <a:pt x="0" y="543"/>
                    </a:cubicBezTo>
                    <a:cubicBezTo>
                      <a:pt x="0" y="842"/>
                      <a:pt x="244" y="1085"/>
                      <a:pt x="543" y="1085"/>
                    </a:cubicBezTo>
                    <a:cubicBezTo>
                      <a:pt x="842" y="1085"/>
                      <a:pt x="1084" y="842"/>
                      <a:pt x="1084" y="543"/>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3"/>
              <p:cNvSpPr/>
              <p:nvPr/>
            </p:nvSpPr>
            <p:spPr>
              <a:xfrm rot="-5400000">
                <a:off x="8064091" y="4860642"/>
                <a:ext cx="61574" cy="61631"/>
              </a:xfrm>
              <a:custGeom>
                <a:avLst/>
                <a:gdLst/>
                <a:ahLst/>
                <a:cxnLst/>
                <a:rect l="l" t="t" r="r" b="b"/>
                <a:pathLst>
                  <a:path w="1084" h="1085" extrusionOk="0">
                    <a:moveTo>
                      <a:pt x="542" y="1"/>
                    </a:moveTo>
                    <a:cubicBezTo>
                      <a:pt x="243" y="1"/>
                      <a:pt x="0" y="244"/>
                      <a:pt x="0" y="543"/>
                    </a:cubicBezTo>
                    <a:cubicBezTo>
                      <a:pt x="0" y="842"/>
                      <a:pt x="243" y="1085"/>
                      <a:pt x="542" y="1085"/>
                    </a:cubicBezTo>
                    <a:cubicBezTo>
                      <a:pt x="841" y="1085"/>
                      <a:pt x="1083" y="842"/>
                      <a:pt x="1083" y="543"/>
                    </a:cubicBezTo>
                    <a:cubicBezTo>
                      <a:pt x="1083" y="244"/>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3"/>
              <p:cNvSpPr/>
              <p:nvPr/>
            </p:nvSpPr>
            <p:spPr>
              <a:xfrm rot="-5400000">
                <a:off x="7965281" y="4959451"/>
                <a:ext cx="61631" cy="61631"/>
              </a:xfrm>
              <a:custGeom>
                <a:avLst/>
                <a:gdLst/>
                <a:ahLst/>
                <a:cxnLst/>
                <a:rect l="l" t="t" r="r" b="b"/>
                <a:pathLst>
                  <a:path w="1085" h="1085" extrusionOk="0">
                    <a:moveTo>
                      <a:pt x="542" y="1"/>
                    </a:moveTo>
                    <a:cubicBezTo>
                      <a:pt x="243" y="1"/>
                      <a:pt x="0" y="243"/>
                      <a:pt x="0" y="542"/>
                    </a:cubicBezTo>
                    <a:cubicBezTo>
                      <a:pt x="0" y="841"/>
                      <a:pt x="243" y="1085"/>
                      <a:pt x="542" y="1085"/>
                    </a:cubicBezTo>
                    <a:cubicBezTo>
                      <a:pt x="842" y="1085"/>
                      <a:pt x="1084" y="841"/>
                      <a:pt x="1084" y="542"/>
                    </a:cubicBezTo>
                    <a:cubicBezTo>
                      <a:pt x="1084"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20" name="Google Shape;620;p13"/>
          <p:cNvGrpSpPr/>
          <p:nvPr/>
        </p:nvGrpSpPr>
        <p:grpSpPr>
          <a:xfrm>
            <a:off x="161171" y="3196400"/>
            <a:ext cx="8869668" cy="2034610"/>
            <a:chOff x="161171" y="3196400"/>
            <a:chExt cx="8869668" cy="2034610"/>
          </a:xfrm>
        </p:grpSpPr>
        <p:grpSp>
          <p:nvGrpSpPr>
            <p:cNvPr id="621" name="Google Shape;621;p13"/>
            <p:cNvGrpSpPr/>
            <p:nvPr/>
          </p:nvGrpSpPr>
          <p:grpSpPr>
            <a:xfrm>
              <a:off x="8327900" y="3288266"/>
              <a:ext cx="702940" cy="1897658"/>
              <a:chOff x="8327900" y="3288266"/>
              <a:chExt cx="702940" cy="1897658"/>
            </a:xfrm>
          </p:grpSpPr>
          <p:sp>
            <p:nvSpPr>
              <p:cNvPr id="622" name="Google Shape;622;p13"/>
              <p:cNvSpPr/>
              <p:nvPr/>
            </p:nvSpPr>
            <p:spPr>
              <a:xfrm rot="-5400000">
                <a:off x="8010690" y="4376573"/>
                <a:ext cx="1301459" cy="243512"/>
              </a:xfrm>
              <a:custGeom>
                <a:avLst/>
                <a:gdLst/>
                <a:ahLst/>
                <a:cxnLst/>
                <a:rect l="l" t="t" r="r" b="b"/>
                <a:pathLst>
                  <a:path w="22912" h="4287" extrusionOk="0">
                    <a:moveTo>
                      <a:pt x="169" y="1"/>
                    </a:moveTo>
                    <a:cubicBezTo>
                      <a:pt x="129" y="1"/>
                      <a:pt x="90" y="16"/>
                      <a:pt x="60" y="46"/>
                    </a:cubicBezTo>
                    <a:cubicBezTo>
                      <a:pt x="0" y="105"/>
                      <a:pt x="0" y="203"/>
                      <a:pt x="60" y="263"/>
                    </a:cubicBezTo>
                    <a:lnTo>
                      <a:pt x="1720" y="1923"/>
                    </a:lnTo>
                    <a:cubicBezTo>
                      <a:pt x="1748" y="1952"/>
                      <a:pt x="1789" y="1968"/>
                      <a:pt x="1829" y="1968"/>
                    </a:cubicBezTo>
                    <a:lnTo>
                      <a:pt x="7052" y="1968"/>
                    </a:lnTo>
                    <a:lnTo>
                      <a:pt x="8195" y="3110"/>
                    </a:lnTo>
                    <a:cubicBezTo>
                      <a:pt x="8223" y="3140"/>
                      <a:pt x="8262" y="3156"/>
                      <a:pt x="8304" y="3156"/>
                    </a:cubicBezTo>
                    <a:lnTo>
                      <a:pt x="15072" y="3156"/>
                    </a:lnTo>
                    <a:lnTo>
                      <a:pt x="16157" y="4240"/>
                    </a:lnTo>
                    <a:cubicBezTo>
                      <a:pt x="16185" y="4270"/>
                      <a:pt x="16224" y="4286"/>
                      <a:pt x="16266" y="4286"/>
                    </a:cubicBezTo>
                    <a:lnTo>
                      <a:pt x="20601" y="4286"/>
                    </a:lnTo>
                    <a:lnTo>
                      <a:pt x="20601" y="4285"/>
                    </a:lnTo>
                    <a:cubicBezTo>
                      <a:pt x="20642" y="4285"/>
                      <a:pt x="20681" y="4270"/>
                      <a:pt x="20709" y="4240"/>
                    </a:cubicBezTo>
                    <a:lnTo>
                      <a:pt x="22852" y="2098"/>
                    </a:lnTo>
                    <a:cubicBezTo>
                      <a:pt x="22912" y="2038"/>
                      <a:pt x="22912" y="1941"/>
                      <a:pt x="22852" y="1881"/>
                    </a:cubicBezTo>
                    <a:cubicBezTo>
                      <a:pt x="22821" y="1851"/>
                      <a:pt x="22782" y="1836"/>
                      <a:pt x="22743" y="1836"/>
                    </a:cubicBezTo>
                    <a:cubicBezTo>
                      <a:pt x="22703" y="1836"/>
                      <a:pt x="22664" y="1851"/>
                      <a:pt x="22634" y="1881"/>
                    </a:cubicBezTo>
                    <a:lnTo>
                      <a:pt x="20537" y="3978"/>
                    </a:lnTo>
                    <a:lnTo>
                      <a:pt x="16328" y="3978"/>
                    </a:lnTo>
                    <a:lnTo>
                      <a:pt x="15244" y="2894"/>
                    </a:lnTo>
                    <a:cubicBezTo>
                      <a:pt x="15215" y="2864"/>
                      <a:pt x="15176" y="2848"/>
                      <a:pt x="15135" y="2848"/>
                    </a:cubicBezTo>
                    <a:lnTo>
                      <a:pt x="8366" y="2848"/>
                    </a:lnTo>
                    <a:lnTo>
                      <a:pt x="7224" y="1706"/>
                    </a:lnTo>
                    <a:cubicBezTo>
                      <a:pt x="7195" y="1677"/>
                      <a:pt x="7156" y="1661"/>
                      <a:pt x="7116" y="1661"/>
                    </a:cubicBezTo>
                    <a:lnTo>
                      <a:pt x="1893" y="1661"/>
                    </a:lnTo>
                    <a:lnTo>
                      <a:pt x="278" y="46"/>
                    </a:lnTo>
                    <a:cubicBezTo>
                      <a:pt x="248" y="16"/>
                      <a:pt x="208" y="1"/>
                      <a:pt x="16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3"/>
              <p:cNvSpPr/>
              <p:nvPr/>
            </p:nvSpPr>
            <p:spPr>
              <a:xfrm rot="-5400000">
                <a:off x="8011093" y="4166177"/>
                <a:ext cx="1897658" cy="141836"/>
              </a:xfrm>
              <a:custGeom>
                <a:avLst/>
                <a:gdLst/>
                <a:ahLst/>
                <a:cxnLst/>
                <a:rect l="l" t="t" r="r" b="b"/>
                <a:pathLst>
                  <a:path w="33408" h="2497" extrusionOk="0">
                    <a:moveTo>
                      <a:pt x="29290" y="1"/>
                    </a:moveTo>
                    <a:cubicBezTo>
                      <a:pt x="29248" y="1"/>
                      <a:pt x="29209" y="16"/>
                      <a:pt x="29181" y="46"/>
                    </a:cubicBezTo>
                    <a:lnTo>
                      <a:pt x="27265" y="1961"/>
                    </a:lnTo>
                    <a:lnTo>
                      <a:pt x="18260" y="1961"/>
                    </a:lnTo>
                    <a:lnTo>
                      <a:pt x="16612" y="314"/>
                    </a:lnTo>
                    <a:cubicBezTo>
                      <a:pt x="16584" y="284"/>
                      <a:pt x="16545" y="269"/>
                      <a:pt x="16503" y="269"/>
                    </a:cubicBezTo>
                    <a:lnTo>
                      <a:pt x="10403" y="269"/>
                    </a:lnTo>
                    <a:cubicBezTo>
                      <a:pt x="10362" y="269"/>
                      <a:pt x="10323" y="284"/>
                      <a:pt x="10294" y="314"/>
                    </a:cubicBezTo>
                    <a:lnTo>
                      <a:pt x="8418" y="2189"/>
                    </a:lnTo>
                    <a:lnTo>
                      <a:pt x="4597" y="2189"/>
                    </a:lnTo>
                    <a:lnTo>
                      <a:pt x="3608" y="1201"/>
                    </a:lnTo>
                    <a:cubicBezTo>
                      <a:pt x="3580" y="1171"/>
                      <a:pt x="3541" y="1154"/>
                      <a:pt x="3499" y="1154"/>
                    </a:cubicBezTo>
                    <a:lnTo>
                      <a:pt x="154" y="1154"/>
                    </a:lnTo>
                    <a:cubicBezTo>
                      <a:pt x="69" y="1154"/>
                      <a:pt x="0" y="1224"/>
                      <a:pt x="0" y="1308"/>
                    </a:cubicBezTo>
                    <a:cubicBezTo>
                      <a:pt x="0" y="1393"/>
                      <a:pt x="69" y="1462"/>
                      <a:pt x="154" y="1462"/>
                    </a:cubicBezTo>
                    <a:lnTo>
                      <a:pt x="3435" y="1462"/>
                    </a:lnTo>
                    <a:lnTo>
                      <a:pt x="4425" y="2451"/>
                    </a:lnTo>
                    <a:cubicBezTo>
                      <a:pt x="4454" y="2481"/>
                      <a:pt x="4493" y="2496"/>
                      <a:pt x="4534" y="2496"/>
                    </a:cubicBezTo>
                    <a:lnTo>
                      <a:pt x="8482" y="2496"/>
                    </a:lnTo>
                    <a:cubicBezTo>
                      <a:pt x="8522" y="2496"/>
                      <a:pt x="8561" y="2481"/>
                      <a:pt x="8591" y="2451"/>
                    </a:cubicBezTo>
                    <a:lnTo>
                      <a:pt x="10466" y="576"/>
                    </a:lnTo>
                    <a:lnTo>
                      <a:pt x="16441" y="576"/>
                    </a:lnTo>
                    <a:lnTo>
                      <a:pt x="18087" y="2223"/>
                    </a:lnTo>
                    <a:cubicBezTo>
                      <a:pt x="18116" y="2253"/>
                      <a:pt x="18156" y="2268"/>
                      <a:pt x="18196" y="2268"/>
                    </a:cubicBezTo>
                    <a:lnTo>
                      <a:pt x="27328" y="2268"/>
                    </a:lnTo>
                    <a:cubicBezTo>
                      <a:pt x="27369" y="2268"/>
                      <a:pt x="27408" y="2253"/>
                      <a:pt x="27437" y="2223"/>
                    </a:cubicBezTo>
                    <a:lnTo>
                      <a:pt x="29352" y="308"/>
                    </a:lnTo>
                    <a:lnTo>
                      <a:pt x="33254" y="308"/>
                    </a:lnTo>
                    <a:cubicBezTo>
                      <a:pt x="33339" y="308"/>
                      <a:pt x="33407" y="238"/>
                      <a:pt x="33407" y="154"/>
                    </a:cubicBezTo>
                    <a:cubicBezTo>
                      <a:pt x="33407" y="69"/>
                      <a:pt x="33339" y="1"/>
                      <a:pt x="3325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3"/>
              <p:cNvSpPr/>
              <p:nvPr/>
            </p:nvSpPr>
            <p:spPr>
              <a:xfrm rot="-5400000">
                <a:off x="8271296" y="4882627"/>
                <a:ext cx="322184" cy="208976"/>
              </a:xfrm>
              <a:custGeom>
                <a:avLst/>
                <a:gdLst/>
                <a:ahLst/>
                <a:cxnLst/>
                <a:rect l="l" t="t" r="r" b="b"/>
                <a:pathLst>
                  <a:path w="5672" h="3679" extrusionOk="0">
                    <a:moveTo>
                      <a:pt x="154" y="0"/>
                    </a:moveTo>
                    <a:cubicBezTo>
                      <a:pt x="69" y="0"/>
                      <a:pt x="0" y="69"/>
                      <a:pt x="0" y="154"/>
                    </a:cubicBezTo>
                    <a:cubicBezTo>
                      <a:pt x="0" y="238"/>
                      <a:pt x="69" y="308"/>
                      <a:pt x="154" y="308"/>
                    </a:cubicBezTo>
                    <a:lnTo>
                      <a:pt x="3462" y="308"/>
                    </a:lnTo>
                    <a:lnTo>
                      <a:pt x="5364" y="2210"/>
                    </a:lnTo>
                    <a:lnTo>
                      <a:pt x="5364" y="3524"/>
                    </a:lnTo>
                    <a:cubicBezTo>
                      <a:pt x="5364" y="3610"/>
                      <a:pt x="5432" y="3678"/>
                      <a:pt x="5518" y="3678"/>
                    </a:cubicBezTo>
                    <a:cubicBezTo>
                      <a:pt x="5603" y="3678"/>
                      <a:pt x="5671" y="3610"/>
                      <a:pt x="5671" y="3524"/>
                    </a:cubicBezTo>
                    <a:lnTo>
                      <a:pt x="5671" y="2146"/>
                    </a:lnTo>
                    <a:cubicBezTo>
                      <a:pt x="5671" y="2105"/>
                      <a:pt x="5655" y="2066"/>
                      <a:pt x="5626" y="2037"/>
                    </a:cubicBezTo>
                    <a:lnTo>
                      <a:pt x="3634" y="45"/>
                    </a:lnTo>
                    <a:cubicBezTo>
                      <a:pt x="3605" y="16"/>
                      <a:pt x="3566" y="0"/>
                      <a:pt x="3526"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5" name="Google Shape;625;p13"/>
            <p:cNvGrpSpPr/>
            <p:nvPr/>
          </p:nvGrpSpPr>
          <p:grpSpPr>
            <a:xfrm>
              <a:off x="8457809" y="3196400"/>
              <a:ext cx="512592" cy="1708747"/>
              <a:chOff x="8457809" y="3196400"/>
              <a:chExt cx="512592" cy="1708747"/>
            </a:xfrm>
          </p:grpSpPr>
          <p:sp>
            <p:nvSpPr>
              <p:cNvPr id="626" name="Google Shape;626;p13"/>
              <p:cNvSpPr/>
              <p:nvPr/>
            </p:nvSpPr>
            <p:spPr>
              <a:xfrm rot="-5400000">
                <a:off x="8538612" y="3740090"/>
                <a:ext cx="140586" cy="140643"/>
              </a:xfrm>
              <a:custGeom>
                <a:avLst/>
                <a:gdLst/>
                <a:ahLst/>
                <a:cxnLst/>
                <a:rect l="l" t="t" r="r" b="b"/>
                <a:pathLst>
                  <a:path w="2475" h="2476" extrusionOk="0">
                    <a:moveTo>
                      <a:pt x="1238" y="1"/>
                    </a:moveTo>
                    <a:cubicBezTo>
                      <a:pt x="554" y="1"/>
                      <a:pt x="0" y="554"/>
                      <a:pt x="0" y="1238"/>
                    </a:cubicBezTo>
                    <a:cubicBezTo>
                      <a:pt x="0" y="1921"/>
                      <a:pt x="554" y="2475"/>
                      <a:pt x="1238" y="2475"/>
                    </a:cubicBezTo>
                    <a:cubicBezTo>
                      <a:pt x="1921" y="2475"/>
                      <a:pt x="2474" y="1921"/>
                      <a:pt x="2474" y="1238"/>
                    </a:cubicBezTo>
                    <a:cubicBezTo>
                      <a:pt x="2474" y="554"/>
                      <a:pt x="1921" y="1"/>
                      <a:pt x="12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3"/>
              <p:cNvSpPr/>
              <p:nvPr/>
            </p:nvSpPr>
            <p:spPr>
              <a:xfrm rot="-5400000">
                <a:off x="8829701" y="3196400"/>
                <a:ext cx="140700" cy="140700"/>
              </a:xfrm>
              <a:custGeom>
                <a:avLst/>
                <a:gdLst/>
                <a:ahLst/>
                <a:cxnLst/>
                <a:rect l="l" t="t" r="r" b="b"/>
                <a:pathLst>
                  <a:path w="2477" h="2477" extrusionOk="0">
                    <a:moveTo>
                      <a:pt x="1239" y="1"/>
                    </a:moveTo>
                    <a:cubicBezTo>
                      <a:pt x="555" y="1"/>
                      <a:pt x="1" y="555"/>
                      <a:pt x="1" y="1238"/>
                    </a:cubicBezTo>
                    <a:cubicBezTo>
                      <a:pt x="1" y="1922"/>
                      <a:pt x="555" y="2476"/>
                      <a:pt x="1239" y="2476"/>
                    </a:cubicBezTo>
                    <a:cubicBezTo>
                      <a:pt x="1922" y="2476"/>
                      <a:pt x="2476" y="1922"/>
                      <a:pt x="2476" y="1238"/>
                    </a:cubicBezTo>
                    <a:cubicBezTo>
                      <a:pt x="2476" y="555"/>
                      <a:pt x="1922" y="1"/>
                      <a:pt x="1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3"/>
              <p:cNvSpPr/>
              <p:nvPr/>
            </p:nvSpPr>
            <p:spPr>
              <a:xfrm rot="-5400000">
                <a:off x="8457809" y="4764504"/>
                <a:ext cx="140643" cy="140643"/>
              </a:xfrm>
              <a:custGeom>
                <a:avLst/>
                <a:gdLst/>
                <a:ahLst/>
                <a:cxnLst/>
                <a:rect l="l" t="t" r="r" b="b"/>
                <a:pathLst>
                  <a:path w="2476" h="2476" extrusionOk="0">
                    <a:moveTo>
                      <a:pt x="1239" y="1"/>
                    </a:moveTo>
                    <a:cubicBezTo>
                      <a:pt x="555" y="1"/>
                      <a:pt x="1" y="554"/>
                      <a:pt x="1" y="1237"/>
                    </a:cubicBezTo>
                    <a:cubicBezTo>
                      <a:pt x="1" y="1921"/>
                      <a:pt x="555" y="2475"/>
                      <a:pt x="1239" y="2475"/>
                    </a:cubicBezTo>
                    <a:cubicBezTo>
                      <a:pt x="1922" y="2475"/>
                      <a:pt x="2475" y="1921"/>
                      <a:pt x="2475" y="1237"/>
                    </a:cubicBezTo>
                    <a:cubicBezTo>
                      <a:pt x="2475" y="554"/>
                      <a:pt x="1922" y="1"/>
                      <a:pt x="1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 name="Google Shape;629;p13"/>
            <p:cNvGrpSpPr/>
            <p:nvPr/>
          </p:nvGrpSpPr>
          <p:grpSpPr>
            <a:xfrm>
              <a:off x="161171" y="3237070"/>
              <a:ext cx="8768503" cy="1993940"/>
              <a:chOff x="161171" y="3237070"/>
              <a:chExt cx="8768503" cy="1993940"/>
            </a:xfrm>
          </p:grpSpPr>
          <p:grpSp>
            <p:nvGrpSpPr>
              <p:cNvPr id="630" name="Google Shape;630;p13"/>
              <p:cNvGrpSpPr/>
              <p:nvPr/>
            </p:nvGrpSpPr>
            <p:grpSpPr>
              <a:xfrm>
                <a:off x="161171" y="3966873"/>
                <a:ext cx="1126268" cy="1264137"/>
                <a:chOff x="161171" y="3966873"/>
                <a:chExt cx="1126268" cy="1264137"/>
              </a:xfrm>
            </p:grpSpPr>
            <p:grpSp>
              <p:nvGrpSpPr>
                <p:cNvPr id="631" name="Google Shape;631;p13"/>
                <p:cNvGrpSpPr/>
                <p:nvPr/>
              </p:nvGrpSpPr>
              <p:grpSpPr>
                <a:xfrm>
                  <a:off x="161171" y="3966873"/>
                  <a:ext cx="1126268" cy="1264137"/>
                  <a:chOff x="161171" y="3966873"/>
                  <a:chExt cx="1126268" cy="1264137"/>
                </a:xfrm>
              </p:grpSpPr>
              <p:sp>
                <p:nvSpPr>
                  <p:cNvPr id="632" name="Google Shape;632;p13"/>
                  <p:cNvSpPr/>
                  <p:nvPr/>
                </p:nvSpPr>
                <p:spPr>
                  <a:xfrm>
                    <a:off x="360912" y="3966873"/>
                    <a:ext cx="514717" cy="1258025"/>
                  </a:xfrm>
                  <a:custGeom>
                    <a:avLst/>
                    <a:gdLst/>
                    <a:ahLst/>
                    <a:cxnLst/>
                    <a:rect l="l" t="t" r="r" b="b"/>
                    <a:pathLst>
                      <a:path w="9367" h="22894" extrusionOk="0">
                        <a:moveTo>
                          <a:pt x="1897" y="1"/>
                        </a:moveTo>
                        <a:cubicBezTo>
                          <a:pt x="1214" y="1"/>
                          <a:pt x="661" y="555"/>
                          <a:pt x="661" y="1238"/>
                        </a:cubicBezTo>
                        <a:cubicBezTo>
                          <a:pt x="661" y="1847"/>
                          <a:pt x="1103" y="2352"/>
                          <a:pt x="1683" y="2454"/>
                        </a:cubicBezTo>
                        <a:lnTo>
                          <a:pt x="1683" y="8153"/>
                        </a:lnTo>
                        <a:lnTo>
                          <a:pt x="46" y="9790"/>
                        </a:lnTo>
                        <a:cubicBezTo>
                          <a:pt x="17" y="9819"/>
                          <a:pt x="1" y="9858"/>
                          <a:pt x="1" y="9899"/>
                        </a:cubicBezTo>
                        <a:lnTo>
                          <a:pt x="1" y="13697"/>
                        </a:lnTo>
                        <a:cubicBezTo>
                          <a:pt x="1" y="13738"/>
                          <a:pt x="17" y="13778"/>
                          <a:pt x="46" y="13806"/>
                        </a:cubicBezTo>
                        <a:lnTo>
                          <a:pt x="9090" y="22849"/>
                        </a:lnTo>
                        <a:cubicBezTo>
                          <a:pt x="9119" y="22879"/>
                          <a:pt x="9158" y="22894"/>
                          <a:pt x="9198" y="22894"/>
                        </a:cubicBezTo>
                        <a:cubicBezTo>
                          <a:pt x="9237" y="22894"/>
                          <a:pt x="9276" y="22879"/>
                          <a:pt x="9307" y="22849"/>
                        </a:cubicBezTo>
                        <a:cubicBezTo>
                          <a:pt x="9366" y="22790"/>
                          <a:pt x="9366" y="22692"/>
                          <a:pt x="9307" y="22631"/>
                        </a:cubicBezTo>
                        <a:lnTo>
                          <a:pt x="308" y="13634"/>
                        </a:lnTo>
                        <a:lnTo>
                          <a:pt x="308" y="9963"/>
                        </a:lnTo>
                        <a:lnTo>
                          <a:pt x="1946" y="8326"/>
                        </a:lnTo>
                        <a:cubicBezTo>
                          <a:pt x="1974" y="8297"/>
                          <a:pt x="1991" y="8258"/>
                          <a:pt x="1991" y="8217"/>
                        </a:cubicBezTo>
                        <a:lnTo>
                          <a:pt x="1991" y="2466"/>
                        </a:lnTo>
                        <a:cubicBezTo>
                          <a:pt x="2629" y="2417"/>
                          <a:pt x="3135" y="1890"/>
                          <a:pt x="3135" y="1238"/>
                        </a:cubicBezTo>
                        <a:cubicBezTo>
                          <a:pt x="3135" y="555"/>
                          <a:pt x="2580" y="1"/>
                          <a:pt x="1897"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3"/>
                  <p:cNvSpPr/>
                  <p:nvPr/>
                </p:nvSpPr>
                <p:spPr>
                  <a:xfrm>
                    <a:off x="436467" y="4006272"/>
                    <a:ext cx="57368" cy="57258"/>
                  </a:xfrm>
                  <a:custGeom>
                    <a:avLst/>
                    <a:gdLst/>
                    <a:ahLst/>
                    <a:cxnLst/>
                    <a:rect l="l" t="t" r="r" b="b"/>
                    <a:pathLst>
                      <a:path w="1044" h="1042" extrusionOk="0">
                        <a:moveTo>
                          <a:pt x="522" y="0"/>
                        </a:moveTo>
                        <a:cubicBezTo>
                          <a:pt x="235" y="0"/>
                          <a:pt x="1" y="233"/>
                          <a:pt x="1" y="521"/>
                        </a:cubicBezTo>
                        <a:cubicBezTo>
                          <a:pt x="1" y="809"/>
                          <a:pt x="235" y="1042"/>
                          <a:pt x="522" y="1042"/>
                        </a:cubicBezTo>
                        <a:cubicBezTo>
                          <a:pt x="811" y="1042"/>
                          <a:pt x="1043" y="809"/>
                          <a:pt x="1043" y="521"/>
                        </a:cubicBezTo>
                        <a:cubicBezTo>
                          <a:pt x="1043" y="233"/>
                          <a:pt x="81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3"/>
                  <p:cNvSpPr/>
                  <p:nvPr/>
                </p:nvSpPr>
                <p:spPr>
                  <a:xfrm>
                    <a:off x="161171" y="4102378"/>
                    <a:ext cx="200238" cy="1122574"/>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3"/>
                  <p:cNvSpPr/>
                  <p:nvPr/>
                </p:nvSpPr>
                <p:spPr>
                  <a:xfrm>
                    <a:off x="264751" y="4141777"/>
                    <a:ext cx="57313" cy="57313"/>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3"/>
                  <p:cNvSpPr/>
                  <p:nvPr/>
                </p:nvSpPr>
                <p:spPr>
                  <a:xfrm>
                    <a:off x="243595" y="4591427"/>
                    <a:ext cx="251671" cy="251616"/>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3"/>
                  <p:cNvSpPr/>
                  <p:nvPr/>
                </p:nvSpPr>
                <p:spPr>
                  <a:xfrm rot="-2700000">
                    <a:off x="693649" y="4629449"/>
                    <a:ext cx="57367" cy="57367"/>
                  </a:xfrm>
                  <a:custGeom>
                    <a:avLst/>
                    <a:gdLst/>
                    <a:ahLst/>
                    <a:cxnLst/>
                    <a:rect l="l" t="t" r="r" b="b"/>
                    <a:pathLst>
                      <a:path w="1044" h="1044" extrusionOk="0">
                        <a:moveTo>
                          <a:pt x="522" y="1"/>
                        </a:moveTo>
                        <a:cubicBezTo>
                          <a:pt x="235" y="1"/>
                          <a:pt x="1" y="234"/>
                          <a:pt x="1" y="522"/>
                        </a:cubicBezTo>
                        <a:cubicBezTo>
                          <a:pt x="1" y="809"/>
                          <a:pt x="235" y="1044"/>
                          <a:pt x="522" y="1044"/>
                        </a:cubicBezTo>
                        <a:cubicBezTo>
                          <a:pt x="809" y="1044"/>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3"/>
                  <p:cNvSpPr/>
                  <p:nvPr/>
                </p:nvSpPr>
                <p:spPr>
                  <a:xfrm rot="-2700000">
                    <a:off x="879376" y="4496878"/>
                    <a:ext cx="147044" cy="799182"/>
                  </a:xfrm>
                  <a:custGeom>
                    <a:avLst/>
                    <a:gdLst/>
                    <a:ahLst/>
                    <a:cxnLst/>
                    <a:rect l="l" t="t" r="r" b="b"/>
                    <a:pathLst>
                      <a:path w="2676" h="14544" extrusionOk="0">
                        <a:moveTo>
                          <a:pt x="1438" y="0"/>
                        </a:moveTo>
                        <a:cubicBezTo>
                          <a:pt x="755" y="0"/>
                          <a:pt x="200" y="555"/>
                          <a:pt x="200" y="1238"/>
                        </a:cubicBezTo>
                        <a:cubicBezTo>
                          <a:pt x="200" y="1525"/>
                          <a:pt x="302" y="1786"/>
                          <a:pt x="466" y="1996"/>
                        </a:cubicBezTo>
                        <a:lnTo>
                          <a:pt x="45" y="2417"/>
                        </a:lnTo>
                        <a:cubicBezTo>
                          <a:pt x="17" y="2445"/>
                          <a:pt x="1" y="2484"/>
                          <a:pt x="1" y="2526"/>
                        </a:cubicBezTo>
                        <a:lnTo>
                          <a:pt x="1" y="8856"/>
                        </a:lnTo>
                        <a:cubicBezTo>
                          <a:pt x="1" y="8896"/>
                          <a:pt x="17" y="8935"/>
                          <a:pt x="45" y="8965"/>
                        </a:cubicBezTo>
                        <a:lnTo>
                          <a:pt x="1990" y="10908"/>
                        </a:lnTo>
                        <a:lnTo>
                          <a:pt x="1990" y="14390"/>
                        </a:lnTo>
                        <a:cubicBezTo>
                          <a:pt x="1990" y="14475"/>
                          <a:pt x="2059" y="14544"/>
                          <a:pt x="2144" y="14544"/>
                        </a:cubicBezTo>
                        <a:cubicBezTo>
                          <a:pt x="2229" y="14544"/>
                          <a:pt x="2297" y="14475"/>
                          <a:pt x="2297" y="14390"/>
                        </a:cubicBezTo>
                        <a:lnTo>
                          <a:pt x="2297" y="10846"/>
                        </a:lnTo>
                        <a:cubicBezTo>
                          <a:pt x="2297" y="10804"/>
                          <a:pt x="2281" y="10765"/>
                          <a:pt x="2253" y="10737"/>
                        </a:cubicBezTo>
                        <a:lnTo>
                          <a:pt x="308" y="8792"/>
                        </a:lnTo>
                        <a:lnTo>
                          <a:pt x="308" y="2589"/>
                        </a:lnTo>
                        <a:lnTo>
                          <a:pt x="684" y="2213"/>
                        </a:lnTo>
                        <a:lnTo>
                          <a:pt x="685" y="2213"/>
                        </a:lnTo>
                        <a:cubicBezTo>
                          <a:pt x="894" y="2375"/>
                          <a:pt x="1153" y="2475"/>
                          <a:pt x="1438" y="2475"/>
                        </a:cubicBezTo>
                        <a:cubicBezTo>
                          <a:pt x="2121" y="2475"/>
                          <a:pt x="2676" y="1921"/>
                          <a:pt x="2676" y="1238"/>
                        </a:cubicBezTo>
                        <a:cubicBezTo>
                          <a:pt x="2676" y="555"/>
                          <a:pt x="2121" y="0"/>
                          <a:pt x="143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3"/>
                  <p:cNvSpPr/>
                  <p:nvPr/>
                </p:nvSpPr>
                <p:spPr>
                  <a:xfrm>
                    <a:off x="326404" y="4674181"/>
                    <a:ext cx="86052" cy="86107"/>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0" name="Google Shape;640;p13"/>
                <p:cNvSpPr/>
                <p:nvPr/>
              </p:nvSpPr>
              <p:spPr>
                <a:xfrm>
                  <a:off x="693676" y="4635002"/>
                  <a:ext cx="57313" cy="57313"/>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1" name="Google Shape;641;p13"/>
              <p:cNvGrpSpPr/>
              <p:nvPr/>
            </p:nvGrpSpPr>
            <p:grpSpPr>
              <a:xfrm>
                <a:off x="8498480" y="3237070"/>
                <a:ext cx="431194" cy="1627349"/>
                <a:chOff x="8498480" y="3237070"/>
                <a:chExt cx="431194" cy="1627349"/>
              </a:xfrm>
            </p:grpSpPr>
            <p:sp>
              <p:nvSpPr>
                <p:cNvPr id="642" name="Google Shape;642;p13"/>
                <p:cNvSpPr/>
                <p:nvPr/>
              </p:nvSpPr>
              <p:spPr>
                <a:xfrm rot="-5400000">
                  <a:off x="8870401" y="3237099"/>
                  <a:ext cx="59302" cy="59245"/>
                </a:xfrm>
                <a:custGeom>
                  <a:avLst/>
                  <a:gdLst/>
                  <a:ahLst/>
                  <a:cxnLst/>
                  <a:rect l="l" t="t" r="r" b="b"/>
                  <a:pathLst>
                    <a:path w="1044" h="1043" extrusionOk="0">
                      <a:moveTo>
                        <a:pt x="522" y="0"/>
                      </a:moveTo>
                      <a:cubicBezTo>
                        <a:pt x="234" y="0"/>
                        <a:pt x="0" y="234"/>
                        <a:pt x="0" y="521"/>
                      </a:cubicBezTo>
                      <a:cubicBezTo>
                        <a:pt x="0" y="809"/>
                        <a:pt x="234" y="1043"/>
                        <a:pt x="522" y="1043"/>
                      </a:cubicBezTo>
                      <a:cubicBezTo>
                        <a:pt x="810" y="1043"/>
                        <a:pt x="1043" y="809"/>
                        <a:pt x="1043" y="521"/>
                      </a:cubicBezTo>
                      <a:cubicBezTo>
                        <a:pt x="1043" y="234"/>
                        <a:pt x="810" y="0"/>
                        <a:pt x="522"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3"/>
                <p:cNvSpPr/>
                <p:nvPr/>
              </p:nvSpPr>
              <p:spPr>
                <a:xfrm rot="-5400000">
                  <a:off x="8579226" y="3780760"/>
                  <a:ext cx="59302" cy="59245"/>
                </a:xfrm>
                <a:custGeom>
                  <a:avLst/>
                  <a:gdLst/>
                  <a:ahLst/>
                  <a:cxnLst/>
                  <a:rect l="l" t="t" r="r" b="b"/>
                  <a:pathLst>
                    <a:path w="1044" h="1043" extrusionOk="0">
                      <a:moveTo>
                        <a:pt x="522" y="0"/>
                      </a:moveTo>
                      <a:cubicBezTo>
                        <a:pt x="233" y="0"/>
                        <a:pt x="0" y="234"/>
                        <a:pt x="0" y="522"/>
                      </a:cubicBezTo>
                      <a:cubicBezTo>
                        <a:pt x="0" y="810"/>
                        <a:pt x="233" y="1043"/>
                        <a:pt x="522" y="1043"/>
                      </a:cubicBezTo>
                      <a:cubicBezTo>
                        <a:pt x="809" y="1043"/>
                        <a:pt x="1043" y="810"/>
                        <a:pt x="1043" y="522"/>
                      </a:cubicBezTo>
                      <a:cubicBezTo>
                        <a:pt x="1043" y="234"/>
                        <a:pt x="809" y="0"/>
                        <a:pt x="522"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3"/>
                <p:cNvSpPr/>
                <p:nvPr/>
              </p:nvSpPr>
              <p:spPr>
                <a:xfrm rot="-5400000">
                  <a:off x="8729869" y="3938332"/>
                  <a:ext cx="89010" cy="89066"/>
                </a:xfrm>
                <a:custGeom>
                  <a:avLst/>
                  <a:gdLst/>
                  <a:ahLst/>
                  <a:cxnLst/>
                  <a:rect l="l" t="t" r="r" b="b"/>
                  <a:pathLst>
                    <a:path w="1567" h="1568" extrusionOk="0">
                      <a:moveTo>
                        <a:pt x="784" y="1"/>
                      </a:moveTo>
                      <a:cubicBezTo>
                        <a:pt x="351" y="1"/>
                        <a:pt x="0" y="352"/>
                        <a:pt x="0" y="785"/>
                      </a:cubicBezTo>
                      <a:cubicBezTo>
                        <a:pt x="0" y="1216"/>
                        <a:pt x="351" y="1567"/>
                        <a:pt x="784" y="1567"/>
                      </a:cubicBezTo>
                      <a:cubicBezTo>
                        <a:pt x="1215" y="1567"/>
                        <a:pt x="1567" y="1216"/>
                        <a:pt x="1567" y="785"/>
                      </a:cubicBezTo>
                      <a:cubicBezTo>
                        <a:pt x="1567" y="352"/>
                        <a:pt x="1215"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3"/>
                <p:cNvSpPr/>
                <p:nvPr/>
              </p:nvSpPr>
              <p:spPr>
                <a:xfrm rot="-5400000">
                  <a:off x="8644323" y="3852788"/>
                  <a:ext cx="260099" cy="260155"/>
                </a:xfrm>
                <a:custGeom>
                  <a:avLst/>
                  <a:gdLst/>
                  <a:ahLst/>
                  <a:cxnLst/>
                  <a:rect l="l" t="t" r="r" b="b"/>
                  <a:pathLst>
                    <a:path w="4579" h="4580" extrusionOk="0">
                      <a:moveTo>
                        <a:pt x="2290" y="154"/>
                      </a:moveTo>
                      <a:cubicBezTo>
                        <a:pt x="3467" y="154"/>
                        <a:pt x="4425" y="1112"/>
                        <a:pt x="4425" y="2291"/>
                      </a:cubicBezTo>
                      <a:cubicBezTo>
                        <a:pt x="4425" y="3468"/>
                        <a:pt x="3467" y="4426"/>
                        <a:pt x="2290" y="4426"/>
                      </a:cubicBezTo>
                      <a:cubicBezTo>
                        <a:pt x="1112" y="4426"/>
                        <a:pt x="154" y="3468"/>
                        <a:pt x="154" y="2291"/>
                      </a:cubicBezTo>
                      <a:cubicBezTo>
                        <a:pt x="154" y="1112"/>
                        <a:pt x="1112" y="154"/>
                        <a:pt x="2290" y="154"/>
                      </a:cubicBezTo>
                      <a:close/>
                      <a:moveTo>
                        <a:pt x="2290" y="1"/>
                      </a:moveTo>
                      <a:cubicBezTo>
                        <a:pt x="1027" y="1"/>
                        <a:pt x="0" y="1028"/>
                        <a:pt x="0" y="2291"/>
                      </a:cubicBezTo>
                      <a:cubicBezTo>
                        <a:pt x="0" y="3552"/>
                        <a:pt x="1027" y="4579"/>
                        <a:pt x="2290" y="4579"/>
                      </a:cubicBezTo>
                      <a:cubicBezTo>
                        <a:pt x="3552" y="4579"/>
                        <a:pt x="4579" y="3552"/>
                        <a:pt x="4579" y="2291"/>
                      </a:cubicBezTo>
                      <a:cubicBezTo>
                        <a:pt x="4579" y="1028"/>
                        <a:pt x="3551"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3"/>
                <p:cNvSpPr/>
                <p:nvPr/>
              </p:nvSpPr>
              <p:spPr>
                <a:xfrm rot="-5400000">
                  <a:off x="8498509" y="4805202"/>
                  <a:ext cx="59188" cy="59245"/>
                </a:xfrm>
                <a:custGeom>
                  <a:avLst/>
                  <a:gdLst/>
                  <a:ahLst/>
                  <a:cxnLst/>
                  <a:rect l="l" t="t" r="r" b="b"/>
                  <a:pathLst>
                    <a:path w="1042" h="1043" extrusionOk="0">
                      <a:moveTo>
                        <a:pt x="522" y="0"/>
                      </a:moveTo>
                      <a:cubicBezTo>
                        <a:pt x="233" y="0"/>
                        <a:pt x="0" y="234"/>
                        <a:pt x="0" y="521"/>
                      </a:cubicBezTo>
                      <a:cubicBezTo>
                        <a:pt x="0" y="810"/>
                        <a:pt x="233" y="1043"/>
                        <a:pt x="522" y="1043"/>
                      </a:cubicBezTo>
                      <a:cubicBezTo>
                        <a:pt x="809" y="1043"/>
                        <a:pt x="1042" y="810"/>
                        <a:pt x="1042" y="521"/>
                      </a:cubicBezTo>
                      <a:cubicBezTo>
                        <a:pt x="1042" y="234"/>
                        <a:pt x="809" y="0"/>
                        <a:pt x="522"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647"/>
        <p:cNvGrpSpPr/>
        <p:nvPr/>
      </p:nvGrpSpPr>
      <p:grpSpPr>
        <a:xfrm>
          <a:off x="0" y="0"/>
          <a:ext cx="0" cy="0"/>
          <a:chOff x="0" y="0"/>
          <a:chExt cx="0" cy="0"/>
        </a:xfrm>
      </p:grpSpPr>
      <p:pic>
        <p:nvPicPr>
          <p:cNvPr id="648" name="Google Shape;648;p14"/>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grpSp>
        <p:nvGrpSpPr>
          <p:cNvPr id="649" name="Google Shape;649;p14"/>
          <p:cNvGrpSpPr/>
          <p:nvPr/>
        </p:nvGrpSpPr>
        <p:grpSpPr>
          <a:xfrm flipH="1">
            <a:off x="158650" y="120631"/>
            <a:ext cx="8822200" cy="4893515"/>
            <a:chOff x="158650" y="120631"/>
            <a:chExt cx="8822200" cy="4893515"/>
          </a:xfrm>
        </p:grpSpPr>
        <p:grpSp>
          <p:nvGrpSpPr>
            <p:cNvPr id="650" name="Google Shape;650;p14"/>
            <p:cNvGrpSpPr/>
            <p:nvPr/>
          </p:nvGrpSpPr>
          <p:grpSpPr>
            <a:xfrm>
              <a:off x="713225" y="268300"/>
              <a:ext cx="1344400" cy="271200"/>
              <a:chOff x="3686625" y="4603950"/>
              <a:chExt cx="1344400" cy="271200"/>
            </a:xfrm>
          </p:grpSpPr>
          <p:sp>
            <p:nvSpPr>
              <p:cNvPr id="651" name="Google Shape;651;p14"/>
              <p:cNvSpPr/>
              <p:nvPr/>
            </p:nvSpPr>
            <p:spPr>
              <a:xfrm rot="-5400000">
                <a:off x="36389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rot="-5400000">
                <a:off x="39310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4"/>
              <p:cNvSpPr/>
              <p:nvPr/>
            </p:nvSpPr>
            <p:spPr>
              <a:xfrm rot="-5400000">
                <a:off x="42232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4"/>
              <p:cNvSpPr/>
              <p:nvPr/>
            </p:nvSpPr>
            <p:spPr>
              <a:xfrm rot="-5400000">
                <a:off x="45153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rot="-5400000">
                <a:off x="48075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6" name="Google Shape;656;p14"/>
            <p:cNvGrpSpPr/>
            <p:nvPr/>
          </p:nvGrpSpPr>
          <p:grpSpPr>
            <a:xfrm rot="10800000" flipH="1">
              <a:off x="158650" y="3990200"/>
              <a:ext cx="2227525" cy="1023946"/>
              <a:chOff x="100325" y="234304"/>
              <a:chExt cx="2227525" cy="1023946"/>
            </a:xfrm>
          </p:grpSpPr>
          <p:sp>
            <p:nvSpPr>
              <p:cNvPr id="657" name="Google Shape;657;p14"/>
              <p:cNvSpPr/>
              <p:nvPr/>
            </p:nvSpPr>
            <p:spPr>
              <a:xfrm>
                <a:off x="243516" y="78883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4"/>
              <p:cNvSpPr/>
              <p:nvPr/>
            </p:nvSpPr>
            <p:spPr>
              <a:xfrm>
                <a:off x="100325" y="645650"/>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4"/>
              <p:cNvSpPr/>
              <p:nvPr/>
            </p:nvSpPr>
            <p:spPr>
              <a:xfrm>
                <a:off x="1910850" y="234304"/>
                <a:ext cx="417000" cy="4167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rot="-5400000">
                <a:off x="1099220" y="-68396"/>
                <a:ext cx="326396" cy="1296862"/>
              </a:xfrm>
              <a:custGeom>
                <a:avLst/>
                <a:gdLst/>
                <a:ahLst/>
                <a:cxnLst/>
                <a:rect l="l" t="t" r="r" b="b"/>
                <a:pathLst>
                  <a:path w="3704" h="14717" extrusionOk="0">
                    <a:moveTo>
                      <a:pt x="218" y="1"/>
                    </a:moveTo>
                    <a:cubicBezTo>
                      <a:pt x="168" y="1"/>
                      <a:pt x="117" y="20"/>
                      <a:pt x="79" y="59"/>
                    </a:cubicBezTo>
                    <a:cubicBezTo>
                      <a:pt x="1" y="136"/>
                      <a:pt x="1" y="261"/>
                      <a:pt x="79" y="338"/>
                    </a:cubicBezTo>
                    <a:lnTo>
                      <a:pt x="3308" y="3569"/>
                    </a:lnTo>
                    <a:lnTo>
                      <a:pt x="3308" y="14518"/>
                    </a:lnTo>
                    <a:cubicBezTo>
                      <a:pt x="3308" y="14628"/>
                      <a:pt x="3397" y="14717"/>
                      <a:pt x="3506" y="14717"/>
                    </a:cubicBezTo>
                    <a:cubicBezTo>
                      <a:pt x="3616" y="14717"/>
                      <a:pt x="3703" y="14628"/>
                      <a:pt x="3703" y="14518"/>
                    </a:cubicBezTo>
                    <a:lnTo>
                      <a:pt x="3703" y="3486"/>
                    </a:lnTo>
                    <a:cubicBezTo>
                      <a:pt x="3703" y="3434"/>
                      <a:pt x="3683" y="3383"/>
                      <a:pt x="3645" y="3347"/>
                    </a:cubicBezTo>
                    <a:lnTo>
                      <a:pt x="358" y="59"/>
                    </a:lnTo>
                    <a:cubicBezTo>
                      <a:pt x="319" y="20"/>
                      <a:pt x="269" y="1"/>
                      <a:pt x="218"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 name="Google Shape;661;p14"/>
            <p:cNvGrpSpPr/>
            <p:nvPr/>
          </p:nvGrpSpPr>
          <p:grpSpPr>
            <a:xfrm rot="-5400000">
              <a:off x="6915793" y="1339882"/>
              <a:ext cx="3284298" cy="845798"/>
              <a:chOff x="5828802" y="4297691"/>
              <a:chExt cx="3284298" cy="845798"/>
            </a:xfrm>
          </p:grpSpPr>
          <p:sp>
            <p:nvSpPr>
              <p:cNvPr id="662" name="Google Shape;662;p14"/>
              <p:cNvSpPr/>
              <p:nvPr/>
            </p:nvSpPr>
            <p:spPr>
              <a:xfrm flipH="1">
                <a:off x="6148391" y="4604000"/>
                <a:ext cx="2358631" cy="39449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8500200" y="4297691"/>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5828802" y="481708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5" name="Google Shape;665;p14"/>
            <p:cNvGrpSpPr/>
            <p:nvPr/>
          </p:nvGrpSpPr>
          <p:grpSpPr>
            <a:xfrm flipH="1">
              <a:off x="7541750" y="4351725"/>
              <a:ext cx="1439100" cy="504550"/>
              <a:chOff x="2539675" y="122850"/>
              <a:chExt cx="1439100" cy="504550"/>
            </a:xfrm>
          </p:grpSpPr>
          <p:sp>
            <p:nvSpPr>
              <p:cNvPr id="666" name="Google Shape;666;p14"/>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4"/>
              <p:cNvSpPr/>
              <p:nvPr/>
            </p:nvSpPr>
            <p:spPr>
              <a:xfrm>
                <a:off x="2539675" y="12285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68" name="Google Shape;668;p14"/>
          <p:cNvSpPr txBox="1">
            <a:spLocks noGrp="1"/>
          </p:cNvSpPr>
          <p:nvPr>
            <p:ph type="title"/>
          </p:nvPr>
        </p:nvSpPr>
        <p:spPr>
          <a:xfrm>
            <a:off x="2617350" y="2904800"/>
            <a:ext cx="5804400" cy="531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2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669" name="Google Shape;669;p14"/>
          <p:cNvSpPr txBox="1">
            <a:spLocks noGrp="1"/>
          </p:cNvSpPr>
          <p:nvPr>
            <p:ph type="subTitle" idx="1"/>
          </p:nvPr>
        </p:nvSpPr>
        <p:spPr>
          <a:xfrm>
            <a:off x="2617325" y="1706800"/>
            <a:ext cx="5804400" cy="11979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3000"/>
              <a:buNone/>
              <a:defRPr sz="22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grpSp>
        <p:nvGrpSpPr>
          <p:cNvPr id="670" name="Google Shape;670;p14"/>
          <p:cNvGrpSpPr/>
          <p:nvPr/>
        </p:nvGrpSpPr>
        <p:grpSpPr>
          <a:xfrm>
            <a:off x="165827" y="4663367"/>
            <a:ext cx="246061" cy="246063"/>
            <a:chOff x="165827" y="4663367"/>
            <a:chExt cx="246061" cy="246063"/>
          </a:xfrm>
        </p:grpSpPr>
        <p:sp>
          <p:nvSpPr>
            <p:cNvPr id="671" name="Google Shape;671;p14"/>
            <p:cNvSpPr/>
            <p:nvPr/>
          </p:nvSpPr>
          <p:spPr>
            <a:xfrm rot="10800000">
              <a:off x="352797" y="4663367"/>
              <a:ext cx="59092" cy="59092"/>
            </a:xfrm>
            <a:custGeom>
              <a:avLst/>
              <a:gdLst/>
              <a:ahLst/>
              <a:cxnLst/>
              <a:rect l="l" t="t" r="r" b="b"/>
              <a:pathLst>
                <a:path w="1085" h="1085" extrusionOk="0">
                  <a:moveTo>
                    <a:pt x="543" y="1"/>
                  </a:moveTo>
                  <a:cubicBezTo>
                    <a:pt x="244" y="1"/>
                    <a:pt x="0" y="243"/>
                    <a:pt x="0" y="542"/>
                  </a:cubicBezTo>
                  <a:cubicBezTo>
                    <a:pt x="0" y="841"/>
                    <a:pt x="244" y="1085"/>
                    <a:pt x="543" y="1085"/>
                  </a:cubicBezTo>
                  <a:cubicBezTo>
                    <a:pt x="842" y="1085"/>
                    <a:pt x="1084" y="841"/>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4"/>
            <p:cNvSpPr/>
            <p:nvPr/>
          </p:nvSpPr>
          <p:spPr>
            <a:xfrm rot="10800000">
              <a:off x="260646" y="4755518"/>
              <a:ext cx="59092" cy="59092"/>
            </a:xfrm>
            <a:custGeom>
              <a:avLst/>
              <a:gdLst/>
              <a:ahLst/>
              <a:cxnLst/>
              <a:rect l="l" t="t" r="r" b="b"/>
              <a:pathLst>
                <a:path w="1085" h="1085" extrusionOk="0">
                  <a:moveTo>
                    <a:pt x="544" y="0"/>
                  </a:moveTo>
                  <a:cubicBezTo>
                    <a:pt x="243" y="0"/>
                    <a:pt x="1" y="242"/>
                    <a:pt x="1" y="541"/>
                  </a:cubicBezTo>
                  <a:cubicBezTo>
                    <a:pt x="1" y="841"/>
                    <a:pt x="243" y="1084"/>
                    <a:pt x="544" y="1084"/>
                  </a:cubicBezTo>
                  <a:cubicBezTo>
                    <a:pt x="843" y="1084"/>
                    <a:pt x="1085" y="841"/>
                    <a:pt x="1085" y="541"/>
                  </a:cubicBezTo>
                  <a:cubicBezTo>
                    <a:pt x="1085" y="242"/>
                    <a:pt x="843" y="0"/>
                    <a:pt x="5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4"/>
            <p:cNvSpPr/>
            <p:nvPr/>
          </p:nvSpPr>
          <p:spPr>
            <a:xfrm rot="10800000">
              <a:off x="165827" y="4850338"/>
              <a:ext cx="59092" cy="59092"/>
            </a:xfrm>
            <a:custGeom>
              <a:avLst/>
              <a:gdLst/>
              <a:ahLst/>
              <a:cxnLst/>
              <a:rect l="l" t="t" r="r" b="b"/>
              <a:pathLst>
                <a:path w="1085" h="1085" extrusionOk="0">
                  <a:moveTo>
                    <a:pt x="542" y="1"/>
                  </a:moveTo>
                  <a:cubicBezTo>
                    <a:pt x="242" y="1"/>
                    <a:pt x="0" y="243"/>
                    <a:pt x="0" y="542"/>
                  </a:cubicBezTo>
                  <a:cubicBezTo>
                    <a:pt x="0" y="843"/>
                    <a:pt x="242" y="1085"/>
                    <a:pt x="542" y="1085"/>
                  </a:cubicBezTo>
                  <a:cubicBezTo>
                    <a:pt x="842" y="1085"/>
                    <a:pt x="1084" y="843"/>
                    <a:pt x="1084" y="542"/>
                  </a:cubicBezTo>
                  <a:cubicBezTo>
                    <a:pt x="1084"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4" name="Google Shape;674;p14"/>
          <p:cNvGrpSpPr/>
          <p:nvPr/>
        </p:nvGrpSpPr>
        <p:grpSpPr>
          <a:xfrm>
            <a:off x="-27205" y="105630"/>
            <a:ext cx="9003301" cy="5103537"/>
            <a:chOff x="-27205" y="105630"/>
            <a:chExt cx="9003301" cy="5103537"/>
          </a:xfrm>
        </p:grpSpPr>
        <p:sp>
          <p:nvSpPr>
            <p:cNvPr id="675" name="Google Shape;675;p14"/>
            <p:cNvSpPr/>
            <p:nvPr/>
          </p:nvSpPr>
          <p:spPr>
            <a:xfrm>
              <a:off x="7325240" y="4616081"/>
              <a:ext cx="128028" cy="127976"/>
            </a:xfrm>
            <a:custGeom>
              <a:avLst/>
              <a:gdLst/>
              <a:ahLst/>
              <a:cxnLst/>
              <a:rect l="l" t="t" r="r" b="b"/>
              <a:pathLst>
                <a:path w="2476" h="2475" extrusionOk="0">
                  <a:moveTo>
                    <a:pt x="1237" y="0"/>
                  </a:moveTo>
                  <a:cubicBezTo>
                    <a:pt x="555" y="0"/>
                    <a:pt x="1" y="555"/>
                    <a:pt x="1" y="1238"/>
                  </a:cubicBezTo>
                  <a:cubicBezTo>
                    <a:pt x="1" y="1921"/>
                    <a:pt x="555" y="2474"/>
                    <a:pt x="1237" y="2474"/>
                  </a:cubicBezTo>
                  <a:cubicBezTo>
                    <a:pt x="1921" y="2474"/>
                    <a:pt x="2475" y="1921"/>
                    <a:pt x="2475" y="1238"/>
                  </a:cubicBezTo>
                  <a:cubicBezTo>
                    <a:pt x="2475" y="555"/>
                    <a:pt x="1921" y="0"/>
                    <a:pt x="12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6" name="Google Shape;676;p14"/>
            <p:cNvGrpSpPr/>
            <p:nvPr/>
          </p:nvGrpSpPr>
          <p:grpSpPr>
            <a:xfrm>
              <a:off x="-27205" y="105630"/>
              <a:ext cx="8325142" cy="5103537"/>
              <a:chOff x="-27205" y="105630"/>
              <a:chExt cx="8325142" cy="5103537"/>
            </a:xfrm>
          </p:grpSpPr>
          <p:grpSp>
            <p:nvGrpSpPr>
              <p:cNvPr id="677" name="Google Shape;677;p14"/>
              <p:cNvGrpSpPr/>
              <p:nvPr/>
            </p:nvGrpSpPr>
            <p:grpSpPr>
              <a:xfrm>
                <a:off x="-27205" y="105630"/>
                <a:ext cx="699571" cy="4499581"/>
                <a:chOff x="-27205" y="105630"/>
                <a:chExt cx="699571" cy="4499581"/>
              </a:xfrm>
            </p:grpSpPr>
            <p:sp>
              <p:nvSpPr>
                <p:cNvPr id="678" name="Google Shape;678;p14"/>
                <p:cNvSpPr/>
                <p:nvPr/>
              </p:nvSpPr>
              <p:spPr>
                <a:xfrm rot="10800000">
                  <a:off x="-27204" y="754217"/>
                  <a:ext cx="535312" cy="164586"/>
                </a:xfrm>
                <a:custGeom>
                  <a:avLst/>
                  <a:gdLst/>
                  <a:ahLst/>
                  <a:cxnLst/>
                  <a:rect l="l" t="t" r="r" b="b"/>
                  <a:pathLst>
                    <a:path w="9829" h="3022" extrusionOk="0">
                      <a:moveTo>
                        <a:pt x="1238" y="1"/>
                      </a:moveTo>
                      <a:cubicBezTo>
                        <a:pt x="555" y="1"/>
                        <a:pt x="0" y="555"/>
                        <a:pt x="0" y="1239"/>
                      </a:cubicBezTo>
                      <a:cubicBezTo>
                        <a:pt x="0" y="1922"/>
                        <a:pt x="555" y="2475"/>
                        <a:pt x="1238" y="2475"/>
                      </a:cubicBezTo>
                      <a:cubicBezTo>
                        <a:pt x="1512" y="2475"/>
                        <a:pt x="1764" y="2383"/>
                        <a:pt x="1968" y="2232"/>
                      </a:cubicBezTo>
                      <a:lnTo>
                        <a:pt x="2713" y="2976"/>
                      </a:lnTo>
                      <a:cubicBezTo>
                        <a:pt x="2742" y="3005"/>
                        <a:pt x="2781" y="3021"/>
                        <a:pt x="2822" y="3021"/>
                      </a:cubicBezTo>
                      <a:lnTo>
                        <a:pt x="4763" y="3021"/>
                      </a:lnTo>
                      <a:cubicBezTo>
                        <a:pt x="4804" y="3021"/>
                        <a:pt x="4843" y="3005"/>
                        <a:pt x="4872" y="2976"/>
                      </a:cubicBezTo>
                      <a:lnTo>
                        <a:pt x="6539" y="1310"/>
                      </a:lnTo>
                      <a:lnTo>
                        <a:pt x="9675" y="1310"/>
                      </a:lnTo>
                      <a:cubicBezTo>
                        <a:pt x="9760" y="1310"/>
                        <a:pt x="9829" y="1241"/>
                        <a:pt x="9829" y="1156"/>
                      </a:cubicBezTo>
                      <a:cubicBezTo>
                        <a:pt x="9829" y="1071"/>
                        <a:pt x="9760" y="1002"/>
                        <a:pt x="9675" y="1002"/>
                      </a:cubicBezTo>
                      <a:lnTo>
                        <a:pt x="6475" y="1002"/>
                      </a:lnTo>
                      <a:cubicBezTo>
                        <a:pt x="6435" y="1002"/>
                        <a:pt x="6394" y="1019"/>
                        <a:pt x="6366" y="1047"/>
                      </a:cubicBezTo>
                      <a:lnTo>
                        <a:pt x="4700" y="2714"/>
                      </a:lnTo>
                      <a:lnTo>
                        <a:pt x="2885" y="2714"/>
                      </a:lnTo>
                      <a:lnTo>
                        <a:pt x="2191" y="2019"/>
                      </a:lnTo>
                      <a:cubicBezTo>
                        <a:pt x="2366" y="1805"/>
                        <a:pt x="2476" y="1535"/>
                        <a:pt x="2476" y="1239"/>
                      </a:cubicBezTo>
                      <a:cubicBezTo>
                        <a:pt x="2476" y="555"/>
                        <a:pt x="1921" y="1"/>
                        <a:pt x="123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4"/>
                <p:cNvSpPr/>
                <p:nvPr/>
              </p:nvSpPr>
              <p:spPr>
                <a:xfrm rot="10800000">
                  <a:off x="412254" y="822894"/>
                  <a:ext cx="56859" cy="56859"/>
                </a:xfrm>
                <a:custGeom>
                  <a:avLst/>
                  <a:gdLst/>
                  <a:ahLst/>
                  <a:cxnLst/>
                  <a:rect l="l" t="t" r="r" b="b"/>
                  <a:pathLst>
                    <a:path w="1044" h="1044" extrusionOk="0">
                      <a:moveTo>
                        <a:pt x="522" y="0"/>
                      </a:moveTo>
                      <a:cubicBezTo>
                        <a:pt x="233" y="0"/>
                        <a:pt x="0" y="234"/>
                        <a:pt x="0" y="522"/>
                      </a:cubicBezTo>
                      <a:cubicBezTo>
                        <a:pt x="0" y="809"/>
                        <a:pt x="235" y="1043"/>
                        <a:pt x="522" y="1043"/>
                      </a:cubicBezTo>
                      <a:cubicBezTo>
                        <a:pt x="809" y="1043"/>
                        <a:pt x="1043" y="809"/>
                        <a:pt x="1043" y="522"/>
                      </a:cubicBezTo>
                      <a:cubicBezTo>
                        <a:pt x="1043"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4"/>
                <p:cNvSpPr/>
                <p:nvPr/>
              </p:nvSpPr>
              <p:spPr>
                <a:xfrm rot="10800000">
                  <a:off x="-27205" y="1637231"/>
                  <a:ext cx="699571" cy="217196"/>
                </a:xfrm>
                <a:custGeom>
                  <a:avLst/>
                  <a:gdLst/>
                  <a:ahLst/>
                  <a:cxnLst/>
                  <a:rect l="l" t="t" r="r" b="b"/>
                  <a:pathLst>
                    <a:path w="12845" h="3988" extrusionOk="0">
                      <a:moveTo>
                        <a:pt x="4160" y="0"/>
                      </a:moveTo>
                      <a:cubicBezTo>
                        <a:pt x="4119" y="0"/>
                        <a:pt x="4080" y="16"/>
                        <a:pt x="4052" y="45"/>
                      </a:cubicBezTo>
                      <a:lnTo>
                        <a:pt x="2161" y="1934"/>
                      </a:lnTo>
                      <a:cubicBezTo>
                        <a:pt x="1934" y="1678"/>
                        <a:pt x="1607" y="1514"/>
                        <a:pt x="1238" y="1514"/>
                      </a:cubicBezTo>
                      <a:cubicBezTo>
                        <a:pt x="555" y="1514"/>
                        <a:pt x="0" y="2068"/>
                        <a:pt x="0" y="2751"/>
                      </a:cubicBezTo>
                      <a:cubicBezTo>
                        <a:pt x="0" y="3435"/>
                        <a:pt x="555" y="3988"/>
                        <a:pt x="1238" y="3988"/>
                      </a:cubicBezTo>
                      <a:cubicBezTo>
                        <a:pt x="1921" y="3988"/>
                        <a:pt x="2476" y="3435"/>
                        <a:pt x="2476" y="2751"/>
                      </a:cubicBezTo>
                      <a:cubicBezTo>
                        <a:pt x="2476" y="2549"/>
                        <a:pt x="2423" y="2362"/>
                        <a:pt x="2338" y="2193"/>
                      </a:cubicBezTo>
                      <a:lnTo>
                        <a:pt x="4223" y="308"/>
                      </a:lnTo>
                      <a:lnTo>
                        <a:pt x="12691" y="308"/>
                      </a:lnTo>
                      <a:cubicBezTo>
                        <a:pt x="12776" y="308"/>
                        <a:pt x="12845" y="239"/>
                        <a:pt x="12845" y="154"/>
                      </a:cubicBezTo>
                      <a:cubicBezTo>
                        <a:pt x="12845" y="69"/>
                        <a:pt x="12776" y="0"/>
                        <a:pt x="12691"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4"/>
                <p:cNvSpPr/>
                <p:nvPr/>
              </p:nvSpPr>
              <p:spPr>
                <a:xfrm rot="10800000">
                  <a:off x="576512" y="1676225"/>
                  <a:ext cx="56859" cy="56804"/>
                </a:xfrm>
                <a:custGeom>
                  <a:avLst/>
                  <a:gdLst/>
                  <a:ahLst/>
                  <a:cxnLst/>
                  <a:rect l="l" t="t" r="r" b="b"/>
                  <a:pathLst>
                    <a:path w="1044" h="1043" extrusionOk="0">
                      <a:moveTo>
                        <a:pt x="522" y="1"/>
                      </a:moveTo>
                      <a:cubicBezTo>
                        <a:pt x="235" y="1"/>
                        <a:pt x="1" y="234"/>
                        <a:pt x="1" y="522"/>
                      </a:cubicBezTo>
                      <a:cubicBezTo>
                        <a:pt x="1" y="810"/>
                        <a:pt x="235" y="1042"/>
                        <a:pt x="522" y="1042"/>
                      </a:cubicBezTo>
                      <a:cubicBezTo>
                        <a:pt x="811" y="1042"/>
                        <a:pt x="1043" y="810"/>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4"/>
                <p:cNvSpPr/>
                <p:nvPr/>
              </p:nvSpPr>
              <p:spPr>
                <a:xfrm rot="10800000">
                  <a:off x="-27204" y="2160837"/>
                  <a:ext cx="632146" cy="285928"/>
                </a:xfrm>
                <a:custGeom>
                  <a:avLst/>
                  <a:gdLst/>
                  <a:ahLst/>
                  <a:cxnLst/>
                  <a:rect l="l" t="t" r="r" b="b"/>
                  <a:pathLst>
                    <a:path w="11607" h="5250" extrusionOk="0">
                      <a:moveTo>
                        <a:pt x="7737" y="0"/>
                      </a:moveTo>
                      <a:cubicBezTo>
                        <a:pt x="7697" y="0"/>
                        <a:pt x="7658" y="16"/>
                        <a:pt x="7629" y="45"/>
                      </a:cubicBezTo>
                      <a:lnTo>
                        <a:pt x="6105" y="1569"/>
                      </a:lnTo>
                      <a:lnTo>
                        <a:pt x="3503" y="1569"/>
                      </a:lnTo>
                      <a:cubicBezTo>
                        <a:pt x="3462" y="1569"/>
                        <a:pt x="3422" y="1584"/>
                        <a:pt x="3394" y="1614"/>
                      </a:cubicBezTo>
                      <a:lnTo>
                        <a:pt x="1980" y="3028"/>
                      </a:lnTo>
                      <a:cubicBezTo>
                        <a:pt x="1772" y="2871"/>
                        <a:pt x="1517" y="2775"/>
                        <a:pt x="1237" y="2775"/>
                      </a:cubicBezTo>
                      <a:cubicBezTo>
                        <a:pt x="553" y="2775"/>
                        <a:pt x="0" y="3328"/>
                        <a:pt x="0" y="4011"/>
                      </a:cubicBezTo>
                      <a:cubicBezTo>
                        <a:pt x="0" y="4695"/>
                        <a:pt x="553" y="5249"/>
                        <a:pt x="1237" y="5249"/>
                      </a:cubicBezTo>
                      <a:cubicBezTo>
                        <a:pt x="1920" y="5249"/>
                        <a:pt x="2474" y="4695"/>
                        <a:pt x="2474" y="4011"/>
                      </a:cubicBezTo>
                      <a:cubicBezTo>
                        <a:pt x="2474" y="3719"/>
                        <a:pt x="2369" y="3455"/>
                        <a:pt x="2199" y="3243"/>
                      </a:cubicBezTo>
                      <a:lnTo>
                        <a:pt x="3567" y="1876"/>
                      </a:lnTo>
                      <a:lnTo>
                        <a:pt x="6169" y="1876"/>
                      </a:lnTo>
                      <a:cubicBezTo>
                        <a:pt x="6209" y="1876"/>
                        <a:pt x="6248" y="1860"/>
                        <a:pt x="6277" y="1831"/>
                      </a:cubicBezTo>
                      <a:lnTo>
                        <a:pt x="7801" y="308"/>
                      </a:lnTo>
                      <a:lnTo>
                        <a:pt x="11453" y="308"/>
                      </a:lnTo>
                      <a:cubicBezTo>
                        <a:pt x="11538" y="308"/>
                        <a:pt x="11607" y="239"/>
                        <a:pt x="11607" y="154"/>
                      </a:cubicBezTo>
                      <a:cubicBezTo>
                        <a:pt x="11607" y="69"/>
                        <a:pt x="11538" y="0"/>
                        <a:pt x="11453"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4"/>
                <p:cNvSpPr/>
                <p:nvPr/>
              </p:nvSpPr>
              <p:spPr>
                <a:xfrm rot="10800000">
                  <a:off x="509197" y="2199886"/>
                  <a:ext cx="56750" cy="56750"/>
                </a:xfrm>
                <a:custGeom>
                  <a:avLst/>
                  <a:gdLst/>
                  <a:ahLst/>
                  <a:cxnLst/>
                  <a:rect l="l" t="t" r="r" b="b"/>
                  <a:pathLst>
                    <a:path w="1042" h="1042" extrusionOk="0">
                      <a:moveTo>
                        <a:pt x="522" y="0"/>
                      </a:moveTo>
                      <a:cubicBezTo>
                        <a:pt x="233" y="0"/>
                        <a:pt x="0" y="233"/>
                        <a:pt x="0" y="520"/>
                      </a:cubicBezTo>
                      <a:cubicBezTo>
                        <a:pt x="0" y="809"/>
                        <a:pt x="233" y="1042"/>
                        <a:pt x="522" y="1042"/>
                      </a:cubicBezTo>
                      <a:cubicBezTo>
                        <a:pt x="809" y="1042"/>
                        <a:pt x="1042" y="809"/>
                        <a:pt x="1042" y="520"/>
                      </a:cubicBezTo>
                      <a:cubicBezTo>
                        <a:pt x="1042"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4"/>
                <p:cNvSpPr/>
                <p:nvPr/>
              </p:nvSpPr>
              <p:spPr>
                <a:xfrm rot="10800000">
                  <a:off x="162291" y="187650"/>
                  <a:ext cx="85288" cy="85343"/>
                </a:xfrm>
                <a:custGeom>
                  <a:avLst/>
                  <a:gdLst/>
                  <a:ahLst/>
                  <a:cxnLst/>
                  <a:rect l="l" t="t" r="r" b="b"/>
                  <a:pathLst>
                    <a:path w="1566" h="1567" extrusionOk="0">
                      <a:moveTo>
                        <a:pt x="783" y="0"/>
                      </a:moveTo>
                      <a:cubicBezTo>
                        <a:pt x="350" y="0"/>
                        <a:pt x="0" y="351"/>
                        <a:pt x="0" y="783"/>
                      </a:cubicBezTo>
                      <a:cubicBezTo>
                        <a:pt x="0" y="1216"/>
                        <a:pt x="350" y="1567"/>
                        <a:pt x="783" y="1567"/>
                      </a:cubicBezTo>
                      <a:cubicBezTo>
                        <a:pt x="1216" y="1567"/>
                        <a:pt x="1566" y="1216"/>
                        <a:pt x="1566" y="783"/>
                      </a:cubicBezTo>
                      <a:cubicBezTo>
                        <a:pt x="1566" y="351"/>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4"/>
                <p:cNvSpPr/>
                <p:nvPr/>
              </p:nvSpPr>
              <p:spPr>
                <a:xfrm rot="10800000">
                  <a:off x="80216" y="105630"/>
                  <a:ext cx="249384" cy="249384"/>
                </a:xfrm>
                <a:custGeom>
                  <a:avLst/>
                  <a:gdLst/>
                  <a:ahLst/>
                  <a:cxnLst/>
                  <a:rect l="l" t="t" r="r" b="b"/>
                  <a:pathLst>
                    <a:path w="4579" h="4579" extrusionOk="0">
                      <a:moveTo>
                        <a:pt x="2289" y="154"/>
                      </a:moveTo>
                      <a:cubicBezTo>
                        <a:pt x="3466" y="154"/>
                        <a:pt x="4425" y="1111"/>
                        <a:pt x="4425" y="2289"/>
                      </a:cubicBezTo>
                      <a:cubicBezTo>
                        <a:pt x="4425" y="3468"/>
                        <a:pt x="3466" y="4425"/>
                        <a:pt x="2289" y="4425"/>
                      </a:cubicBezTo>
                      <a:cubicBezTo>
                        <a:pt x="1112" y="4425"/>
                        <a:pt x="154" y="3466"/>
                        <a:pt x="154" y="2289"/>
                      </a:cubicBezTo>
                      <a:cubicBezTo>
                        <a:pt x="154" y="1111"/>
                        <a:pt x="1112" y="154"/>
                        <a:pt x="2289" y="154"/>
                      </a:cubicBezTo>
                      <a:close/>
                      <a:moveTo>
                        <a:pt x="2289" y="0"/>
                      </a:moveTo>
                      <a:cubicBezTo>
                        <a:pt x="1026" y="0"/>
                        <a:pt x="0" y="1027"/>
                        <a:pt x="0" y="2289"/>
                      </a:cubicBezTo>
                      <a:cubicBezTo>
                        <a:pt x="0" y="3551"/>
                        <a:pt x="1026" y="4579"/>
                        <a:pt x="2289" y="4579"/>
                      </a:cubicBezTo>
                      <a:cubicBezTo>
                        <a:pt x="3552" y="4579"/>
                        <a:pt x="4579" y="3551"/>
                        <a:pt x="4579" y="2289"/>
                      </a:cubicBezTo>
                      <a:cubicBezTo>
                        <a:pt x="4579" y="1027"/>
                        <a:pt x="3552"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4"/>
                <p:cNvSpPr/>
                <p:nvPr/>
              </p:nvSpPr>
              <p:spPr>
                <a:xfrm rot="10800000">
                  <a:off x="258099" y="490136"/>
                  <a:ext cx="128967" cy="128967"/>
                </a:xfrm>
                <a:custGeom>
                  <a:avLst/>
                  <a:gdLst/>
                  <a:ahLst/>
                  <a:cxnLst/>
                  <a:rect l="l" t="t" r="r" b="b"/>
                  <a:pathLst>
                    <a:path w="2368" h="2368" extrusionOk="0">
                      <a:moveTo>
                        <a:pt x="1184" y="154"/>
                      </a:moveTo>
                      <a:cubicBezTo>
                        <a:pt x="1751" y="154"/>
                        <a:pt x="2214" y="616"/>
                        <a:pt x="2214" y="1184"/>
                      </a:cubicBezTo>
                      <a:cubicBezTo>
                        <a:pt x="2214" y="1751"/>
                        <a:pt x="1751" y="2213"/>
                        <a:pt x="1184" y="2213"/>
                      </a:cubicBezTo>
                      <a:cubicBezTo>
                        <a:pt x="617" y="2213"/>
                        <a:pt x="156" y="1751"/>
                        <a:pt x="156" y="1184"/>
                      </a:cubicBezTo>
                      <a:cubicBezTo>
                        <a:pt x="156" y="616"/>
                        <a:pt x="617" y="154"/>
                        <a:pt x="1184" y="154"/>
                      </a:cubicBezTo>
                      <a:close/>
                      <a:moveTo>
                        <a:pt x="1184" y="0"/>
                      </a:moveTo>
                      <a:cubicBezTo>
                        <a:pt x="531" y="0"/>
                        <a:pt x="1" y="531"/>
                        <a:pt x="1" y="1184"/>
                      </a:cubicBezTo>
                      <a:cubicBezTo>
                        <a:pt x="1" y="1836"/>
                        <a:pt x="531" y="2367"/>
                        <a:pt x="1184" y="2367"/>
                      </a:cubicBezTo>
                      <a:cubicBezTo>
                        <a:pt x="1837" y="2367"/>
                        <a:pt x="2367" y="1836"/>
                        <a:pt x="2367" y="1184"/>
                      </a:cubicBezTo>
                      <a:cubicBezTo>
                        <a:pt x="2367" y="531"/>
                        <a:pt x="1837" y="0"/>
                        <a:pt x="1184"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4"/>
                <p:cNvSpPr/>
                <p:nvPr/>
              </p:nvSpPr>
              <p:spPr>
                <a:xfrm rot="10800000">
                  <a:off x="-27204" y="2727314"/>
                  <a:ext cx="535312" cy="164586"/>
                </a:xfrm>
                <a:custGeom>
                  <a:avLst/>
                  <a:gdLst/>
                  <a:ahLst/>
                  <a:cxnLst/>
                  <a:rect l="l" t="t" r="r" b="b"/>
                  <a:pathLst>
                    <a:path w="9829" h="3022" extrusionOk="0">
                      <a:moveTo>
                        <a:pt x="1238" y="1"/>
                      </a:moveTo>
                      <a:cubicBezTo>
                        <a:pt x="555" y="1"/>
                        <a:pt x="0" y="555"/>
                        <a:pt x="0" y="1239"/>
                      </a:cubicBezTo>
                      <a:cubicBezTo>
                        <a:pt x="0" y="1922"/>
                        <a:pt x="555" y="2475"/>
                        <a:pt x="1238" y="2475"/>
                      </a:cubicBezTo>
                      <a:cubicBezTo>
                        <a:pt x="1512" y="2475"/>
                        <a:pt x="1764" y="2383"/>
                        <a:pt x="1968" y="2232"/>
                      </a:cubicBezTo>
                      <a:lnTo>
                        <a:pt x="2713" y="2976"/>
                      </a:lnTo>
                      <a:cubicBezTo>
                        <a:pt x="2742" y="3005"/>
                        <a:pt x="2781" y="3021"/>
                        <a:pt x="2822" y="3021"/>
                      </a:cubicBezTo>
                      <a:lnTo>
                        <a:pt x="4763" y="3021"/>
                      </a:lnTo>
                      <a:cubicBezTo>
                        <a:pt x="4804" y="3021"/>
                        <a:pt x="4843" y="3005"/>
                        <a:pt x="4872" y="2976"/>
                      </a:cubicBezTo>
                      <a:lnTo>
                        <a:pt x="6539" y="1310"/>
                      </a:lnTo>
                      <a:lnTo>
                        <a:pt x="9675" y="1310"/>
                      </a:lnTo>
                      <a:cubicBezTo>
                        <a:pt x="9760" y="1310"/>
                        <a:pt x="9829" y="1241"/>
                        <a:pt x="9829" y="1156"/>
                      </a:cubicBezTo>
                      <a:cubicBezTo>
                        <a:pt x="9829" y="1071"/>
                        <a:pt x="9760" y="1002"/>
                        <a:pt x="9675" y="1002"/>
                      </a:cubicBezTo>
                      <a:lnTo>
                        <a:pt x="6475" y="1002"/>
                      </a:lnTo>
                      <a:cubicBezTo>
                        <a:pt x="6435" y="1002"/>
                        <a:pt x="6394" y="1019"/>
                        <a:pt x="6366" y="1047"/>
                      </a:cubicBezTo>
                      <a:lnTo>
                        <a:pt x="4700" y="2714"/>
                      </a:lnTo>
                      <a:lnTo>
                        <a:pt x="2885" y="2714"/>
                      </a:lnTo>
                      <a:lnTo>
                        <a:pt x="2191" y="2019"/>
                      </a:lnTo>
                      <a:cubicBezTo>
                        <a:pt x="2366" y="1805"/>
                        <a:pt x="2476" y="1535"/>
                        <a:pt x="2476" y="1239"/>
                      </a:cubicBezTo>
                      <a:cubicBezTo>
                        <a:pt x="2476" y="555"/>
                        <a:pt x="1921" y="1"/>
                        <a:pt x="123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4"/>
                <p:cNvSpPr/>
                <p:nvPr/>
              </p:nvSpPr>
              <p:spPr>
                <a:xfrm rot="10800000">
                  <a:off x="412254" y="2795991"/>
                  <a:ext cx="56859" cy="56859"/>
                </a:xfrm>
                <a:custGeom>
                  <a:avLst/>
                  <a:gdLst/>
                  <a:ahLst/>
                  <a:cxnLst/>
                  <a:rect l="l" t="t" r="r" b="b"/>
                  <a:pathLst>
                    <a:path w="1044" h="1044" extrusionOk="0">
                      <a:moveTo>
                        <a:pt x="522" y="0"/>
                      </a:moveTo>
                      <a:cubicBezTo>
                        <a:pt x="233" y="0"/>
                        <a:pt x="0" y="234"/>
                        <a:pt x="0" y="522"/>
                      </a:cubicBezTo>
                      <a:cubicBezTo>
                        <a:pt x="0" y="809"/>
                        <a:pt x="235" y="1043"/>
                        <a:pt x="522" y="1043"/>
                      </a:cubicBezTo>
                      <a:cubicBezTo>
                        <a:pt x="809" y="1043"/>
                        <a:pt x="1043" y="809"/>
                        <a:pt x="1043" y="522"/>
                      </a:cubicBezTo>
                      <a:cubicBezTo>
                        <a:pt x="1043"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4"/>
                <p:cNvSpPr/>
                <p:nvPr/>
              </p:nvSpPr>
              <p:spPr>
                <a:xfrm rot="10800000">
                  <a:off x="-27205" y="3357382"/>
                  <a:ext cx="699571" cy="217196"/>
                </a:xfrm>
                <a:custGeom>
                  <a:avLst/>
                  <a:gdLst/>
                  <a:ahLst/>
                  <a:cxnLst/>
                  <a:rect l="l" t="t" r="r" b="b"/>
                  <a:pathLst>
                    <a:path w="12845" h="3988" extrusionOk="0">
                      <a:moveTo>
                        <a:pt x="4160" y="0"/>
                      </a:moveTo>
                      <a:cubicBezTo>
                        <a:pt x="4119" y="0"/>
                        <a:pt x="4080" y="16"/>
                        <a:pt x="4052" y="45"/>
                      </a:cubicBezTo>
                      <a:lnTo>
                        <a:pt x="2161" y="1934"/>
                      </a:lnTo>
                      <a:cubicBezTo>
                        <a:pt x="1934" y="1678"/>
                        <a:pt x="1607" y="1514"/>
                        <a:pt x="1238" y="1514"/>
                      </a:cubicBezTo>
                      <a:cubicBezTo>
                        <a:pt x="555" y="1514"/>
                        <a:pt x="0" y="2068"/>
                        <a:pt x="0" y="2751"/>
                      </a:cubicBezTo>
                      <a:cubicBezTo>
                        <a:pt x="0" y="3435"/>
                        <a:pt x="555" y="3988"/>
                        <a:pt x="1238" y="3988"/>
                      </a:cubicBezTo>
                      <a:cubicBezTo>
                        <a:pt x="1921" y="3988"/>
                        <a:pt x="2476" y="3435"/>
                        <a:pt x="2476" y="2751"/>
                      </a:cubicBezTo>
                      <a:cubicBezTo>
                        <a:pt x="2476" y="2549"/>
                        <a:pt x="2423" y="2362"/>
                        <a:pt x="2338" y="2193"/>
                      </a:cubicBezTo>
                      <a:lnTo>
                        <a:pt x="4223" y="308"/>
                      </a:lnTo>
                      <a:lnTo>
                        <a:pt x="12691" y="308"/>
                      </a:lnTo>
                      <a:cubicBezTo>
                        <a:pt x="12776" y="308"/>
                        <a:pt x="12845" y="239"/>
                        <a:pt x="12845" y="154"/>
                      </a:cubicBezTo>
                      <a:cubicBezTo>
                        <a:pt x="12845" y="69"/>
                        <a:pt x="12776" y="0"/>
                        <a:pt x="12691"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4"/>
                <p:cNvSpPr/>
                <p:nvPr/>
              </p:nvSpPr>
              <p:spPr>
                <a:xfrm rot="10800000">
                  <a:off x="576512" y="3396377"/>
                  <a:ext cx="56859" cy="56804"/>
                </a:xfrm>
                <a:custGeom>
                  <a:avLst/>
                  <a:gdLst/>
                  <a:ahLst/>
                  <a:cxnLst/>
                  <a:rect l="l" t="t" r="r" b="b"/>
                  <a:pathLst>
                    <a:path w="1044" h="1043" extrusionOk="0">
                      <a:moveTo>
                        <a:pt x="522" y="1"/>
                      </a:moveTo>
                      <a:cubicBezTo>
                        <a:pt x="235" y="1"/>
                        <a:pt x="1" y="234"/>
                        <a:pt x="1" y="522"/>
                      </a:cubicBezTo>
                      <a:cubicBezTo>
                        <a:pt x="1" y="810"/>
                        <a:pt x="235" y="1042"/>
                        <a:pt x="522" y="1042"/>
                      </a:cubicBezTo>
                      <a:cubicBezTo>
                        <a:pt x="811" y="1042"/>
                        <a:pt x="1043" y="810"/>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4"/>
                <p:cNvSpPr/>
                <p:nvPr/>
              </p:nvSpPr>
              <p:spPr>
                <a:xfrm rot="10800000">
                  <a:off x="-27204" y="3880989"/>
                  <a:ext cx="632146" cy="285928"/>
                </a:xfrm>
                <a:custGeom>
                  <a:avLst/>
                  <a:gdLst/>
                  <a:ahLst/>
                  <a:cxnLst/>
                  <a:rect l="l" t="t" r="r" b="b"/>
                  <a:pathLst>
                    <a:path w="11607" h="5250" extrusionOk="0">
                      <a:moveTo>
                        <a:pt x="7737" y="0"/>
                      </a:moveTo>
                      <a:cubicBezTo>
                        <a:pt x="7697" y="0"/>
                        <a:pt x="7658" y="16"/>
                        <a:pt x="7629" y="45"/>
                      </a:cubicBezTo>
                      <a:lnTo>
                        <a:pt x="6105" y="1569"/>
                      </a:lnTo>
                      <a:lnTo>
                        <a:pt x="3503" y="1569"/>
                      </a:lnTo>
                      <a:cubicBezTo>
                        <a:pt x="3462" y="1569"/>
                        <a:pt x="3422" y="1584"/>
                        <a:pt x="3394" y="1614"/>
                      </a:cubicBezTo>
                      <a:lnTo>
                        <a:pt x="1980" y="3028"/>
                      </a:lnTo>
                      <a:cubicBezTo>
                        <a:pt x="1772" y="2871"/>
                        <a:pt x="1517" y="2775"/>
                        <a:pt x="1237" y="2775"/>
                      </a:cubicBezTo>
                      <a:cubicBezTo>
                        <a:pt x="553" y="2775"/>
                        <a:pt x="0" y="3328"/>
                        <a:pt x="0" y="4011"/>
                      </a:cubicBezTo>
                      <a:cubicBezTo>
                        <a:pt x="0" y="4695"/>
                        <a:pt x="553" y="5249"/>
                        <a:pt x="1237" y="5249"/>
                      </a:cubicBezTo>
                      <a:cubicBezTo>
                        <a:pt x="1920" y="5249"/>
                        <a:pt x="2474" y="4695"/>
                        <a:pt x="2474" y="4011"/>
                      </a:cubicBezTo>
                      <a:cubicBezTo>
                        <a:pt x="2474" y="3719"/>
                        <a:pt x="2369" y="3455"/>
                        <a:pt x="2199" y="3243"/>
                      </a:cubicBezTo>
                      <a:lnTo>
                        <a:pt x="3567" y="1876"/>
                      </a:lnTo>
                      <a:lnTo>
                        <a:pt x="6169" y="1876"/>
                      </a:lnTo>
                      <a:cubicBezTo>
                        <a:pt x="6209" y="1876"/>
                        <a:pt x="6248" y="1860"/>
                        <a:pt x="6277" y="1831"/>
                      </a:cubicBezTo>
                      <a:lnTo>
                        <a:pt x="7801" y="308"/>
                      </a:lnTo>
                      <a:lnTo>
                        <a:pt x="11453" y="308"/>
                      </a:lnTo>
                      <a:cubicBezTo>
                        <a:pt x="11538" y="308"/>
                        <a:pt x="11607" y="239"/>
                        <a:pt x="11607" y="154"/>
                      </a:cubicBezTo>
                      <a:cubicBezTo>
                        <a:pt x="11607" y="69"/>
                        <a:pt x="11538" y="0"/>
                        <a:pt x="11453"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4"/>
                <p:cNvSpPr/>
                <p:nvPr/>
              </p:nvSpPr>
              <p:spPr>
                <a:xfrm rot="10800000">
                  <a:off x="509197" y="3920037"/>
                  <a:ext cx="56750" cy="56750"/>
                </a:xfrm>
                <a:custGeom>
                  <a:avLst/>
                  <a:gdLst/>
                  <a:ahLst/>
                  <a:cxnLst/>
                  <a:rect l="l" t="t" r="r" b="b"/>
                  <a:pathLst>
                    <a:path w="1042" h="1042" extrusionOk="0">
                      <a:moveTo>
                        <a:pt x="522" y="0"/>
                      </a:moveTo>
                      <a:cubicBezTo>
                        <a:pt x="233" y="0"/>
                        <a:pt x="0" y="233"/>
                        <a:pt x="0" y="520"/>
                      </a:cubicBezTo>
                      <a:cubicBezTo>
                        <a:pt x="0" y="809"/>
                        <a:pt x="233" y="1042"/>
                        <a:pt x="522" y="1042"/>
                      </a:cubicBezTo>
                      <a:cubicBezTo>
                        <a:pt x="809" y="1042"/>
                        <a:pt x="1042" y="809"/>
                        <a:pt x="1042" y="520"/>
                      </a:cubicBezTo>
                      <a:cubicBezTo>
                        <a:pt x="1042"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4"/>
                <p:cNvSpPr/>
                <p:nvPr/>
              </p:nvSpPr>
              <p:spPr>
                <a:xfrm rot="10800000">
                  <a:off x="463750" y="4476244"/>
                  <a:ext cx="128967" cy="128967"/>
                </a:xfrm>
                <a:custGeom>
                  <a:avLst/>
                  <a:gdLst/>
                  <a:ahLst/>
                  <a:cxnLst/>
                  <a:rect l="l" t="t" r="r" b="b"/>
                  <a:pathLst>
                    <a:path w="2368" h="2368" extrusionOk="0">
                      <a:moveTo>
                        <a:pt x="1184" y="154"/>
                      </a:moveTo>
                      <a:cubicBezTo>
                        <a:pt x="1751" y="154"/>
                        <a:pt x="2214" y="617"/>
                        <a:pt x="2214" y="1184"/>
                      </a:cubicBezTo>
                      <a:cubicBezTo>
                        <a:pt x="2214" y="1751"/>
                        <a:pt x="1751" y="2212"/>
                        <a:pt x="1184" y="2212"/>
                      </a:cubicBezTo>
                      <a:cubicBezTo>
                        <a:pt x="616" y="2212"/>
                        <a:pt x="155" y="1751"/>
                        <a:pt x="155" y="1184"/>
                      </a:cubicBezTo>
                      <a:cubicBezTo>
                        <a:pt x="155" y="617"/>
                        <a:pt x="616" y="154"/>
                        <a:pt x="1184" y="154"/>
                      </a:cubicBezTo>
                      <a:close/>
                      <a:moveTo>
                        <a:pt x="1184" y="1"/>
                      </a:moveTo>
                      <a:cubicBezTo>
                        <a:pt x="531" y="1"/>
                        <a:pt x="0" y="531"/>
                        <a:pt x="0" y="1184"/>
                      </a:cubicBezTo>
                      <a:cubicBezTo>
                        <a:pt x="0" y="1837"/>
                        <a:pt x="531" y="2367"/>
                        <a:pt x="1184" y="2367"/>
                      </a:cubicBezTo>
                      <a:cubicBezTo>
                        <a:pt x="1836" y="2367"/>
                        <a:pt x="2367" y="1837"/>
                        <a:pt x="2367" y="1184"/>
                      </a:cubicBezTo>
                      <a:cubicBezTo>
                        <a:pt x="2367" y="531"/>
                        <a:pt x="1836" y="1"/>
                        <a:pt x="118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4" name="Google Shape;694;p14"/>
              <p:cNvGrpSpPr/>
              <p:nvPr/>
            </p:nvGrpSpPr>
            <p:grpSpPr>
              <a:xfrm>
                <a:off x="6021478" y="4521142"/>
                <a:ext cx="2276459" cy="688025"/>
                <a:chOff x="6021478" y="4521142"/>
                <a:chExt cx="2276459" cy="688025"/>
              </a:xfrm>
            </p:grpSpPr>
            <p:sp>
              <p:nvSpPr>
                <p:cNvPr id="695" name="Google Shape;695;p14"/>
                <p:cNvSpPr/>
                <p:nvPr/>
              </p:nvSpPr>
              <p:spPr>
                <a:xfrm>
                  <a:off x="7392617" y="4671306"/>
                  <a:ext cx="92712" cy="537861"/>
                </a:xfrm>
                <a:custGeom>
                  <a:avLst/>
                  <a:gdLst/>
                  <a:ahLst/>
                  <a:cxnLst/>
                  <a:rect l="l" t="t" r="r" b="b"/>
                  <a:pathLst>
                    <a:path w="1793" h="10402" extrusionOk="0">
                      <a:moveTo>
                        <a:pt x="1639" y="10402"/>
                      </a:moveTo>
                      <a:cubicBezTo>
                        <a:pt x="1554" y="10402"/>
                        <a:pt x="1485" y="10333"/>
                        <a:pt x="1485" y="10248"/>
                      </a:cubicBezTo>
                      <a:lnTo>
                        <a:pt x="1485" y="1703"/>
                      </a:lnTo>
                      <a:lnTo>
                        <a:pt x="61" y="279"/>
                      </a:lnTo>
                      <a:cubicBezTo>
                        <a:pt x="1" y="218"/>
                        <a:pt x="1" y="121"/>
                        <a:pt x="61" y="61"/>
                      </a:cubicBezTo>
                      <a:cubicBezTo>
                        <a:pt x="121" y="1"/>
                        <a:pt x="218" y="1"/>
                        <a:pt x="278" y="61"/>
                      </a:cubicBezTo>
                      <a:lnTo>
                        <a:pt x="1748" y="1531"/>
                      </a:lnTo>
                      <a:cubicBezTo>
                        <a:pt x="1776" y="1559"/>
                        <a:pt x="1793" y="1598"/>
                        <a:pt x="1793" y="1639"/>
                      </a:cubicBezTo>
                      <a:lnTo>
                        <a:pt x="1793" y="10248"/>
                      </a:lnTo>
                      <a:cubicBezTo>
                        <a:pt x="1793" y="10333"/>
                        <a:pt x="1724" y="10402"/>
                        <a:pt x="1639" y="10402"/>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4"/>
                <p:cNvSpPr/>
                <p:nvPr/>
              </p:nvSpPr>
              <p:spPr>
                <a:xfrm>
                  <a:off x="8112876" y="4521142"/>
                  <a:ext cx="185061" cy="688020"/>
                </a:xfrm>
                <a:custGeom>
                  <a:avLst/>
                  <a:gdLst/>
                  <a:ahLst/>
                  <a:cxnLst/>
                  <a:rect l="l" t="t" r="r" b="b"/>
                  <a:pathLst>
                    <a:path w="3579" h="13306" extrusionOk="0">
                      <a:moveTo>
                        <a:pt x="2341" y="0"/>
                      </a:moveTo>
                      <a:cubicBezTo>
                        <a:pt x="1657" y="0"/>
                        <a:pt x="1104" y="555"/>
                        <a:pt x="1104" y="1237"/>
                      </a:cubicBezTo>
                      <a:cubicBezTo>
                        <a:pt x="1104" y="1875"/>
                        <a:pt x="1588" y="2393"/>
                        <a:pt x="2206" y="2462"/>
                      </a:cubicBezTo>
                      <a:lnTo>
                        <a:pt x="2206" y="5094"/>
                      </a:lnTo>
                      <a:lnTo>
                        <a:pt x="45" y="7256"/>
                      </a:lnTo>
                      <a:cubicBezTo>
                        <a:pt x="17" y="7285"/>
                        <a:pt x="0" y="7324"/>
                        <a:pt x="0" y="7365"/>
                      </a:cubicBezTo>
                      <a:lnTo>
                        <a:pt x="0" y="13152"/>
                      </a:lnTo>
                      <a:cubicBezTo>
                        <a:pt x="0" y="13237"/>
                        <a:pt x="69" y="13306"/>
                        <a:pt x="154" y="13306"/>
                      </a:cubicBezTo>
                      <a:cubicBezTo>
                        <a:pt x="239" y="13306"/>
                        <a:pt x="307" y="13237"/>
                        <a:pt x="307" y="13152"/>
                      </a:cubicBezTo>
                      <a:lnTo>
                        <a:pt x="307" y="7429"/>
                      </a:lnTo>
                      <a:lnTo>
                        <a:pt x="2468" y="5267"/>
                      </a:lnTo>
                      <a:cubicBezTo>
                        <a:pt x="2498" y="5238"/>
                        <a:pt x="2513" y="5199"/>
                        <a:pt x="2513" y="5158"/>
                      </a:cubicBezTo>
                      <a:lnTo>
                        <a:pt x="2513" y="2457"/>
                      </a:lnTo>
                      <a:cubicBezTo>
                        <a:pt x="3115" y="2373"/>
                        <a:pt x="3578" y="1862"/>
                        <a:pt x="3578" y="1238"/>
                      </a:cubicBezTo>
                      <a:lnTo>
                        <a:pt x="3578" y="1237"/>
                      </a:lnTo>
                      <a:cubicBezTo>
                        <a:pt x="3578" y="555"/>
                        <a:pt x="3024" y="0"/>
                        <a:pt x="2341"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4"/>
                <p:cNvSpPr/>
                <p:nvPr/>
              </p:nvSpPr>
              <p:spPr>
                <a:xfrm>
                  <a:off x="8206936" y="4558166"/>
                  <a:ext cx="53983" cy="53931"/>
                </a:xfrm>
                <a:custGeom>
                  <a:avLst/>
                  <a:gdLst/>
                  <a:ahLst/>
                  <a:cxnLst/>
                  <a:rect l="l" t="t" r="r" b="b"/>
                  <a:pathLst>
                    <a:path w="1044" h="1043" extrusionOk="0">
                      <a:moveTo>
                        <a:pt x="522" y="1"/>
                      </a:moveTo>
                      <a:cubicBezTo>
                        <a:pt x="234" y="1"/>
                        <a:pt x="0" y="233"/>
                        <a:pt x="0" y="521"/>
                      </a:cubicBezTo>
                      <a:cubicBezTo>
                        <a:pt x="0" y="809"/>
                        <a:pt x="234" y="1042"/>
                        <a:pt x="522" y="1042"/>
                      </a:cubicBezTo>
                      <a:cubicBezTo>
                        <a:pt x="810" y="1042"/>
                        <a:pt x="1043" y="809"/>
                        <a:pt x="1043" y="521"/>
                      </a:cubicBezTo>
                      <a:cubicBezTo>
                        <a:pt x="1043"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4"/>
                <p:cNvSpPr/>
                <p:nvPr/>
              </p:nvSpPr>
              <p:spPr>
                <a:xfrm>
                  <a:off x="8080351" y="4863251"/>
                  <a:ext cx="80974" cy="81026"/>
                </a:xfrm>
                <a:custGeom>
                  <a:avLst/>
                  <a:gdLst/>
                  <a:ahLst/>
                  <a:cxnLst/>
                  <a:rect l="l" t="t" r="r" b="b"/>
                  <a:pathLst>
                    <a:path w="1566" h="1567" extrusionOk="0">
                      <a:moveTo>
                        <a:pt x="783" y="1"/>
                      </a:moveTo>
                      <a:cubicBezTo>
                        <a:pt x="350" y="1"/>
                        <a:pt x="0" y="351"/>
                        <a:pt x="0" y="783"/>
                      </a:cubicBezTo>
                      <a:cubicBezTo>
                        <a:pt x="0" y="1216"/>
                        <a:pt x="350" y="1566"/>
                        <a:pt x="783" y="1566"/>
                      </a:cubicBezTo>
                      <a:cubicBezTo>
                        <a:pt x="1215" y="1566"/>
                        <a:pt x="1565" y="1216"/>
                        <a:pt x="1565" y="783"/>
                      </a:cubicBezTo>
                      <a:cubicBezTo>
                        <a:pt x="1565" y="351"/>
                        <a:pt x="1215"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4"/>
                <p:cNvSpPr/>
                <p:nvPr/>
              </p:nvSpPr>
              <p:spPr>
                <a:xfrm>
                  <a:off x="8002374" y="4785325"/>
                  <a:ext cx="236820" cy="236820"/>
                </a:xfrm>
                <a:custGeom>
                  <a:avLst/>
                  <a:gdLst/>
                  <a:ahLst/>
                  <a:cxnLst/>
                  <a:rect l="l" t="t" r="r" b="b"/>
                  <a:pathLst>
                    <a:path w="4580" h="4580" extrusionOk="0">
                      <a:moveTo>
                        <a:pt x="2291" y="154"/>
                      </a:moveTo>
                      <a:cubicBezTo>
                        <a:pt x="3468" y="154"/>
                        <a:pt x="4426" y="1113"/>
                        <a:pt x="4426" y="2290"/>
                      </a:cubicBezTo>
                      <a:cubicBezTo>
                        <a:pt x="4426" y="3468"/>
                        <a:pt x="3468" y="4427"/>
                        <a:pt x="2291" y="4427"/>
                      </a:cubicBezTo>
                      <a:cubicBezTo>
                        <a:pt x="1113" y="4427"/>
                        <a:pt x="155" y="3468"/>
                        <a:pt x="155" y="2290"/>
                      </a:cubicBezTo>
                      <a:cubicBezTo>
                        <a:pt x="155" y="1113"/>
                        <a:pt x="1113" y="154"/>
                        <a:pt x="2291" y="154"/>
                      </a:cubicBezTo>
                      <a:close/>
                      <a:moveTo>
                        <a:pt x="2291" y="1"/>
                      </a:moveTo>
                      <a:cubicBezTo>
                        <a:pt x="1028" y="1"/>
                        <a:pt x="1" y="1028"/>
                        <a:pt x="1" y="2290"/>
                      </a:cubicBezTo>
                      <a:cubicBezTo>
                        <a:pt x="1" y="3553"/>
                        <a:pt x="1028" y="4579"/>
                        <a:pt x="2291" y="4579"/>
                      </a:cubicBezTo>
                      <a:cubicBezTo>
                        <a:pt x="3553" y="4579"/>
                        <a:pt x="4579" y="3553"/>
                        <a:pt x="4579" y="2290"/>
                      </a:cubicBezTo>
                      <a:cubicBezTo>
                        <a:pt x="4579" y="1028"/>
                        <a:pt x="3553" y="1"/>
                        <a:pt x="2291"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4"/>
                <p:cNvSpPr/>
                <p:nvPr/>
              </p:nvSpPr>
              <p:spPr>
                <a:xfrm>
                  <a:off x="7362316" y="4653104"/>
                  <a:ext cx="53879" cy="53983"/>
                </a:xfrm>
                <a:custGeom>
                  <a:avLst/>
                  <a:gdLst/>
                  <a:ahLst/>
                  <a:cxnLst/>
                  <a:rect l="l" t="t" r="r" b="b"/>
                  <a:pathLst>
                    <a:path w="1042" h="1044" extrusionOk="0">
                      <a:moveTo>
                        <a:pt x="522" y="1"/>
                      </a:moveTo>
                      <a:cubicBezTo>
                        <a:pt x="233" y="1"/>
                        <a:pt x="0" y="235"/>
                        <a:pt x="0" y="522"/>
                      </a:cubicBezTo>
                      <a:cubicBezTo>
                        <a:pt x="0" y="809"/>
                        <a:pt x="233" y="1043"/>
                        <a:pt x="522" y="1043"/>
                      </a:cubicBezTo>
                      <a:cubicBezTo>
                        <a:pt x="809" y="1043"/>
                        <a:pt x="1042" y="809"/>
                        <a:pt x="1042" y="522"/>
                      </a:cubicBezTo>
                      <a:cubicBezTo>
                        <a:pt x="1042" y="233"/>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1" name="Google Shape;701;p14"/>
                <p:cNvGrpSpPr/>
                <p:nvPr/>
              </p:nvGrpSpPr>
              <p:grpSpPr>
                <a:xfrm>
                  <a:off x="6021478" y="4713311"/>
                  <a:ext cx="274737" cy="274677"/>
                  <a:chOff x="777562" y="489352"/>
                  <a:chExt cx="231748" cy="231697"/>
                </a:xfrm>
              </p:grpSpPr>
              <p:sp>
                <p:nvSpPr>
                  <p:cNvPr id="702" name="Google Shape;702;p14"/>
                  <p:cNvSpPr/>
                  <p:nvPr/>
                </p:nvSpPr>
                <p:spPr>
                  <a:xfrm rot="-5400000">
                    <a:off x="853791" y="565581"/>
                    <a:ext cx="79240" cy="79290"/>
                  </a:xfrm>
                  <a:custGeom>
                    <a:avLst/>
                    <a:gdLst/>
                    <a:ahLst/>
                    <a:cxnLst/>
                    <a:rect l="l" t="t" r="r" b="b"/>
                    <a:pathLst>
                      <a:path w="1566" h="1567" extrusionOk="0">
                        <a:moveTo>
                          <a:pt x="783" y="1"/>
                        </a:moveTo>
                        <a:cubicBezTo>
                          <a:pt x="350" y="1"/>
                          <a:pt x="0" y="352"/>
                          <a:pt x="0" y="784"/>
                        </a:cubicBezTo>
                        <a:cubicBezTo>
                          <a:pt x="0" y="1216"/>
                          <a:pt x="350" y="1567"/>
                          <a:pt x="783" y="1567"/>
                        </a:cubicBezTo>
                        <a:cubicBezTo>
                          <a:pt x="1216" y="1567"/>
                          <a:pt x="1565" y="1216"/>
                          <a:pt x="1565" y="784"/>
                        </a:cubicBezTo>
                        <a:cubicBezTo>
                          <a:pt x="1565" y="352"/>
                          <a:pt x="1216" y="1"/>
                          <a:pt x="783" y="1"/>
                        </a:cubicBezTo>
                        <a:close/>
                      </a:path>
                    </a:pathLst>
                  </a:custGeom>
                  <a:solidFill>
                    <a:schemeClr val="dk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4"/>
                  <p:cNvSpPr/>
                  <p:nvPr/>
                </p:nvSpPr>
                <p:spPr>
                  <a:xfrm rot="-5400000">
                    <a:off x="777587" y="489327"/>
                    <a:ext cx="231697" cy="231748"/>
                  </a:xfrm>
                  <a:custGeom>
                    <a:avLst/>
                    <a:gdLst/>
                    <a:ahLst/>
                    <a:cxnLst/>
                    <a:rect l="l" t="t" r="r" b="b"/>
                    <a:pathLst>
                      <a:path w="4579" h="4580" extrusionOk="0">
                        <a:moveTo>
                          <a:pt x="2289" y="154"/>
                        </a:moveTo>
                        <a:cubicBezTo>
                          <a:pt x="3466" y="154"/>
                          <a:pt x="4425" y="1112"/>
                          <a:pt x="4425" y="2290"/>
                        </a:cubicBezTo>
                        <a:cubicBezTo>
                          <a:pt x="4425" y="3468"/>
                          <a:pt x="3466" y="4425"/>
                          <a:pt x="2289" y="4425"/>
                        </a:cubicBezTo>
                        <a:cubicBezTo>
                          <a:pt x="1111" y="4425"/>
                          <a:pt x="154" y="3468"/>
                          <a:pt x="154" y="2290"/>
                        </a:cubicBezTo>
                        <a:cubicBezTo>
                          <a:pt x="154" y="1113"/>
                          <a:pt x="1111" y="154"/>
                          <a:pt x="2289" y="154"/>
                        </a:cubicBezTo>
                        <a:close/>
                        <a:moveTo>
                          <a:pt x="2289" y="0"/>
                        </a:moveTo>
                        <a:cubicBezTo>
                          <a:pt x="1026" y="0"/>
                          <a:pt x="0" y="1028"/>
                          <a:pt x="0" y="2290"/>
                        </a:cubicBezTo>
                        <a:cubicBezTo>
                          <a:pt x="0" y="3552"/>
                          <a:pt x="1026" y="4579"/>
                          <a:pt x="2289" y="4579"/>
                        </a:cubicBezTo>
                        <a:cubicBezTo>
                          <a:pt x="3551" y="4579"/>
                          <a:pt x="4579" y="3552"/>
                          <a:pt x="4579" y="2290"/>
                        </a:cubicBezTo>
                        <a:cubicBezTo>
                          <a:pt x="4579" y="1028"/>
                          <a:pt x="3551"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704" name="Google Shape;704;p14"/>
            <p:cNvGrpSpPr/>
            <p:nvPr/>
          </p:nvGrpSpPr>
          <p:grpSpPr>
            <a:xfrm>
              <a:off x="8530067" y="3874672"/>
              <a:ext cx="446029" cy="1297083"/>
              <a:chOff x="8530067" y="3874672"/>
              <a:chExt cx="446029" cy="1297083"/>
            </a:xfrm>
          </p:grpSpPr>
          <p:sp>
            <p:nvSpPr>
              <p:cNvPr id="705" name="Google Shape;705;p14"/>
              <p:cNvSpPr/>
              <p:nvPr/>
            </p:nvSpPr>
            <p:spPr>
              <a:xfrm>
                <a:off x="8530067" y="3874672"/>
                <a:ext cx="446029" cy="1297083"/>
              </a:xfrm>
              <a:custGeom>
                <a:avLst/>
                <a:gdLst/>
                <a:ahLst/>
                <a:cxnLst/>
                <a:rect l="l" t="t" r="r" b="b"/>
                <a:pathLst>
                  <a:path w="8626" h="25085" extrusionOk="0">
                    <a:moveTo>
                      <a:pt x="1237" y="1"/>
                    </a:moveTo>
                    <a:cubicBezTo>
                      <a:pt x="554" y="1"/>
                      <a:pt x="0" y="555"/>
                      <a:pt x="0" y="1238"/>
                    </a:cubicBezTo>
                    <a:cubicBezTo>
                      <a:pt x="0" y="1922"/>
                      <a:pt x="554" y="2475"/>
                      <a:pt x="1237" y="2475"/>
                    </a:cubicBezTo>
                    <a:cubicBezTo>
                      <a:pt x="1505" y="2475"/>
                      <a:pt x="1751" y="2389"/>
                      <a:pt x="1953" y="2243"/>
                    </a:cubicBezTo>
                    <a:lnTo>
                      <a:pt x="3697" y="3987"/>
                    </a:lnTo>
                    <a:cubicBezTo>
                      <a:pt x="3725" y="4015"/>
                      <a:pt x="3764" y="4032"/>
                      <a:pt x="3806" y="4032"/>
                    </a:cubicBezTo>
                    <a:lnTo>
                      <a:pt x="8318" y="4032"/>
                    </a:lnTo>
                    <a:lnTo>
                      <a:pt x="8318" y="8698"/>
                    </a:lnTo>
                    <a:lnTo>
                      <a:pt x="5868" y="11149"/>
                    </a:lnTo>
                    <a:cubicBezTo>
                      <a:pt x="5838" y="11178"/>
                      <a:pt x="5823" y="11217"/>
                      <a:pt x="5823" y="11257"/>
                    </a:cubicBezTo>
                    <a:lnTo>
                      <a:pt x="5823" y="24930"/>
                    </a:lnTo>
                    <a:cubicBezTo>
                      <a:pt x="5823" y="25016"/>
                      <a:pt x="5891" y="25084"/>
                      <a:pt x="5975" y="25084"/>
                    </a:cubicBezTo>
                    <a:cubicBezTo>
                      <a:pt x="6060" y="25084"/>
                      <a:pt x="6129" y="25016"/>
                      <a:pt x="6129" y="24930"/>
                    </a:cubicBezTo>
                    <a:lnTo>
                      <a:pt x="6129" y="11321"/>
                    </a:lnTo>
                    <a:lnTo>
                      <a:pt x="8581" y="8871"/>
                    </a:lnTo>
                    <a:cubicBezTo>
                      <a:pt x="8609" y="8842"/>
                      <a:pt x="8626" y="8803"/>
                      <a:pt x="8626" y="8762"/>
                    </a:cubicBezTo>
                    <a:lnTo>
                      <a:pt x="8626" y="3878"/>
                    </a:lnTo>
                    <a:cubicBezTo>
                      <a:pt x="8626" y="3793"/>
                      <a:pt x="8557" y="3724"/>
                      <a:pt x="8472" y="3724"/>
                    </a:cubicBezTo>
                    <a:lnTo>
                      <a:pt x="3870" y="3724"/>
                    </a:lnTo>
                    <a:lnTo>
                      <a:pt x="2178" y="2033"/>
                    </a:lnTo>
                    <a:cubicBezTo>
                      <a:pt x="2360" y="1818"/>
                      <a:pt x="2475" y="1542"/>
                      <a:pt x="2475" y="1238"/>
                    </a:cubicBezTo>
                    <a:cubicBezTo>
                      <a:pt x="2475" y="555"/>
                      <a:pt x="1920" y="1"/>
                      <a:pt x="1237"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4"/>
              <p:cNvSpPr/>
              <p:nvPr/>
            </p:nvSpPr>
            <p:spPr>
              <a:xfrm>
                <a:off x="8723925" y="4340108"/>
                <a:ext cx="236769" cy="236820"/>
              </a:xfrm>
              <a:custGeom>
                <a:avLst/>
                <a:gdLst/>
                <a:ahLst/>
                <a:cxnLst/>
                <a:rect l="l" t="t" r="r" b="b"/>
                <a:pathLst>
                  <a:path w="4579" h="4580" extrusionOk="0">
                    <a:moveTo>
                      <a:pt x="2290" y="154"/>
                    </a:moveTo>
                    <a:cubicBezTo>
                      <a:pt x="3467" y="154"/>
                      <a:pt x="4425" y="1112"/>
                      <a:pt x="4425" y="2291"/>
                    </a:cubicBezTo>
                    <a:cubicBezTo>
                      <a:pt x="4425" y="3468"/>
                      <a:pt x="3467" y="4426"/>
                      <a:pt x="2290" y="4426"/>
                    </a:cubicBezTo>
                    <a:cubicBezTo>
                      <a:pt x="1113" y="4426"/>
                      <a:pt x="154" y="3468"/>
                      <a:pt x="154" y="2291"/>
                    </a:cubicBezTo>
                    <a:cubicBezTo>
                      <a:pt x="154" y="1112"/>
                      <a:pt x="1113" y="154"/>
                      <a:pt x="2290" y="154"/>
                    </a:cubicBezTo>
                    <a:close/>
                    <a:moveTo>
                      <a:pt x="2290" y="1"/>
                    </a:moveTo>
                    <a:cubicBezTo>
                      <a:pt x="1027" y="1"/>
                      <a:pt x="0" y="1028"/>
                      <a:pt x="0" y="2291"/>
                    </a:cubicBezTo>
                    <a:cubicBezTo>
                      <a:pt x="0" y="3553"/>
                      <a:pt x="1027" y="4579"/>
                      <a:pt x="2290" y="4579"/>
                    </a:cubicBezTo>
                    <a:cubicBezTo>
                      <a:pt x="3553" y="4579"/>
                      <a:pt x="4579" y="3553"/>
                      <a:pt x="4579" y="2291"/>
                    </a:cubicBezTo>
                    <a:cubicBezTo>
                      <a:pt x="4579" y="1028"/>
                      <a:pt x="3553" y="1"/>
                      <a:pt x="2290"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4"/>
              <p:cNvSpPr/>
              <p:nvPr/>
            </p:nvSpPr>
            <p:spPr>
              <a:xfrm>
                <a:off x="8801800" y="4417982"/>
                <a:ext cx="81026" cy="81077"/>
              </a:xfrm>
              <a:custGeom>
                <a:avLst/>
                <a:gdLst/>
                <a:ahLst/>
                <a:cxnLst/>
                <a:rect l="l" t="t" r="r" b="b"/>
                <a:pathLst>
                  <a:path w="1567" h="1568" extrusionOk="0">
                    <a:moveTo>
                      <a:pt x="784" y="1"/>
                    </a:moveTo>
                    <a:cubicBezTo>
                      <a:pt x="351" y="1"/>
                      <a:pt x="0" y="352"/>
                      <a:pt x="0" y="785"/>
                    </a:cubicBezTo>
                    <a:cubicBezTo>
                      <a:pt x="0" y="1216"/>
                      <a:pt x="351" y="1567"/>
                      <a:pt x="784" y="1567"/>
                    </a:cubicBezTo>
                    <a:cubicBezTo>
                      <a:pt x="1215" y="1567"/>
                      <a:pt x="1567" y="1216"/>
                      <a:pt x="1567" y="785"/>
                    </a:cubicBezTo>
                    <a:cubicBezTo>
                      <a:pt x="1567" y="352"/>
                      <a:pt x="1215"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8" name="Google Shape;708;p14"/>
            <p:cNvSpPr/>
            <p:nvPr/>
          </p:nvSpPr>
          <p:spPr>
            <a:xfrm>
              <a:off x="8567091" y="3911748"/>
              <a:ext cx="53931" cy="53879"/>
            </a:xfrm>
            <a:custGeom>
              <a:avLst/>
              <a:gdLst/>
              <a:ahLst/>
              <a:cxnLst/>
              <a:rect l="l" t="t" r="r" b="b"/>
              <a:pathLst>
                <a:path w="1043" h="1042" extrusionOk="0">
                  <a:moveTo>
                    <a:pt x="521" y="0"/>
                  </a:moveTo>
                  <a:cubicBezTo>
                    <a:pt x="234" y="0"/>
                    <a:pt x="1" y="233"/>
                    <a:pt x="1" y="520"/>
                  </a:cubicBezTo>
                  <a:cubicBezTo>
                    <a:pt x="1" y="809"/>
                    <a:pt x="234" y="1042"/>
                    <a:pt x="521" y="1042"/>
                  </a:cubicBezTo>
                  <a:cubicBezTo>
                    <a:pt x="809" y="1042"/>
                    <a:pt x="1042" y="809"/>
                    <a:pt x="1042" y="520"/>
                  </a:cubicBezTo>
                  <a:cubicBezTo>
                    <a:pt x="1042" y="233"/>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709"/>
        <p:cNvGrpSpPr/>
        <p:nvPr/>
      </p:nvGrpSpPr>
      <p:grpSpPr>
        <a:xfrm>
          <a:off x="0" y="0"/>
          <a:ext cx="0" cy="0"/>
          <a:chOff x="0" y="0"/>
          <a:chExt cx="0" cy="0"/>
        </a:xfrm>
      </p:grpSpPr>
      <p:pic>
        <p:nvPicPr>
          <p:cNvPr id="710" name="Google Shape;710;p15"/>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grpSp>
        <p:nvGrpSpPr>
          <p:cNvPr id="711" name="Google Shape;711;p15"/>
          <p:cNvGrpSpPr/>
          <p:nvPr/>
        </p:nvGrpSpPr>
        <p:grpSpPr>
          <a:xfrm rot="10800000">
            <a:off x="100325" y="87310"/>
            <a:ext cx="8943350" cy="4933531"/>
            <a:chOff x="100325" y="87310"/>
            <a:chExt cx="8943350" cy="4933531"/>
          </a:xfrm>
        </p:grpSpPr>
        <p:grpSp>
          <p:nvGrpSpPr>
            <p:cNvPr id="712" name="Google Shape;712;p15"/>
            <p:cNvGrpSpPr/>
            <p:nvPr/>
          </p:nvGrpSpPr>
          <p:grpSpPr>
            <a:xfrm>
              <a:off x="100325" y="87310"/>
              <a:ext cx="3878450" cy="1094740"/>
              <a:chOff x="100325" y="87310"/>
              <a:chExt cx="3878450" cy="1094740"/>
            </a:xfrm>
          </p:grpSpPr>
          <p:grpSp>
            <p:nvGrpSpPr>
              <p:cNvPr id="713" name="Google Shape;713;p15"/>
              <p:cNvGrpSpPr/>
              <p:nvPr/>
            </p:nvGrpSpPr>
            <p:grpSpPr>
              <a:xfrm>
                <a:off x="2539675" y="122850"/>
                <a:ext cx="1439100" cy="504550"/>
                <a:chOff x="2539675" y="122850"/>
                <a:chExt cx="1439100" cy="504550"/>
              </a:xfrm>
            </p:grpSpPr>
            <p:sp>
              <p:nvSpPr>
                <p:cNvPr id="714" name="Google Shape;714;p15"/>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5"/>
                <p:cNvSpPr/>
                <p:nvPr/>
              </p:nvSpPr>
              <p:spPr>
                <a:xfrm>
                  <a:off x="2539675" y="12285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 name="Google Shape;716;p15"/>
              <p:cNvGrpSpPr/>
              <p:nvPr/>
            </p:nvGrpSpPr>
            <p:grpSpPr>
              <a:xfrm>
                <a:off x="100325" y="87310"/>
                <a:ext cx="2153725" cy="1094740"/>
                <a:chOff x="100325" y="87310"/>
                <a:chExt cx="2153725" cy="1094740"/>
              </a:xfrm>
            </p:grpSpPr>
            <p:sp>
              <p:nvSpPr>
                <p:cNvPr id="717" name="Google Shape;717;p15"/>
                <p:cNvSpPr/>
                <p:nvPr/>
              </p:nvSpPr>
              <p:spPr>
                <a:xfrm>
                  <a:off x="243516" y="71263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5"/>
                <p:cNvSpPr/>
                <p:nvPr/>
              </p:nvSpPr>
              <p:spPr>
                <a:xfrm>
                  <a:off x="100325" y="569450"/>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5"/>
                <p:cNvSpPr/>
                <p:nvPr/>
              </p:nvSpPr>
              <p:spPr>
                <a:xfrm>
                  <a:off x="1837050" y="87310"/>
                  <a:ext cx="417000" cy="4167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5"/>
                <p:cNvSpPr/>
                <p:nvPr/>
              </p:nvSpPr>
              <p:spPr>
                <a:xfrm rot="-5400000">
                  <a:off x="1037050" y="-189515"/>
                  <a:ext cx="326396" cy="1296862"/>
                </a:xfrm>
                <a:custGeom>
                  <a:avLst/>
                  <a:gdLst/>
                  <a:ahLst/>
                  <a:cxnLst/>
                  <a:rect l="l" t="t" r="r" b="b"/>
                  <a:pathLst>
                    <a:path w="3704" h="14717" extrusionOk="0">
                      <a:moveTo>
                        <a:pt x="218" y="1"/>
                      </a:moveTo>
                      <a:cubicBezTo>
                        <a:pt x="168" y="1"/>
                        <a:pt x="117" y="20"/>
                        <a:pt x="79" y="59"/>
                      </a:cubicBezTo>
                      <a:cubicBezTo>
                        <a:pt x="1" y="136"/>
                        <a:pt x="1" y="261"/>
                        <a:pt x="79" y="338"/>
                      </a:cubicBezTo>
                      <a:lnTo>
                        <a:pt x="3308" y="3569"/>
                      </a:lnTo>
                      <a:lnTo>
                        <a:pt x="3308" y="14518"/>
                      </a:lnTo>
                      <a:cubicBezTo>
                        <a:pt x="3308" y="14628"/>
                        <a:pt x="3397" y="14717"/>
                        <a:pt x="3506" y="14717"/>
                      </a:cubicBezTo>
                      <a:cubicBezTo>
                        <a:pt x="3616" y="14717"/>
                        <a:pt x="3703" y="14628"/>
                        <a:pt x="3703" y="14518"/>
                      </a:cubicBezTo>
                      <a:lnTo>
                        <a:pt x="3703" y="3486"/>
                      </a:lnTo>
                      <a:cubicBezTo>
                        <a:pt x="3703" y="3434"/>
                        <a:pt x="3683" y="3383"/>
                        <a:pt x="3645" y="3347"/>
                      </a:cubicBezTo>
                      <a:lnTo>
                        <a:pt x="358" y="59"/>
                      </a:lnTo>
                      <a:cubicBezTo>
                        <a:pt x="319" y="20"/>
                        <a:pt x="269" y="1"/>
                        <a:pt x="218"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21" name="Google Shape;721;p15"/>
            <p:cNvGrpSpPr/>
            <p:nvPr/>
          </p:nvGrpSpPr>
          <p:grpSpPr>
            <a:xfrm>
              <a:off x="4471525" y="2220510"/>
              <a:ext cx="4572150" cy="2800331"/>
              <a:chOff x="4471525" y="2220510"/>
              <a:chExt cx="4572150" cy="2800331"/>
            </a:xfrm>
          </p:grpSpPr>
          <p:sp>
            <p:nvSpPr>
              <p:cNvPr id="722" name="Google Shape;722;p15"/>
              <p:cNvSpPr/>
              <p:nvPr/>
            </p:nvSpPr>
            <p:spPr>
              <a:xfrm>
                <a:off x="6335737" y="46040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3" name="Google Shape;723;p15"/>
              <p:cNvGrpSpPr/>
              <p:nvPr/>
            </p:nvGrpSpPr>
            <p:grpSpPr>
              <a:xfrm>
                <a:off x="4471525" y="4603950"/>
                <a:ext cx="1344400" cy="271200"/>
                <a:chOff x="3686625" y="4603950"/>
                <a:chExt cx="1344400" cy="271200"/>
              </a:xfrm>
            </p:grpSpPr>
            <p:sp>
              <p:nvSpPr>
                <p:cNvPr id="724" name="Google Shape;724;p15"/>
                <p:cNvSpPr/>
                <p:nvPr/>
              </p:nvSpPr>
              <p:spPr>
                <a:xfrm rot="-5400000">
                  <a:off x="36389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5"/>
                <p:cNvSpPr/>
                <p:nvPr/>
              </p:nvSpPr>
              <p:spPr>
                <a:xfrm rot="-5400000">
                  <a:off x="39310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5"/>
                <p:cNvSpPr/>
                <p:nvPr/>
              </p:nvSpPr>
              <p:spPr>
                <a:xfrm rot="-5400000">
                  <a:off x="42232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5"/>
                <p:cNvSpPr/>
                <p:nvPr/>
              </p:nvSpPr>
              <p:spPr>
                <a:xfrm rot="-5400000">
                  <a:off x="45153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5"/>
                <p:cNvSpPr/>
                <p:nvPr/>
              </p:nvSpPr>
              <p:spPr>
                <a:xfrm rot="-5400000">
                  <a:off x="48075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9" name="Google Shape;729;p15"/>
              <p:cNvGrpSpPr/>
              <p:nvPr/>
            </p:nvGrpSpPr>
            <p:grpSpPr>
              <a:xfrm>
                <a:off x="8298812" y="2220510"/>
                <a:ext cx="744863" cy="2800331"/>
                <a:chOff x="8298812" y="2220510"/>
                <a:chExt cx="744863" cy="2800331"/>
              </a:xfrm>
            </p:grpSpPr>
            <p:sp>
              <p:nvSpPr>
                <p:cNvPr id="730" name="Google Shape;730;p15"/>
                <p:cNvSpPr/>
                <p:nvPr/>
              </p:nvSpPr>
              <p:spPr>
                <a:xfrm>
                  <a:off x="8430775" y="4408241"/>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5"/>
                <p:cNvSpPr/>
                <p:nvPr/>
              </p:nvSpPr>
              <p:spPr>
                <a:xfrm>
                  <a:off x="8298812" y="2220510"/>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5"/>
                <p:cNvSpPr/>
                <p:nvPr/>
              </p:nvSpPr>
              <p:spPr>
                <a:xfrm rot="5400000" flipH="1">
                  <a:off x="7659889" y="3317954"/>
                  <a:ext cx="1868166" cy="312450"/>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33" name="Google Shape;733;p15"/>
          <p:cNvSpPr txBox="1">
            <a:spLocks noGrp="1"/>
          </p:cNvSpPr>
          <p:nvPr>
            <p:ph type="title"/>
          </p:nvPr>
        </p:nvSpPr>
        <p:spPr>
          <a:xfrm>
            <a:off x="2792250" y="2091625"/>
            <a:ext cx="3559500" cy="13905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34" name="Google Shape;734;p15"/>
          <p:cNvSpPr txBox="1">
            <a:spLocks noGrp="1"/>
          </p:cNvSpPr>
          <p:nvPr>
            <p:ph type="title" idx="2" hasCustomPrompt="1"/>
          </p:nvPr>
        </p:nvSpPr>
        <p:spPr>
          <a:xfrm>
            <a:off x="2792250" y="998675"/>
            <a:ext cx="1249500" cy="841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35" name="Google Shape;735;p15"/>
          <p:cNvSpPr txBox="1">
            <a:spLocks noGrp="1"/>
          </p:cNvSpPr>
          <p:nvPr>
            <p:ph type="subTitle" idx="1"/>
          </p:nvPr>
        </p:nvSpPr>
        <p:spPr>
          <a:xfrm>
            <a:off x="2792250" y="3482125"/>
            <a:ext cx="2521500" cy="66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736" name="Google Shape;736;p15"/>
          <p:cNvGrpSpPr/>
          <p:nvPr/>
        </p:nvGrpSpPr>
        <p:grpSpPr>
          <a:xfrm>
            <a:off x="346178" y="-43622"/>
            <a:ext cx="8622766" cy="5247822"/>
            <a:chOff x="346178" y="-43622"/>
            <a:chExt cx="8622766" cy="5247822"/>
          </a:xfrm>
        </p:grpSpPr>
        <p:grpSp>
          <p:nvGrpSpPr>
            <p:cNvPr id="737" name="Google Shape;737;p15"/>
            <p:cNvGrpSpPr/>
            <p:nvPr/>
          </p:nvGrpSpPr>
          <p:grpSpPr>
            <a:xfrm>
              <a:off x="6686771" y="4400382"/>
              <a:ext cx="2282172" cy="803818"/>
              <a:chOff x="6686771" y="4400382"/>
              <a:chExt cx="2282172" cy="803818"/>
            </a:xfrm>
          </p:grpSpPr>
          <p:sp>
            <p:nvSpPr>
              <p:cNvPr id="738" name="Google Shape;738;p15"/>
              <p:cNvSpPr/>
              <p:nvPr/>
            </p:nvSpPr>
            <p:spPr>
              <a:xfrm flipH="1">
                <a:off x="6811756" y="4630402"/>
                <a:ext cx="247859" cy="573798"/>
              </a:xfrm>
              <a:custGeom>
                <a:avLst/>
                <a:gdLst/>
                <a:ahLst/>
                <a:cxnLst/>
                <a:rect l="l" t="t" r="r" b="b"/>
                <a:pathLst>
                  <a:path w="4236" h="9806" extrusionOk="0">
                    <a:moveTo>
                      <a:pt x="1239" y="1"/>
                    </a:moveTo>
                    <a:cubicBezTo>
                      <a:pt x="555" y="1"/>
                      <a:pt x="1" y="554"/>
                      <a:pt x="1" y="1237"/>
                    </a:cubicBezTo>
                    <a:cubicBezTo>
                      <a:pt x="1" y="1921"/>
                      <a:pt x="555" y="2475"/>
                      <a:pt x="1239" y="2475"/>
                    </a:cubicBezTo>
                    <a:cubicBezTo>
                      <a:pt x="1525" y="2475"/>
                      <a:pt x="1784" y="2374"/>
                      <a:pt x="1994" y="2211"/>
                    </a:cubicBezTo>
                    <a:lnTo>
                      <a:pt x="3928" y="4145"/>
                    </a:lnTo>
                    <a:lnTo>
                      <a:pt x="3928" y="9652"/>
                    </a:lnTo>
                    <a:cubicBezTo>
                      <a:pt x="3928" y="9737"/>
                      <a:pt x="3997" y="9806"/>
                      <a:pt x="4082" y="9806"/>
                    </a:cubicBezTo>
                    <a:cubicBezTo>
                      <a:pt x="4167" y="9806"/>
                      <a:pt x="4235" y="9737"/>
                      <a:pt x="4235" y="9652"/>
                    </a:cubicBezTo>
                    <a:lnTo>
                      <a:pt x="4235" y="4082"/>
                    </a:lnTo>
                    <a:cubicBezTo>
                      <a:pt x="4235" y="4041"/>
                      <a:pt x="4219" y="4001"/>
                      <a:pt x="4191" y="3973"/>
                    </a:cubicBezTo>
                    <a:lnTo>
                      <a:pt x="2212" y="1994"/>
                    </a:lnTo>
                    <a:cubicBezTo>
                      <a:pt x="2375" y="1785"/>
                      <a:pt x="2475" y="1524"/>
                      <a:pt x="2475" y="1237"/>
                    </a:cubicBezTo>
                    <a:cubicBezTo>
                      <a:pt x="2475" y="554"/>
                      <a:pt x="1922" y="1"/>
                      <a:pt x="123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5"/>
              <p:cNvSpPr/>
              <p:nvPr/>
            </p:nvSpPr>
            <p:spPr>
              <a:xfrm flipH="1">
                <a:off x="6956691" y="4672357"/>
                <a:ext cx="60970" cy="60973"/>
              </a:xfrm>
              <a:custGeom>
                <a:avLst/>
                <a:gdLst/>
                <a:ahLst/>
                <a:cxnLst/>
                <a:rect l="l" t="t" r="r" b="b"/>
                <a:pathLst>
                  <a:path w="1042" h="1042" extrusionOk="0">
                    <a:moveTo>
                      <a:pt x="522" y="0"/>
                    </a:moveTo>
                    <a:cubicBezTo>
                      <a:pt x="233" y="0"/>
                      <a:pt x="0" y="233"/>
                      <a:pt x="0" y="520"/>
                    </a:cubicBezTo>
                    <a:cubicBezTo>
                      <a:pt x="0" y="809"/>
                      <a:pt x="233" y="1042"/>
                      <a:pt x="522" y="1042"/>
                    </a:cubicBezTo>
                    <a:cubicBezTo>
                      <a:pt x="809" y="1042"/>
                      <a:pt x="1042" y="809"/>
                      <a:pt x="1042" y="520"/>
                    </a:cubicBezTo>
                    <a:cubicBezTo>
                      <a:pt x="1042"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5"/>
              <p:cNvSpPr/>
              <p:nvPr/>
            </p:nvSpPr>
            <p:spPr>
              <a:xfrm flipH="1">
                <a:off x="8789074" y="4488505"/>
                <a:ext cx="91748" cy="91752"/>
              </a:xfrm>
              <a:custGeom>
                <a:avLst/>
                <a:gdLst/>
                <a:ahLst/>
                <a:cxnLst/>
                <a:rect l="l" t="t" r="r" b="b"/>
                <a:pathLst>
                  <a:path w="1568" h="1568" extrusionOk="0">
                    <a:moveTo>
                      <a:pt x="784" y="1"/>
                    </a:moveTo>
                    <a:cubicBezTo>
                      <a:pt x="352" y="1"/>
                      <a:pt x="1" y="352"/>
                      <a:pt x="1" y="785"/>
                    </a:cubicBezTo>
                    <a:cubicBezTo>
                      <a:pt x="1" y="1216"/>
                      <a:pt x="352" y="1567"/>
                      <a:pt x="784" y="1567"/>
                    </a:cubicBezTo>
                    <a:cubicBezTo>
                      <a:pt x="1216" y="1567"/>
                      <a:pt x="1567" y="1216"/>
                      <a:pt x="1567" y="785"/>
                    </a:cubicBezTo>
                    <a:cubicBezTo>
                      <a:pt x="1567" y="352"/>
                      <a:pt x="1216"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5"/>
              <p:cNvSpPr/>
              <p:nvPr/>
            </p:nvSpPr>
            <p:spPr>
              <a:xfrm flipH="1">
                <a:off x="8700956" y="4400382"/>
                <a:ext cx="267987" cy="267999"/>
              </a:xfrm>
              <a:custGeom>
                <a:avLst/>
                <a:gdLst/>
                <a:ahLst/>
                <a:cxnLst/>
                <a:rect l="l" t="t" r="r" b="b"/>
                <a:pathLst>
                  <a:path w="4580" h="4580" extrusionOk="0">
                    <a:moveTo>
                      <a:pt x="2290" y="154"/>
                    </a:moveTo>
                    <a:cubicBezTo>
                      <a:pt x="3468" y="154"/>
                      <a:pt x="4426" y="1112"/>
                      <a:pt x="4426" y="2291"/>
                    </a:cubicBezTo>
                    <a:cubicBezTo>
                      <a:pt x="4426" y="3468"/>
                      <a:pt x="3468" y="4426"/>
                      <a:pt x="2290" y="4426"/>
                    </a:cubicBezTo>
                    <a:cubicBezTo>
                      <a:pt x="1112" y="4426"/>
                      <a:pt x="154" y="3468"/>
                      <a:pt x="154" y="2291"/>
                    </a:cubicBezTo>
                    <a:cubicBezTo>
                      <a:pt x="154" y="1112"/>
                      <a:pt x="1112" y="154"/>
                      <a:pt x="2290" y="154"/>
                    </a:cubicBezTo>
                    <a:close/>
                    <a:moveTo>
                      <a:pt x="2290" y="1"/>
                    </a:moveTo>
                    <a:cubicBezTo>
                      <a:pt x="1028" y="1"/>
                      <a:pt x="1" y="1028"/>
                      <a:pt x="1" y="2289"/>
                    </a:cubicBezTo>
                    <a:cubicBezTo>
                      <a:pt x="1" y="3552"/>
                      <a:pt x="1028" y="4579"/>
                      <a:pt x="2290" y="4579"/>
                    </a:cubicBezTo>
                    <a:cubicBezTo>
                      <a:pt x="3552" y="4579"/>
                      <a:pt x="4579" y="3552"/>
                      <a:pt x="4579" y="2289"/>
                    </a:cubicBezTo>
                    <a:cubicBezTo>
                      <a:pt x="4579" y="1028"/>
                      <a:pt x="3552"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5"/>
              <p:cNvSpPr/>
              <p:nvPr/>
            </p:nvSpPr>
            <p:spPr>
              <a:xfrm flipH="1">
                <a:off x="6774947" y="4825841"/>
                <a:ext cx="91631" cy="91693"/>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5"/>
              <p:cNvSpPr/>
              <p:nvPr/>
            </p:nvSpPr>
            <p:spPr>
              <a:xfrm flipH="1">
                <a:off x="6686771" y="4737718"/>
                <a:ext cx="267929" cy="267940"/>
              </a:xfrm>
              <a:custGeom>
                <a:avLst/>
                <a:gdLst/>
                <a:ahLst/>
                <a:cxnLst/>
                <a:rect l="l" t="t" r="r" b="b"/>
                <a:pathLst>
                  <a:path w="4579" h="4579" extrusionOk="0">
                    <a:moveTo>
                      <a:pt x="2289" y="154"/>
                    </a:moveTo>
                    <a:cubicBezTo>
                      <a:pt x="3466" y="154"/>
                      <a:pt x="4425" y="1113"/>
                      <a:pt x="4425" y="2290"/>
                    </a:cubicBezTo>
                    <a:cubicBezTo>
                      <a:pt x="4425" y="3468"/>
                      <a:pt x="3466" y="4425"/>
                      <a:pt x="2289" y="4425"/>
                    </a:cubicBezTo>
                    <a:cubicBezTo>
                      <a:pt x="1111" y="4425"/>
                      <a:pt x="154" y="3468"/>
                      <a:pt x="154" y="2290"/>
                    </a:cubicBezTo>
                    <a:cubicBezTo>
                      <a:pt x="154" y="1113"/>
                      <a:pt x="1111" y="154"/>
                      <a:pt x="2289" y="154"/>
                    </a:cubicBezTo>
                    <a:close/>
                    <a:moveTo>
                      <a:pt x="2289" y="0"/>
                    </a:moveTo>
                    <a:cubicBezTo>
                      <a:pt x="1026" y="0"/>
                      <a:pt x="0" y="1028"/>
                      <a:pt x="0" y="2290"/>
                    </a:cubicBezTo>
                    <a:cubicBezTo>
                      <a:pt x="0" y="3553"/>
                      <a:pt x="1026" y="4579"/>
                      <a:pt x="2289" y="4579"/>
                    </a:cubicBezTo>
                    <a:cubicBezTo>
                      <a:pt x="3551" y="4579"/>
                      <a:pt x="4579" y="3553"/>
                      <a:pt x="4579" y="2290"/>
                    </a:cubicBezTo>
                    <a:cubicBezTo>
                      <a:pt x="4579" y="1028"/>
                      <a:pt x="3551"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 name="Google Shape;744;p15"/>
            <p:cNvGrpSpPr/>
            <p:nvPr/>
          </p:nvGrpSpPr>
          <p:grpSpPr>
            <a:xfrm>
              <a:off x="346178" y="-43622"/>
              <a:ext cx="1214239" cy="1315478"/>
              <a:chOff x="346178" y="-43622"/>
              <a:chExt cx="1214239" cy="1315478"/>
            </a:xfrm>
          </p:grpSpPr>
          <p:sp>
            <p:nvSpPr>
              <p:cNvPr id="745" name="Google Shape;745;p15"/>
              <p:cNvSpPr/>
              <p:nvPr/>
            </p:nvSpPr>
            <p:spPr>
              <a:xfrm rot="5400000">
                <a:off x="1327016" y="39271"/>
                <a:ext cx="283146" cy="183656"/>
              </a:xfrm>
              <a:custGeom>
                <a:avLst/>
                <a:gdLst/>
                <a:ahLst/>
                <a:cxnLst/>
                <a:rect l="l" t="t" r="r" b="b"/>
                <a:pathLst>
                  <a:path w="5672" h="3679" extrusionOk="0">
                    <a:moveTo>
                      <a:pt x="154" y="0"/>
                    </a:moveTo>
                    <a:cubicBezTo>
                      <a:pt x="69" y="0"/>
                      <a:pt x="0" y="69"/>
                      <a:pt x="0" y="154"/>
                    </a:cubicBezTo>
                    <a:cubicBezTo>
                      <a:pt x="0" y="238"/>
                      <a:pt x="69" y="308"/>
                      <a:pt x="154" y="308"/>
                    </a:cubicBezTo>
                    <a:lnTo>
                      <a:pt x="3462" y="308"/>
                    </a:lnTo>
                    <a:lnTo>
                      <a:pt x="5364" y="2210"/>
                    </a:lnTo>
                    <a:lnTo>
                      <a:pt x="5364" y="3524"/>
                    </a:lnTo>
                    <a:cubicBezTo>
                      <a:pt x="5364" y="3610"/>
                      <a:pt x="5432" y="3678"/>
                      <a:pt x="5518" y="3678"/>
                    </a:cubicBezTo>
                    <a:cubicBezTo>
                      <a:pt x="5603" y="3678"/>
                      <a:pt x="5671" y="3610"/>
                      <a:pt x="5671" y="3524"/>
                    </a:cubicBezTo>
                    <a:lnTo>
                      <a:pt x="5671" y="2146"/>
                    </a:lnTo>
                    <a:cubicBezTo>
                      <a:pt x="5671" y="2105"/>
                      <a:pt x="5655" y="2066"/>
                      <a:pt x="5626" y="2037"/>
                    </a:cubicBezTo>
                    <a:lnTo>
                      <a:pt x="3634" y="45"/>
                    </a:lnTo>
                    <a:cubicBezTo>
                      <a:pt x="3605" y="16"/>
                      <a:pt x="3566" y="0"/>
                      <a:pt x="3526"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5"/>
              <p:cNvSpPr/>
              <p:nvPr/>
            </p:nvSpPr>
            <p:spPr>
              <a:xfrm rot="5400000">
                <a:off x="1322644" y="203140"/>
                <a:ext cx="123602" cy="123602"/>
              </a:xfrm>
              <a:custGeom>
                <a:avLst/>
                <a:gdLst/>
                <a:ahLst/>
                <a:cxnLst/>
                <a:rect l="l" t="t" r="r" b="b"/>
                <a:pathLst>
                  <a:path w="2476" h="2476" extrusionOk="0">
                    <a:moveTo>
                      <a:pt x="1239" y="1"/>
                    </a:moveTo>
                    <a:cubicBezTo>
                      <a:pt x="555" y="1"/>
                      <a:pt x="1" y="554"/>
                      <a:pt x="1" y="1237"/>
                    </a:cubicBezTo>
                    <a:cubicBezTo>
                      <a:pt x="1" y="1921"/>
                      <a:pt x="555" y="2475"/>
                      <a:pt x="1239" y="2475"/>
                    </a:cubicBezTo>
                    <a:cubicBezTo>
                      <a:pt x="1922" y="2475"/>
                      <a:pt x="2475" y="1921"/>
                      <a:pt x="2475" y="1237"/>
                    </a:cubicBezTo>
                    <a:cubicBezTo>
                      <a:pt x="2475" y="554"/>
                      <a:pt x="1922" y="1"/>
                      <a:pt x="1239"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5"/>
              <p:cNvSpPr/>
              <p:nvPr/>
            </p:nvSpPr>
            <p:spPr>
              <a:xfrm rot="5400000">
                <a:off x="1358461" y="238909"/>
                <a:ext cx="52017" cy="52067"/>
              </a:xfrm>
              <a:custGeom>
                <a:avLst/>
                <a:gdLst/>
                <a:ahLst/>
                <a:cxnLst/>
                <a:rect l="l" t="t" r="r" b="b"/>
                <a:pathLst>
                  <a:path w="1042" h="1043" extrusionOk="0">
                    <a:moveTo>
                      <a:pt x="522" y="0"/>
                    </a:moveTo>
                    <a:cubicBezTo>
                      <a:pt x="233" y="0"/>
                      <a:pt x="0" y="234"/>
                      <a:pt x="0" y="521"/>
                    </a:cubicBezTo>
                    <a:cubicBezTo>
                      <a:pt x="0" y="810"/>
                      <a:pt x="233" y="1043"/>
                      <a:pt x="522" y="1043"/>
                    </a:cubicBezTo>
                    <a:cubicBezTo>
                      <a:pt x="809" y="1043"/>
                      <a:pt x="1042" y="810"/>
                      <a:pt x="1042" y="521"/>
                    </a:cubicBezTo>
                    <a:cubicBezTo>
                      <a:pt x="1042" y="234"/>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8" name="Google Shape;748;p15"/>
              <p:cNvGrpSpPr/>
              <p:nvPr/>
            </p:nvGrpSpPr>
            <p:grpSpPr>
              <a:xfrm>
                <a:off x="346178" y="-43622"/>
                <a:ext cx="416093" cy="1315478"/>
                <a:chOff x="346178" y="-43622"/>
                <a:chExt cx="416093" cy="1315478"/>
              </a:xfrm>
            </p:grpSpPr>
            <p:sp>
              <p:nvSpPr>
                <p:cNvPr id="749" name="Google Shape;749;p15"/>
                <p:cNvSpPr/>
                <p:nvPr/>
              </p:nvSpPr>
              <p:spPr>
                <a:xfrm rot="5400000">
                  <a:off x="276973" y="302598"/>
                  <a:ext cx="831517" cy="139077"/>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5"/>
                <p:cNvSpPr/>
                <p:nvPr/>
              </p:nvSpPr>
              <p:spPr>
                <a:xfrm rot="5400000">
                  <a:off x="-114929" y="468907"/>
                  <a:ext cx="1221492" cy="196435"/>
                </a:xfrm>
                <a:custGeom>
                  <a:avLst/>
                  <a:gdLst/>
                  <a:ahLst/>
                  <a:cxnLst/>
                  <a:rect l="l" t="t" r="r" b="b"/>
                  <a:pathLst>
                    <a:path w="24469" h="3935" extrusionOk="0">
                      <a:moveTo>
                        <a:pt x="20637" y="1"/>
                      </a:moveTo>
                      <a:cubicBezTo>
                        <a:pt x="20596" y="1"/>
                        <a:pt x="20557" y="17"/>
                        <a:pt x="20529" y="47"/>
                      </a:cubicBezTo>
                      <a:lnTo>
                        <a:pt x="16947" y="3627"/>
                      </a:lnTo>
                      <a:lnTo>
                        <a:pt x="6092" y="3627"/>
                      </a:lnTo>
                      <a:lnTo>
                        <a:pt x="4400" y="1936"/>
                      </a:lnTo>
                      <a:cubicBezTo>
                        <a:pt x="4372" y="1907"/>
                        <a:pt x="4332" y="1891"/>
                        <a:pt x="4291" y="1891"/>
                      </a:cubicBezTo>
                      <a:lnTo>
                        <a:pt x="154" y="1891"/>
                      </a:lnTo>
                      <a:cubicBezTo>
                        <a:pt x="69" y="1891"/>
                        <a:pt x="0" y="1959"/>
                        <a:pt x="0" y="2045"/>
                      </a:cubicBezTo>
                      <a:cubicBezTo>
                        <a:pt x="0" y="2130"/>
                        <a:pt x="69" y="2198"/>
                        <a:pt x="154" y="2198"/>
                      </a:cubicBezTo>
                      <a:lnTo>
                        <a:pt x="4227" y="2198"/>
                      </a:lnTo>
                      <a:lnTo>
                        <a:pt x="5919" y="3890"/>
                      </a:lnTo>
                      <a:cubicBezTo>
                        <a:pt x="5949" y="3918"/>
                        <a:pt x="5988" y="3935"/>
                        <a:pt x="6028" y="3935"/>
                      </a:cubicBezTo>
                      <a:lnTo>
                        <a:pt x="17010" y="3935"/>
                      </a:lnTo>
                      <a:cubicBezTo>
                        <a:pt x="17051" y="3935"/>
                        <a:pt x="17090" y="3918"/>
                        <a:pt x="17119" y="3890"/>
                      </a:cubicBezTo>
                      <a:lnTo>
                        <a:pt x="20701" y="308"/>
                      </a:lnTo>
                      <a:lnTo>
                        <a:pt x="24315" y="308"/>
                      </a:lnTo>
                      <a:cubicBezTo>
                        <a:pt x="24400" y="308"/>
                        <a:pt x="24469" y="239"/>
                        <a:pt x="24469" y="154"/>
                      </a:cubicBezTo>
                      <a:cubicBezTo>
                        <a:pt x="24469" y="70"/>
                        <a:pt x="24400" y="1"/>
                        <a:pt x="2431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5"/>
                <p:cNvSpPr/>
                <p:nvPr/>
              </p:nvSpPr>
              <p:spPr>
                <a:xfrm rot="5400000">
                  <a:off x="591791" y="314765"/>
                  <a:ext cx="78175" cy="78175"/>
                </a:xfrm>
                <a:custGeom>
                  <a:avLst/>
                  <a:gdLst/>
                  <a:ahLst/>
                  <a:cxnLst/>
                  <a:rect l="l" t="t" r="r" b="b"/>
                  <a:pathLst>
                    <a:path w="1566" h="1566" extrusionOk="0">
                      <a:moveTo>
                        <a:pt x="783" y="0"/>
                      </a:moveTo>
                      <a:cubicBezTo>
                        <a:pt x="350" y="0"/>
                        <a:pt x="0" y="350"/>
                        <a:pt x="0" y="783"/>
                      </a:cubicBezTo>
                      <a:cubicBezTo>
                        <a:pt x="0" y="1215"/>
                        <a:pt x="350" y="1565"/>
                        <a:pt x="783" y="1565"/>
                      </a:cubicBezTo>
                      <a:cubicBezTo>
                        <a:pt x="1216" y="1565"/>
                        <a:pt x="1566" y="1215"/>
                        <a:pt x="1566" y="783"/>
                      </a:cubicBezTo>
                      <a:cubicBezTo>
                        <a:pt x="1566" y="350"/>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5"/>
                <p:cNvSpPr/>
                <p:nvPr/>
              </p:nvSpPr>
              <p:spPr>
                <a:xfrm rot="5400000">
                  <a:off x="516589" y="239558"/>
                  <a:ext cx="228584" cy="228634"/>
                </a:xfrm>
                <a:custGeom>
                  <a:avLst/>
                  <a:gdLst/>
                  <a:ahLst/>
                  <a:cxnLst/>
                  <a:rect l="l" t="t" r="r" b="b"/>
                  <a:pathLst>
                    <a:path w="4579" h="4580" extrusionOk="0">
                      <a:moveTo>
                        <a:pt x="2289" y="155"/>
                      </a:moveTo>
                      <a:cubicBezTo>
                        <a:pt x="3466" y="155"/>
                        <a:pt x="4425" y="1112"/>
                        <a:pt x="4425" y="2290"/>
                      </a:cubicBezTo>
                      <a:cubicBezTo>
                        <a:pt x="4425" y="3467"/>
                        <a:pt x="3466" y="4426"/>
                        <a:pt x="2289" y="4426"/>
                      </a:cubicBezTo>
                      <a:cubicBezTo>
                        <a:pt x="1112" y="4426"/>
                        <a:pt x="154" y="3467"/>
                        <a:pt x="154" y="2290"/>
                      </a:cubicBezTo>
                      <a:cubicBezTo>
                        <a:pt x="154" y="1112"/>
                        <a:pt x="1112" y="155"/>
                        <a:pt x="2289" y="155"/>
                      </a:cubicBezTo>
                      <a:close/>
                      <a:moveTo>
                        <a:pt x="2289" y="1"/>
                      </a:moveTo>
                      <a:cubicBezTo>
                        <a:pt x="1026" y="1"/>
                        <a:pt x="0" y="1028"/>
                        <a:pt x="0" y="2290"/>
                      </a:cubicBezTo>
                      <a:cubicBezTo>
                        <a:pt x="0" y="3552"/>
                        <a:pt x="1026" y="4580"/>
                        <a:pt x="2289" y="4580"/>
                      </a:cubicBezTo>
                      <a:cubicBezTo>
                        <a:pt x="3552" y="4580"/>
                        <a:pt x="4579" y="3552"/>
                        <a:pt x="4579" y="2290"/>
                      </a:cubicBezTo>
                      <a:cubicBezTo>
                        <a:pt x="4579" y="1028"/>
                        <a:pt x="3552" y="1"/>
                        <a:pt x="228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5"/>
                <p:cNvSpPr/>
                <p:nvPr/>
              </p:nvSpPr>
              <p:spPr>
                <a:xfrm rot="5400000">
                  <a:off x="547211" y="953311"/>
                  <a:ext cx="78225" cy="78225"/>
                </a:xfrm>
                <a:custGeom>
                  <a:avLst/>
                  <a:gdLst/>
                  <a:ahLst/>
                  <a:cxnLst/>
                  <a:rect l="l" t="t" r="r" b="b"/>
                  <a:pathLst>
                    <a:path w="1567" h="1567" extrusionOk="0">
                      <a:moveTo>
                        <a:pt x="784" y="1"/>
                      </a:moveTo>
                      <a:cubicBezTo>
                        <a:pt x="352" y="1"/>
                        <a:pt x="1" y="352"/>
                        <a:pt x="1" y="783"/>
                      </a:cubicBezTo>
                      <a:cubicBezTo>
                        <a:pt x="1" y="1216"/>
                        <a:pt x="352" y="1567"/>
                        <a:pt x="784" y="1567"/>
                      </a:cubicBezTo>
                      <a:cubicBezTo>
                        <a:pt x="1216" y="1567"/>
                        <a:pt x="1567" y="1216"/>
                        <a:pt x="1567" y="783"/>
                      </a:cubicBezTo>
                      <a:cubicBezTo>
                        <a:pt x="1567" y="352"/>
                        <a:pt x="1216"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5"/>
                <p:cNvSpPr/>
                <p:nvPr/>
              </p:nvSpPr>
              <p:spPr>
                <a:xfrm rot="5400000">
                  <a:off x="471984" y="878129"/>
                  <a:ext cx="228634" cy="228634"/>
                </a:xfrm>
                <a:custGeom>
                  <a:avLst/>
                  <a:gdLst/>
                  <a:ahLst/>
                  <a:cxnLst/>
                  <a:rect l="l" t="t" r="r" b="b"/>
                  <a:pathLst>
                    <a:path w="4580" h="4580" extrusionOk="0">
                      <a:moveTo>
                        <a:pt x="2290" y="154"/>
                      </a:moveTo>
                      <a:cubicBezTo>
                        <a:pt x="3468" y="154"/>
                        <a:pt x="4425" y="1112"/>
                        <a:pt x="4425" y="2289"/>
                      </a:cubicBezTo>
                      <a:cubicBezTo>
                        <a:pt x="4425" y="3468"/>
                        <a:pt x="3468" y="4425"/>
                        <a:pt x="2290" y="4425"/>
                      </a:cubicBezTo>
                      <a:cubicBezTo>
                        <a:pt x="1113" y="4425"/>
                        <a:pt x="154" y="3468"/>
                        <a:pt x="154" y="2289"/>
                      </a:cubicBezTo>
                      <a:cubicBezTo>
                        <a:pt x="154" y="1112"/>
                        <a:pt x="1113" y="154"/>
                        <a:pt x="2290" y="154"/>
                      </a:cubicBezTo>
                      <a:close/>
                      <a:moveTo>
                        <a:pt x="2290" y="1"/>
                      </a:moveTo>
                      <a:cubicBezTo>
                        <a:pt x="1028" y="1"/>
                        <a:pt x="0" y="1028"/>
                        <a:pt x="0" y="2289"/>
                      </a:cubicBezTo>
                      <a:cubicBezTo>
                        <a:pt x="0" y="3552"/>
                        <a:pt x="1028" y="4579"/>
                        <a:pt x="2290" y="4579"/>
                      </a:cubicBezTo>
                      <a:cubicBezTo>
                        <a:pt x="3553" y="4579"/>
                        <a:pt x="4579" y="3552"/>
                        <a:pt x="4579" y="2289"/>
                      </a:cubicBezTo>
                      <a:cubicBezTo>
                        <a:pt x="4579" y="1028"/>
                        <a:pt x="3552"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5"/>
                <p:cNvSpPr/>
                <p:nvPr/>
              </p:nvSpPr>
              <p:spPr>
                <a:xfrm rot="5400000">
                  <a:off x="346178" y="608303"/>
                  <a:ext cx="118211" cy="118211"/>
                </a:xfrm>
                <a:custGeom>
                  <a:avLst/>
                  <a:gdLst/>
                  <a:ahLst/>
                  <a:cxnLst/>
                  <a:rect l="l" t="t" r="r" b="b"/>
                  <a:pathLst>
                    <a:path w="2368" h="2368" extrusionOk="0">
                      <a:moveTo>
                        <a:pt x="1184" y="154"/>
                      </a:moveTo>
                      <a:cubicBezTo>
                        <a:pt x="1751" y="154"/>
                        <a:pt x="2214" y="617"/>
                        <a:pt x="2214" y="1184"/>
                      </a:cubicBezTo>
                      <a:cubicBezTo>
                        <a:pt x="2214" y="1752"/>
                        <a:pt x="1751" y="2214"/>
                        <a:pt x="1184" y="2214"/>
                      </a:cubicBezTo>
                      <a:cubicBezTo>
                        <a:pt x="616" y="2214"/>
                        <a:pt x="155" y="1752"/>
                        <a:pt x="155" y="1184"/>
                      </a:cubicBezTo>
                      <a:cubicBezTo>
                        <a:pt x="155" y="617"/>
                        <a:pt x="616" y="154"/>
                        <a:pt x="1184" y="154"/>
                      </a:cubicBezTo>
                      <a:close/>
                      <a:moveTo>
                        <a:pt x="1184" y="1"/>
                      </a:moveTo>
                      <a:cubicBezTo>
                        <a:pt x="531" y="1"/>
                        <a:pt x="1" y="532"/>
                        <a:pt x="1" y="1184"/>
                      </a:cubicBezTo>
                      <a:cubicBezTo>
                        <a:pt x="1" y="1837"/>
                        <a:pt x="531" y="2368"/>
                        <a:pt x="1184" y="2368"/>
                      </a:cubicBezTo>
                      <a:cubicBezTo>
                        <a:pt x="1836" y="2368"/>
                        <a:pt x="2367" y="1837"/>
                        <a:pt x="2367" y="1184"/>
                      </a:cubicBezTo>
                      <a:cubicBezTo>
                        <a:pt x="2367" y="532"/>
                        <a:pt x="1836" y="1"/>
                        <a:pt x="118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5"/>
                <p:cNvSpPr/>
                <p:nvPr/>
              </p:nvSpPr>
              <p:spPr>
                <a:xfrm rot="5400000">
                  <a:off x="569078" y="718480"/>
                  <a:ext cx="123552" cy="123552"/>
                </a:xfrm>
                <a:custGeom>
                  <a:avLst/>
                  <a:gdLst/>
                  <a:ahLst/>
                  <a:cxnLst/>
                  <a:rect l="l" t="t" r="r" b="b"/>
                  <a:pathLst>
                    <a:path w="2475" h="2475" extrusionOk="0">
                      <a:moveTo>
                        <a:pt x="1237" y="0"/>
                      </a:moveTo>
                      <a:cubicBezTo>
                        <a:pt x="554" y="0"/>
                        <a:pt x="1" y="553"/>
                        <a:pt x="1" y="1237"/>
                      </a:cubicBezTo>
                      <a:cubicBezTo>
                        <a:pt x="1" y="1920"/>
                        <a:pt x="554" y="2474"/>
                        <a:pt x="1237" y="2474"/>
                      </a:cubicBezTo>
                      <a:cubicBezTo>
                        <a:pt x="1922" y="2474"/>
                        <a:pt x="2475" y="1920"/>
                        <a:pt x="2475" y="1237"/>
                      </a:cubicBezTo>
                      <a:cubicBezTo>
                        <a:pt x="2475" y="553"/>
                        <a:pt x="1922" y="0"/>
                        <a:pt x="1237"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5"/>
                <p:cNvSpPr/>
                <p:nvPr/>
              </p:nvSpPr>
              <p:spPr>
                <a:xfrm rot="5400000">
                  <a:off x="604869" y="754224"/>
                  <a:ext cx="52017" cy="52116"/>
                </a:xfrm>
                <a:custGeom>
                  <a:avLst/>
                  <a:gdLst/>
                  <a:ahLst/>
                  <a:cxnLst/>
                  <a:rect l="l" t="t" r="r" b="b"/>
                  <a:pathLst>
                    <a:path w="1042" h="1044" extrusionOk="0">
                      <a:moveTo>
                        <a:pt x="520" y="0"/>
                      </a:moveTo>
                      <a:cubicBezTo>
                        <a:pt x="233" y="0"/>
                        <a:pt x="0" y="234"/>
                        <a:pt x="0" y="522"/>
                      </a:cubicBezTo>
                      <a:cubicBezTo>
                        <a:pt x="0" y="810"/>
                        <a:pt x="233" y="1043"/>
                        <a:pt x="520" y="1043"/>
                      </a:cubicBezTo>
                      <a:cubicBezTo>
                        <a:pt x="809" y="1043"/>
                        <a:pt x="1042" y="810"/>
                        <a:pt x="1042" y="522"/>
                      </a:cubicBezTo>
                      <a:cubicBezTo>
                        <a:pt x="1042" y="234"/>
                        <a:pt x="809" y="0"/>
                        <a:pt x="5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5"/>
                <p:cNvSpPr/>
                <p:nvPr/>
              </p:nvSpPr>
              <p:spPr>
                <a:xfrm rot="5400000">
                  <a:off x="524548" y="1148305"/>
                  <a:ext cx="123552" cy="123552"/>
                </a:xfrm>
                <a:custGeom>
                  <a:avLst/>
                  <a:gdLst/>
                  <a:ahLst/>
                  <a:cxnLst/>
                  <a:rect l="l" t="t" r="r" b="b"/>
                  <a:pathLst>
                    <a:path w="2475" h="2475" extrusionOk="0">
                      <a:moveTo>
                        <a:pt x="1238" y="1"/>
                      </a:moveTo>
                      <a:cubicBezTo>
                        <a:pt x="555" y="1"/>
                        <a:pt x="0" y="554"/>
                        <a:pt x="0" y="1237"/>
                      </a:cubicBezTo>
                      <a:cubicBezTo>
                        <a:pt x="0" y="1921"/>
                        <a:pt x="555" y="2475"/>
                        <a:pt x="1238" y="2475"/>
                      </a:cubicBezTo>
                      <a:cubicBezTo>
                        <a:pt x="1922" y="2475"/>
                        <a:pt x="2475" y="1921"/>
                        <a:pt x="2475" y="1237"/>
                      </a:cubicBezTo>
                      <a:cubicBezTo>
                        <a:pt x="2475" y="554"/>
                        <a:pt x="1922" y="1"/>
                        <a:pt x="1238"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5"/>
                <p:cNvSpPr/>
                <p:nvPr/>
              </p:nvSpPr>
              <p:spPr>
                <a:xfrm rot="5400000">
                  <a:off x="560264" y="1184073"/>
                  <a:ext cx="52067" cy="52017"/>
                </a:xfrm>
                <a:custGeom>
                  <a:avLst/>
                  <a:gdLst/>
                  <a:ahLst/>
                  <a:cxnLst/>
                  <a:rect l="l" t="t" r="r" b="b"/>
                  <a:pathLst>
                    <a:path w="1043" h="1042" extrusionOk="0">
                      <a:moveTo>
                        <a:pt x="522" y="0"/>
                      </a:moveTo>
                      <a:cubicBezTo>
                        <a:pt x="234" y="0"/>
                        <a:pt x="1" y="233"/>
                        <a:pt x="1" y="520"/>
                      </a:cubicBezTo>
                      <a:cubicBezTo>
                        <a:pt x="1" y="809"/>
                        <a:pt x="234" y="1042"/>
                        <a:pt x="522" y="1042"/>
                      </a:cubicBezTo>
                      <a:cubicBezTo>
                        <a:pt x="809" y="1042"/>
                        <a:pt x="1042" y="809"/>
                        <a:pt x="1042" y="520"/>
                      </a:cubicBezTo>
                      <a:cubicBezTo>
                        <a:pt x="1042" y="233"/>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760" name="Google Shape;760;p15"/>
          <p:cNvGrpSpPr/>
          <p:nvPr/>
        </p:nvGrpSpPr>
        <p:grpSpPr>
          <a:xfrm>
            <a:off x="76200" y="101256"/>
            <a:ext cx="8702696" cy="4839092"/>
            <a:chOff x="76200" y="101256"/>
            <a:chExt cx="8702696" cy="4839092"/>
          </a:xfrm>
        </p:grpSpPr>
        <p:grpSp>
          <p:nvGrpSpPr>
            <p:cNvPr id="761" name="Google Shape;761;p15"/>
            <p:cNvGrpSpPr/>
            <p:nvPr/>
          </p:nvGrpSpPr>
          <p:grpSpPr>
            <a:xfrm>
              <a:off x="76200" y="390795"/>
              <a:ext cx="225544" cy="225544"/>
              <a:chOff x="76200" y="390795"/>
              <a:chExt cx="225544" cy="225544"/>
            </a:xfrm>
          </p:grpSpPr>
          <p:sp>
            <p:nvSpPr>
              <p:cNvPr id="762" name="Google Shape;762;p15"/>
              <p:cNvSpPr/>
              <p:nvPr/>
            </p:nvSpPr>
            <p:spPr>
              <a:xfrm rot="5400000">
                <a:off x="247580" y="390795"/>
                <a:ext cx="54163" cy="54163"/>
              </a:xfrm>
              <a:custGeom>
                <a:avLst/>
                <a:gdLst/>
                <a:ahLst/>
                <a:cxnLst/>
                <a:rect l="l" t="t" r="r" b="b"/>
                <a:pathLst>
                  <a:path w="1085" h="1085" extrusionOk="0">
                    <a:moveTo>
                      <a:pt x="543" y="1"/>
                    </a:moveTo>
                    <a:cubicBezTo>
                      <a:pt x="242" y="1"/>
                      <a:pt x="0" y="243"/>
                      <a:pt x="0" y="544"/>
                    </a:cubicBezTo>
                    <a:cubicBezTo>
                      <a:pt x="0" y="843"/>
                      <a:pt x="242" y="1085"/>
                      <a:pt x="543" y="1085"/>
                    </a:cubicBezTo>
                    <a:cubicBezTo>
                      <a:pt x="842" y="1085"/>
                      <a:pt x="1084" y="843"/>
                      <a:pt x="1084" y="544"/>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5"/>
              <p:cNvSpPr/>
              <p:nvPr/>
            </p:nvSpPr>
            <p:spPr>
              <a:xfrm rot="5400000">
                <a:off x="160667" y="477659"/>
                <a:ext cx="54163" cy="54163"/>
              </a:xfrm>
              <a:custGeom>
                <a:avLst/>
                <a:gdLst/>
                <a:ahLst/>
                <a:cxnLst/>
                <a:rect l="l" t="t" r="r" b="b"/>
                <a:pathLst>
                  <a:path w="1085" h="1085" extrusionOk="0">
                    <a:moveTo>
                      <a:pt x="543" y="0"/>
                    </a:moveTo>
                    <a:cubicBezTo>
                      <a:pt x="243" y="0"/>
                      <a:pt x="0" y="242"/>
                      <a:pt x="0" y="541"/>
                    </a:cubicBezTo>
                    <a:cubicBezTo>
                      <a:pt x="0" y="842"/>
                      <a:pt x="243" y="1084"/>
                      <a:pt x="543" y="1084"/>
                    </a:cubicBezTo>
                    <a:cubicBezTo>
                      <a:pt x="842" y="1084"/>
                      <a:pt x="1084" y="842"/>
                      <a:pt x="1084" y="541"/>
                    </a:cubicBezTo>
                    <a:cubicBezTo>
                      <a:pt x="1084"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5"/>
              <p:cNvSpPr/>
              <p:nvPr/>
            </p:nvSpPr>
            <p:spPr>
              <a:xfrm rot="5400000">
                <a:off x="76200" y="562176"/>
                <a:ext cx="54163" cy="54163"/>
              </a:xfrm>
              <a:custGeom>
                <a:avLst/>
                <a:gdLst/>
                <a:ahLst/>
                <a:cxnLst/>
                <a:rect l="l" t="t" r="r" b="b"/>
                <a:pathLst>
                  <a:path w="1085" h="1085" extrusionOk="0">
                    <a:moveTo>
                      <a:pt x="543" y="1"/>
                    </a:moveTo>
                    <a:cubicBezTo>
                      <a:pt x="242" y="1"/>
                      <a:pt x="0" y="243"/>
                      <a:pt x="0" y="542"/>
                    </a:cubicBezTo>
                    <a:cubicBezTo>
                      <a:pt x="0" y="843"/>
                      <a:pt x="242" y="1085"/>
                      <a:pt x="543" y="1085"/>
                    </a:cubicBezTo>
                    <a:cubicBezTo>
                      <a:pt x="842" y="1085"/>
                      <a:pt x="1084" y="843"/>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 name="Google Shape;765;p15"/>
            <p:cNvGrpSpPr/>
            <p:nvPr/>
          </p:nvGrpSpPr>
          <p:grpSpPr>
            <a:xfrm>
              <a:off x="2843620" y="101256"/>
              <a:ext cx="225544" cy="225494"/>
              <a:chOff x="2843620" y="101256"/>
              <a:chExt cx="225544" cy="225494"/>
            </a:xfrm>
          </p:grpSpPr>
          <p:sp>
            <p:nvSpPr>
              <p:cNvPr id="766" name="Google Shape;766;p15"/>
              <p:cNvSpPr/>
              <p:nvPr/>
            </p:nvSpPr>
            <p:spPr>
              <a:xfrm rot="5400000">
                <a:off x="3015026" y="101231"/>
                <a:ext cx="54113" cy="54163"/>
              </a:xfrm>
              <a:custGeom>
                <a:avLst/>
                <a:gdLst/>
                <a:ahLst/>
                <a:cxnLst/>
                <a:rect l="l" t="t" r="r" b="b"/>
                <a:pathLst>
                  <a:path w="1084" h="1085" extrusionOk="0">
                    <a:moveTo>
                      <a:pt x="542" y="1"/>
                    </a:moveTo>
                    <a:cubicBezTo>
                      <a:pt x="243" y="1"/>
                      <a:pt x="1" y="243"/>
                      <a:pt x="1" y="543"/>
                    </a:cubicBezTo>
                    <a:cubicBezTo>
                      <a:pt x="1" y="842"/>
                      <a:pt x="243" y="1085"/>
                      <a:pt x="542" y="1085"/>
                    </a:cubicBezTo>
                    <a:cubicBezTo>
                      <a:pt x="841" y="1085"/>
                      <a:pt x="1084" y="842"/>
                      <a:pt x="1084" y="543"/>
                    </a:cubicBezTo>
                    <a:cubicBezTo>
                      <a:pt x="1084"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p:nvPr/>
            </p:nvSpPr>
            <p:spPr>
              <a:xfrm rot="5400000">
                <a:off x="2928138" y="188070"/>
                <a:ext cx="54163" cy="54163"/>
              </a:xfrm>
              <a:custGeom>
                <a:avLst/>
                <a:gdLst/>
                <a:ahLst/>
                <a:cxnLst/>
                <a:rect l="l" t="t" r="r" b="b"/>
                <a:pathLst>
                  <a:path w="1085" h="1085" extrusionOk="0">
                    <a:moveTo>
                      <a:pt x="543" y="1"/>
                    </a:moveTo>
                    <a:cubicBezTo>
                      <a:pt x="244" y="1"/>
                      <a:pt x="1" y="243"/>
                      <a:pt x="1" y="542"/>
                    </a:cubicBezTo>
                    <a:cubicBezTo>
                      <a:pt x="1" y="843"/>
                      <a:pt x="244" y="1085"/>
                      <a:pt x="543" y="1085"/>
                    </a:cubicBezTo>
                    <a:cubicBezTo>
                      <a:pt x="842" y="1085"/>
                      <a:pt x="1085" y="843"/>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5"/>
              <p:cNvSpPr/>
              <p:nvPr/>
            </p:nvSpPr>
            <p:spPr>
              <a:xfrm rot="5400000">
                <a:off x="2843620" y="272587"/>
                <a:ext cx="54163" cy="54163"/>
              </a:xfrm>
              <a:custGeom>
                <a:avLst/>
                <a:gdLst/>
                <a:ahLst/>
                <a:cxnLst/>
                <a:rect l="l" t="t" r="r" b="b"/>
                <a:pathLst>
                  <a:path w="1085" h="1085" extrusionOk="0">
                    <a:moveTo>
                      <a:pt x="543" y="1"/>
                    </a:moveTo>
                    <a:cubicBezTo>
                      <a:pt x="244" y="1"/>
                      <a:pt x="1" y="243"/>
                      <a:pt x="1" y="542"/>
                    </a:cubicBezTo>
                    <a:cubicBezTo>
                      <a:pt x="1" y="842"/>
                      <a:pt x="244" y="1085"/>
                      <a:pt x="543" y="1085"/>
                    </a:cubicBezTo>
                    <a:cubicBezTo>
                      <a:pt x="842" y="1085"/>
                      <a:pt x="1085" y="842"/>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 name="Google Shape;769;p15"/>
            <p:cNvGrpSpPr/>
            <p:nvPr/>
          </p:nvGrpSpPr>
          <p:grpSpPr>
            <a:xfrm>
              <a:off x="5718551" y="4675979"/>
              <a:ext cx="264364" cy="264369"/>
              <a:chOff x="5718551" y="4675979"/>
              <a:chExt cx="264364" cy="264369"/>
            </a:xfrm>
          </p:grpSpPr>
          <p:sp>
            <p:nvSpPr>
              <p:cNvPr id="770" name="Google Shape;770;p15"/>
              <p:cNvSpPr/>
              <p:nvPr/>
            </p:nvSpPr>
            <p:spPr>
              <a:xfrm flipH="1">
                <a:off x="5718551" y="4876860"/>
                <a:ext cx="63486" cy="63489"/>
              </a:xfrm>
              <a:custGeom>
                <a:avLst/>
                <a:gdLst/>
                <a:ahLst/>
                <a:cxnLst/>
                <a:rect l="l" t="t" r="r" b="b"/>
                <a:pathLst>
                  <a:path w="1085" h="1085" extrusionOk="0">
                    <a:moveTo>
                      <a:pt x="542" y="1"/>
                    </a:moveTo>
                    <a:cubicBezTo>
                      <a:pt x="243" y="1"/>
                      <a:pt x="1" y="243"/>
                      <a:pt x="1" y="542"/>
                    </a:cubicBezTo>
                    <a:cubicBezTo>
                      <a:pt x="1" y="841"/>
                      <a:pt x="243" y="1085"/>
                      <a:pt x="542" y="1085"/>
                    </a:cubicBezTo>
                    <a:cubicBezTo>
                      <a:pt x="841" y="1085"/>
                      <a:pt x="1085" y="841"/>
                      <a:pt x="1085" y="542"/>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5"/>
              <p:cNvSpPr/>
              <p:nvPr/>
            </p:nvSpPr>
            <p:spPr>
              <a:xfrm flipH="1">
                <a:off x="5817615" y="4777795"/>
                <a:ext cx="63486" cy="63489"/>
              </a:xfrm>
              <a:custGeom>
                <a:avLst/>
                <a:gdLst/>
                <a:ahLst/>
                <a:cxnLst/>
                <a:rect l="l" t="t" r="r" b="b"/>
                <a:pathLst>
                  <a:path w="1085" h="1085" extrusionOk="0">
                    <a:moveTo>
                      <a:pt x="542" y="1"/>
                    </a:moveTo>
                    <a:cubicBezTo>
                      <a:pt x="243" y="1"/>
                      <a:pt x="1" y="243"/>
                      <a:pt x="1" y="542"/>
                    </a:cubicBezTo>
                    <a:cubicBezTo>
                      <a:pt x="1" y="842"/>
                      <a:pt x="243" y="1085"/>
                      <a:pt x="542" y="1085"/>
                    </a:cubicBezTo>
                    <a:cubicBezTo>
                      <a:pt x="842" y="1085"/>
                      <a:pt x="1085" y="842"/>
                      <a:pt x="1085" y="542"/>
                    </a:cubicBezTo>
                    <a:cubicBezTo>
                      <a:pt x="1085"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5"/>
              <p:cNvSpPr/>
              <p:nvPr/>
            </p:nvSpPr>
            <p:spPr>
              <a:xfrm flipH="1">
                <a:off x="5919430" y="4675979"/>
                <a:ext cx="63486" cy="63489"/>
              </a:xfrm>
              <a:custGeom>
                <a:avLst/>
                <a:gdLst/>
                <a:ahLst/>
                <a:cxnLst/>
                <a:rect l="l" t="t" r="r" b="b"/>
                <a:pathLst>
                  <a:path w="1085" h="1085" extrusionOk="0">
                    <a:moveTo>
                      <a:pt x="543" y="1"/>
                    </a:moveTo>
                    <a:cubicBezTo>
                      <a:pt x="243" y="1"/>
                      <a:pt x="1" y="243"/>
                      <a:pt x="1" y="543"/>
                    </a:cubicBezTo>
                    <a:cubicBezTo>
                      <a:pt x="1" y="842"/>
                      <a:pt x="243" y="1085"/>
                      <a:pt x="543" y="1085"/>
                    </a:cubicBezTo>
                    <a:cubicBezTo>
                      <a:pt x="842" y="1085"/>
                      <a:pt x="1085" y="842"/>
                      <a:pt x="1085" y="543"/>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 name="Google Shape;773;p15"/>
            <p:cNvGrpSpPr/>
            <p:nvPr/>
          </p:nvGrpSpPr>
          <p:grpSpPr>
            <a:xfrm>
              <a:off x="8514531" y="4138851"/>
              <a:ext cx="264364" cy="264369"/>
              <a:chOff x="8514531" y="4138851"/>
              <a:chExt cx="264364" cy="264369"/>
            </a:xfrm>
          </p:grpSpPr>
          <p:sp>
            <p:nvSpPr>
              <p:cNvPr id="774" name="Google Shape;774;p15"/>
              <p:cNvSpPr/>
              <p:nvPr/>
            </p:nvSpPr>
            <p:spPr>
              <a:xfrm flipH="1">
                <a:off x="8514531" y="4339731"/>
                <a:ext cx="63486" cy="63489"/>
              </a:xfrm>
              <a:custGeom>
                <a:avLst/>
                <a:gdLst/>
                <a:ahLst/>
                <a:cxnLst/>
                <a:rect l="l" t="t" r="r" b="b"/>
                <a:pathLst>
                  <a:path w="1085" h="1085" extrusionOk="0">
                    <a:moveTo>
                      <a:pt x="542" y="1"/>
                    </a:moveTo>
                    <a:cubicBezTo>
                      <a:pt x="243" y="1"/>
                      <a:pt x="1" y="243"/>
                      <a:pt x="1" y="542"/>
                    </a:cubicBezTo>
                    <a:cubicBezTo>
                      <a:pt x="1" y="841"/>
                      <a:pt x="243" y="1085"/>
                      <a:pt x="542" y="1085"/>
                    </a:cubicBezTo>
                    <a:cubicBezTo>
                      <a:pt x="841" y="1085"/>
                      <a:pt x="1085" y="841"/>
                      <a:pt x="1085" y="542"/>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5"/>
              <p:cNvSpPr/>
              <p:nvPr/>
            </p:nvSpPr>
            <p:spPr>
              <a:xfrm flipH="1">
                <a:off x="8613595" y="4240666"/>
                <a:ext cx="63486" cy="63489"/>
              </a:xfrm>
              <a:custGeom>
                <a:avLst/>
                <a:gdLst/>
                <a:ahLst/>
                <a:cxnLst/>
                <a:rect l="l" t="t" r="r" b="b"/>
                <a:pathLst>
                  <a:path w="1085" h="1085" extrusionOk="0">
                    <a:moveTo>
                      <a:pt x="542" y="1"/>
                    </a:moveTo>
                    <a:cubicBezTo>
                      <a:pt x="243" y="1"/>
                      <a:pt x="1" y="243"/>
                      <a:pt x="1" y="542"/>
                    </a:cubicBezTo>
                    <a:cubicBezTo>
                      <a:pt x="1" y="842"/>
                      <a:pt x="243" y="1085"/>
                      <a:pt x="542" y="1085"/>
                    </a:cubicBezTo>
                    <a:cubicBezTo>
                      <a:pt x="842" y="1085"/>
                      <a:pt x="1085" y="842"/>
                      <a:pt x="1085" y="542"/>
                    </a:cubicBezTo>
                    <a:cubicBezTo>
                      <a:pt x="1085"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p:nvPr/>
            </p:nvSpPr>
            <p:spPr>
              <a:xfrm flipH="1">
                <a:off x="8715410" y="4138851"/>
                <a:ext cx="63486" cy="63489"/>
              </a:xfrm>
              <a:custGeom>
                <a:avLst/>
                <a:gdLst/>
                <a:ahLst/>
                <a:cxnLst/>
                <a:rect l="l" t="t" r="r" b="b"/>
                <a:pathLst>
                  <a:path w="1085" h="1085" extrusionOk="0">
                    <a:moveTo>
                      <a:pt x="543" y="1"/>
                    </a:moveTo>
                    <a:cubicBezTo>
                      <a:pt x="243" y="1"/>
                      <a:pt x="1" y="243"/>
                      <a:pt x="1" y="543"/>
                    </a:cubicBezTo>
                    <a:cubicBezTo>
                      <a:pt x="1" y="842"/>
                      <a:pt x="243" y="1085"/>
                      <a:pt x="543" y="1085"/>
                    </a:cubicBezTo>
                    <a:cubicBezTo>
                      <a:pt x="842" y="1085"/>
                      <a:pt x="1085" y="842"/>
                      <a:pt x="1085" y="543"/>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841"/>
        <p:cNvGrpSpPr/>
        <p:nvPr/>
      </p:nvGrpSpPr>
      <p:grpSpPr>
        <a:xfrm>
          <a:off x="0" y="0"/>
          <a:ext cx="0" cy="0"/>
          <a:chOff x="0" y="0"/>
          <a:chExt cx="0" cy="0"/>
        </a:xfrm>
      </p:grpSpPr>
      <p:pic>
        <p:nvPicPr>
          <p:cNvPr id="842" name="Google Shape;842;p17"/>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sp>
        <p:nvSpPr>
          <p:cNvPr id="843" name="Google Shape;843;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grpSp>
        <p:nvGrpSpPr>
          <p:cNvPr id="844" name="Google Shape;844;p17"/>
          <p:cNvGrpSpPr/>
          <p:nvPr/>
        </p:nvGrpSpPr>
        <p:grpSpPr>
          <a:xfrm>
            <a:off x="35070" y="539500"/>
            <a:ext cx="8900255" cy="4550564"/>
            <a:chOff x="35070" y="539500"/>
            <a:chExt cx="8900255" cy="4550564"/>
          </a:xfrm>
        </p:grpSpPr>
        <p:grpSp>
          <p:nvGrpSpPr>
            <p:cNvPr id="845" name="Google Shape;845;p17"/>
            <p:cNvGrpSpPr/>
            <p:nvPr/>
          </p:nvGrpSpPr>
          <p:grpSpPr>
            <a:xfrm rot="-5400000" flipH="1">
              <a:off x="-1177155" y="3036492"/>
              <a:ext cx="3265798" cy="841348"/>
              <a:chOff x="5771102" y="4297691"/>
              <a:chExt cx="3265798" cy="841348"/>
            </a:xfrm>
          </p:grpSpPr>
          <p:sp>
            <p:nvSpPr>
              <p:cNvPr id="846" name="Google Shape;846;p17"/>
              <p:cNvSpPr/>
              <p:nvPr/>
            </p:nvSpPr>
            <p:spPr>
              <a:xfrm flipH="1">
                <a:off x="6083879" y="4604000"/>
                <a:ext cx="2358631" cy="39449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7"/>
              <p:cNvSpPr/>
              <p:nvPr/>
            </p:nvSpPr>
            <p:spPr>
              <a:xfrm>
                <a:off x="8424000" y="4297691"/>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7"/>
              <p:cNvSpPr/>
              <p:nvPr/>
            </p:nvSpPr>
            <p:spPr>
              <a:xfrm>
                <a:off x="5771102" y="481263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9" name="Google Shape;849;p17"/>
            <p:cNvGrpSpPr/>
            <p:nvPr/>
          </p:nvGrpSpPr>
          <p:grpSpPr>
            <a:xfrm rot="-5400000" flipH="1">
              <a:off x="7963500" y="1006775"/>
              <a:ext cx="1439100" cy="504550"/>
              <a:chOff x="2539675" y="122850"/>
              <a:chExt cx="1439100" cy="504550"/>
            </a:xfrm>
          </p:grpSpPr>
          <p:sp>
            <p:nvSpPr>
              <p:cNvPr id="850" name="Google Shape;850;p17"/>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7"/>
              <p:cNvSpPr/>
              <p:nvPr/>
            </p:nvSpPr>
            <p:spPr>
              <a:xfrm>
                <a:off x="2539675" y="12285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2" name="Google Shape;852;p17"/>
            <p:cNvGrpSpPr/>
            <p:nvPr/>
          </p:nvGrpSpPr>
          <p:grpSpPr>
            <a:xfrm rot="5400000" flipH="1">
              <a:off x="7894175" y="3796200"/>
              <a:ext cx="1344400" cy="271200"/>
              <a:chOff x="3686625" y="4603950"/>
              <a:chExt cx="1344400" cy="271200"/>
            </a:xfrm>
          </p:grpSpPr>
          <p:sp>
            <p:nvSpPr>
              <p:cNvPr id="853" name="Google Shape;853;p17"/>
              <p:cNvSpPr/>
              <p:nvPr/>
            </p:nvSpPr>
            <p:spPr>
              <a:xfrm rot="-5400000">
                <a:off x="36389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7"/>
              <p:cNvSpPr/>
              <p:nvPr/>
            </p:nvSpPr>
            <p:spPr>
              <a:xfrm rot="-5400000">
                <a:off x="39310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7"/>
              <p:cNvSpPr/>
              <p:nvPr/>
            </p:nvSpPr>
            <p:spPr>
              <a:xfrm rot="-5400000">
                <a:off x="42232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7"/>
              <p:cNvSpPr/>
              <p:nvPr/>
            </p:nvSpPr>
            <p:spPr>
              <a:xfrm rot="-5400000">
                <a:off x="45153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7"/>
              <p:cNvSpPr/>
              <p:nvPr/>
            </p:nvSpPr>
            <p:spPr>
              <a:xfrm rot="-5400000">
                <a:off x="48075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8" name="Google Shape;858;p17"/>
          <p:cNvGrpSpPr/>
          <p:nvPr/>
        </p:nvGrpSpPr>
        <p:grpSpPr>
          <a:xfrm flipH="1">
            <a:off x="161171" y="3196400"/>
            <a:ext cx="8869668" cy="2034610"/>
            <a:chOff x="161171" y="3196400"/>
            <a:chExt cx="8869668" cy="2034610"/>
          </a:xfrm>
        </p:grpSpPr>
        <p:grpSp>
          <p:nvGrpSpPr>
            <p:cNvPr id="859" name="Google Shape;859;p17"/>
            <p:cNvGrpSpPr/>
            <p:nvPr/>
          </p:nvGrpSpPr>
          <p:grpSpPr>
            <a:xfrm>
              <a:off x="8327900" y="3196400"/>
              <a:ext cx="702940" cy="1989524"/>
              <a:chOff x="8327900" y="3196400"/>
              <a:chExt cx="702940" cy="1989524"/>
            </a:xfrm>
          </p:grpSpPr>
          <p:grpSp>
            <p:nvGrpSpPr>
              <p:cNvPr id="860" name="Google Shape;860;p17"/>
              <p:cNvGrpSpPr/>
              <p:nvPr/>
            </p:nvGrpSpPr>
            <p:grpSpPr>
              <a:xfrm>
                <a:off x="8327900" y="3288266"/>
                <a:ext cx="702940" cy="1897658"/>
                <a:chOff x="8327900" y="3288266"/>
                <a:chExt cx="702940" cy="1897658"/>
              </a:xfrm>
            </p:grpSpPr>
            <p:sp>
              <p:nvSpPr>
                <p:cNvPr id="861" name="Google Shape;861;p17"/>
                <p:cNvSpPr/>
                <p:nvPr/>
              </p:nvSpPr>
              <p:spPr>
                <a:xfrm rot="-5400000">
                  <a:off x="8271296" y="4882627"/>
                  <a:ext cx="322184" cy="208976"/>
                </a:xfrm>
                <a:custGeom>
                  <a:avLst/>
                  <a:gdLst/>
                  <a:ahLst/>
                  <a:cxnLst/>
                  <a:rect l="l" t="t" r="r" b="b"/>
                  <a:pathLst>
                    <a:path w="5672" h="3679" extrusionOk="0">
                      <a:moveTo>
                        <a:pt x="154" y="0"/>
                      </a:moveTo>
                      <a:cubicBezTo>
                        <a:pt x="69" y="0"/>
                        <a:pt x="0" y="69"/>
                        <a:pt x="0" y="154"/>
                      </a:cubicBezTo>
                      <a:cubicBezTo>
                        <a:pt x="0" y="238"/>
                        <a:pt x="69" y="308"/>
                        <a:pt x="154" y="308"/>
                      </a:cubicBezTo>
                      <a:lnTo>
                        <a:pt x="3462" y="308"/>
                      </a:lnTo>
                      <a:lnTo>
                        <a:pt x="5364" y="2210"/>
                      </a:lnTo>
                      <a:lnTo>
                        <a:pt x="5364" y="3524"/>
                      </a:lnTo>
                      <a:cubicBezTo>
                        <a:pt x="5364" y="3610"/>
                        <a:pt x="5432" y="3678"/>
                        <a:pt x="5518" y="3678"/>
                      </a:cubicBezTo>
                      <a:cubicBezTo>
                        <a:pt x="5603" y="3678"/>
                        <a:pt x="5671" y="3610"/>
                        <a:pt x="5671" y="3524"/>
                      </a:cubicBezTo>
                      <a:lnTo>
                        <a:pt x="5671" y="2146"/>
                      </a:lnTo>
                      <a:cubicBezTo>
                        <a:pt x="5671" y="2105"/>
                        <a:pt x="5655" y="2066"/>
                        <a:pt x="5626" y="2037"/>
                      </a:cubicBezTo>
                      <a:lnTo>
                        <a:pt x="3634" y="45"/>
                      </a:lnTo>
                      <a:cubicBezTo>
                        <a:pt x="3605" y="16"/>
                        <a:pt x="3566" y="0"/>
                        <a:pt x="3526"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7"/>
                <p:cNvSpPr/>
                <p:nvPr/>
              </p:nvSpPr>
              <p:spPr>
                <a:xfrm rot="-5400000">
                  <a:off x="8010690" y="4376573"/>
                  <a:ext cx="1301459" cy="243512"/>
                </a:xfrm>
                <a:custGeom>
                  <a:avLst/>
                  <a:gdLst/>
                  <a:ahLst/>
                  <a:cxnLst/>
                  <a:rect l="l" t="t" r="r" b="b"/>
                  <a:pathLst>
                    <a:path w="22912" h="4287" extrusionOk="0">
                      <a:moveTo>
                        <a:pt x="169" y="1"/>
                      </a:moveTo>
                      <a:cubicBezTo>
                        <a:pt x="129" y="1"/>
                        <a:pt x="90" y="16"/>
                        <a:pt x="60" y="46"/>
                      </a:cubicBezTo>
                      <a:cubicBezTo>
                        <a:pt x="0" y="105"/>
                        <a:pt x="0" y="203"/>
                        <a:pt x="60" y="263"/>
                      </a:cubicBezTo>
                      <a:lnTo>
                        <a:pt x="1720" y="1923"/>
                      </a:lnTo>
                      <a:cubicBezTo>
                        <a:pt x="1748" y="1952"/>
                        <a:pt x="1789" y="1968"/>
                        <a:pt x="1829" y="1968"/>
                      </a:cubicBezTo>
                      <a:lnTo>
                        <a:pt x="7052" y="1968"/>
                      </a:lnTo>
                      <a:lnTo>
                        <a:pt x="8195" y="3110"/>
                      </a:lnTo>
                      <a:cubicBezTo>
                        <a:pt x="8223" y="3140"/>
                        <a:pt x="8262" y="3156"/>
                        <a:pt x="8304" y="3156"/>
                      </a:cubicBezTo>
                      <a:lnTo>
                        <a:pt x="15072" y="3156"/>
                      </a:lnTo>
                      <a:lnTo>
                        <a:pt x="16157" y="4240"/>
                      </a:lnTo>
                      <a:cubicBezTo>
                        <a:pt x="16185" y="4270"/>
                        <a:pt x="16224" y="4286"/>
                        <a:pt x="16266" y="4286"/>
                      </a:cubicBezTo>
                      <a:lnTo>
                        <a:pt x="20601" y="4286"/>
                      </a:lnTo>
                      <a:lnTo>
                        <a:pt x="20601" y="4285"/>
                      </a:lnTo>
                      <a:cubicBezTo>
                        <a:pt x="20642" y="4285"/>
                        <a:pt x="20681" y="4270"/>
                        <a:pt x="20709" y="4240"/>
                      </a:cubicBezTo>
                      <a:lnTo>
                        <a:pt x="22852" y="2098"/>
                      </a:lnTo>
                      <a:cubicBezTo>
                        <a:pt x="22912" y="2038"/>
                        <a:pt x="22912" y="1941"/>
                        <a:pt x="22852" y="1881"/>
                      </a:cubicBezTo>
                      <a:cubicBezTo>
                        <a:pt x="22821" y="1851"/>
                        <a:pt x="22782" y="1836"/>
                        <a:pt x="22743" y="1836"/>
                      </a:cubicBezTo>
                      <a:cubicBezTo>
                        <a:pt x="22703" y="1836"/>
                        <a:pt x="22664" y="1851"/>
                        <a:pt x="22634" y="1881"/>
                      </a:cubicBezTo>
                      <a:lnTo>
                        <a:pt x="20537" y="3978"/>
                      </a:lnTo>
                      <a:lnTo>
                        <a:pt x="16328" y="3978"/>
                      </a:lnTo>
                      <a:lnTo>
                        <a:pt x="15244" y="2894"/>
                      </a:lnTo>
                      <a:cubicBezTo>
                        <a:pt x="15215" y="2864"/>
                        <a:pt x="15176" y="2848"/>
                        <a:pt x="15135" y="2848"/>
                      </a:cubicBezTo>
                      <a:lnTo>
                        <a:pt x="8366" y="2848"/>
                      </a:lnTo>
                      <a:lnTo>
                        <a:pt x="7224" y="1706"/>
                      </a:lnTo>
                      <a:cubicBezTo>
                        <a:pt x="7195" y="1677"/>
                        <a:pt x="7156" y="1661"/>
                        <a:pt x="7116" y="1661"/>
                      </a:cubicBezTo>
                      <a:lnTo>
                        <a:pt x="1893" y="1661"/>
                      </a:lnTo>
                      <a:lnTo>
                        <a:pt x="278" y="46"/>
                      </a:lnTo>
                      <a:cubicBezTo>
                        <a:pt x="248" y="16"/>
                        <a:pt x="208" y="1"/>
                        <a:pt x="16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7"/>
                <p:cNvSpPr/>
                <p:nvPr/>
              </p:nvSpPr>
              <p:spPr>
                <a:xfrm rot="-5400000">
                  <a:off x="8011093" y="4166177"/>
                  <a:ext cx="1897658" cy="141836"/>
                </a:xfrm>
                <a:custGeom>
                  <a:avLst/>
                  <a:gdLst/>
                  <a:ahLst/>
                  <a:cxnLst/>
                  <a:rect l="l" t="t" r="r" b="b"/>
                  <a:pathLst>
                    <a:path w="33408" h="2497" extrusionOk="0">
                      <a:moveTo>
                        <a:pt x="29290" y="1"/>
                      </a:moveTo>
                      <a:cubicBezTo>
                        <a:pt x="29248" y="1"/>
                        <a:pt x="29209" y="16"/>
                        <a:pt x="29181" y="46"/>
                      </a:cubicBezTo>
                      <a:lnTo>
                        <a:pt x="27265" y="1961"/>
                      </a:lnTo>
                      <a:lnTo>
                        <a:pt x="18260" y="1961"/>
                      </a:lnTo>
                      <a:lnTo>
                        <a:pt x="16612" y="314"/>
                      </a:lnTo>
                      <a:cubicBezTo>
                        <a:pt x="16584" y="284"/>
                        <a:pt x="16545" y="269"/>
                        <a:pt x="16503" y="269"/>
                      </a:cubicBezTo>
                      <a:lnTo>
                        <a:pt x="10403" y="269"/>
                      </a:lnTo>
                      <a:cubicBezTo>
                        <a:pt x="10362" y="269"/>
                        <a:pt x="10323" y="284"/>
                        <a:pt x="10294" y="314"/>
                      </a:cubicBezTo>
                      <a:lnTo>
                        <a:pt x="8418" y="2189"/>
                      </a:lnTo>
                      <a:lnTo>
                        <a:pt x="4597" y="2189"/>
                      </a:lnTo>
                      <a:lnTo>
                        <a:pt x="3608" y="1201"/>
                      </a:lnTo>
                      <a:cubicBezTo>
                        <a:pt x="3580" y="1171"/>
                        <a:pt x="3541" y="1154"/>
                        <a:pt x="3499" y="1154"/>
                      </a:cubicBezTo>
                      <a:lnTo>
                        <a:pt x="154" y="1154"/>
                      </a:lnTo>
                      <a:cubicBezTo>
                        <a:pt x="69" y="1154"/>
                        <a:pt x="0" y="1224"/>
                        <a:pt x="0" y="1308"/>
                      </a:cubicBezTo>
                      <a:cubicBezTo>
                        <a:pt x="0" y="1393"/>
                        <a:pt x="69" y="1462"/>
                        <a:pt x="154" y="1462"/>
                      </a:cubicBezTo>
                      <a:lnTo>
                        <a:pt x="3435" y="1462"/>
                      </a:lnTo>
                      <a:lnTo>
                        <a:pt x="4425" y="2451"/>
                      </a:lnTo>
                      <a:cubicBezTo>
                        <a:pt x="4454" y="2481"/>
                        <a:pt x="4493" y="2496"/>
                        <a:pt x="4534" y="2496"/>
                      </a:cubicBezTo>
                      <a:lnTo>
                        <a:pt x="8482" y="2496"/>
                      </a:lnTo>
                      <a:cubicBezTo>
                        <a:pt x="8522" y="2496"/>
                        <a:pt x="8561" y="2481"/>
                        <a:pt x="8591" y="2451"/>
                      </a:cubicBezTo>
                      <a:lnTo>
                        <a:pt x="10466" y="576"/>
                      </a:lnTo>
                      <a:lnTo>
                        <a:pt x="16441" y="576"/>
                      </a:lnTo>
                      <a:lnTo>
                        <a:pt x="18087" y="2223"/>
                      </a:lnTo>
                      <a:cubicBezTo>
                        <a:pt x="18116" y="2253"/>
                        <a:pt x="18156" y="2268"/>
                        <a:pt x="18196" y="2268"/>
                      </a:cubicBezTo>
                      <a:lnTo>
                        <a:pt x="27328" y="2268"/>
                      </a:lnTo>
                      <a:cubicBezTo>
                        <a:pt x="27369" y="2268"/>
                        <a:pt x="27408" y="2253"/>
                        <a:pt x="27437" y="2223"/>
                      </a:cubicBezTo>
                      <a:lnTo>
                        <a:pt x="29352" y="308"/>
                      </a:lnTo>
                      <a:lnTo>
                        <a:pt x="33254" y="308"/>
                      </a:lnTo>
                      <a:cubicBezTo>
                        <a:pt x="33339" y="308"/>
                        <a:pt x="33407" y="238"/>
                        <a:pt x="33407" y="154"/>
                      </a:cubicBezTo>
                      <a:cubicBezTo>
                        <a:pt x="33407" y="69"/>
                        <a:pt x="33339" y="1"/>
                        <a:pt x="3325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4" name="Google Shape;864;p17"/>
              <p:cNvGrpSpPr/>
              <p:nvPr/>
            </p:nvGrpSpPr>
            <p:grpSpPr>
              <a:xfrm>
                <a:off x="8457809" y="3196400"/>
                <a:ext cx="512592" cy="1708747"/>
                <a:chOff x="8457809" y="3196400"/>
                <a:chExt cx="512592" cy="1708747"/>
              </a:xfrm>
            </p:grpSpPr>
            <p:sp>
              <p:nvSpPr>
                <p:cNvPr id="865" name="Google Shape;865;p17"/>
                <p:cNvSpPr/>
                <p:nvPr/>
              </p:nvSpPr>
              <p:spPr>
                <a:xfrm rot="-5400000">
                  <a:off x="8829701" y="3196400"/>
                  <a:ext cx="140700" cy="140700"/>
                </a:xfrm>
                <a:custGeom>
                  <a:avLst/>
                  <a:gdLst/>
                  <a:ahLst/>
                  <a:cxnLst/>
                  <a:rect l="l" t="t" r="r" b="b"/>
                  <a:pathLst>
                    <a:path w="2477" h="2477" extrusionOk="0">
                      <a:moveTo>
                        <a:pt x="1239" y="1"/>
                      </a:moveTo>
                      <a:cubicBezTo>
                        <a:pt x="555" y="1"/>
                        <a:pt x="1" y="555"/>
                        <a:pt x="1" y="1238"/>
                      </a:cubicBezTo>
                      <a:cubicBezTo>
                        <a:pt x="1" y="1922"/>
                        <a:pt x="555" y="2476"/>
                        <a:pt x="1239" y="2476"/>
                      </a:cubicBezTo>
                      <a:cubicBezTo>
                        <a:pt x="1922" y="2476"/>
                        <a:pt x="2476" y="1922"/>
                        <a:pt x="2476" y="1238"/>
                      </a:cubicBezTo>
                      <a:cubicBezTo>
                        <a:pt x="2476" y="555"/>
                        <a:pt x="1922" y="1"/>
                        <a:pt x="1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7"/>
                <p:cNvSpPr/>
                <p:nvPr/>
              </p:nvSpPr>
              <p:spPr>
                <a:xfrm rot="-5400000">
                  <a:off x="8538612" y="3740090"/>
                  <a:ext cx="140586" cy="140643"/>
                </a:xfrm>
                <a:custGeom>
                  <a:avLst/>
                  <a:gdLst/>
                  <a:ahLst/>
                  <a:cxnLst/>
                  <a:rect l="l" t="t" r="r" b="b"/>
                  <a:pathLst>
                    <a:path w="2475" h="2476" extrusionOk="0">
                      <a:moveTo>
                        <a:pt x="1238" y="1"/>
                      </a:moveTo>
                      <a:cubicBezTo>
                        <a:pt x="554" y="1"/>
                        <a:pt x="0" y="554"/>
                        <a:pt x="0" y="1238"/>
                      </a:cubicBezTo>
                      <a:cubicBezTo>
                        <a:pt x="0" y="1921"/>
                        <a:pt x="554" y="2475"/>
                        <a:pt x="1238" y="2475"/>
                      </a:cubicBezTo>
                      <a:cubicBezTo>
                        <a:pt x="1921" y="2475"/>
                        <a:pt x="2474" y="1921"/>
                        <a:pt x="2474" y="1238"/>
                      </a:cubicBezTo>
                      <a:cubicBezTo>
                        <a:pt x="2474" y="554"/>
                        <a:pt x="1921" y="1"/>
                        <a:pt x="12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7"/>
                <p:cNvSpPr/>
                <p:nvPr/>
              </p:nvSpPr>
              <p:spPr>
                <a:xfrm rot="-5400000">
                  <a:off x="8457809" y="4764504"/>
                  <a:ext cx="140643" cy="140643"/>
                </a:xfrm>
                <a:custGeom>
                  <a:avLst/>
                  <a:gdLst/>
                  <a:ahLst/>
                  <a:cxnLst/>
                  <a:rect l="l" t="t" r="r" b="b"/>
                  <a:pathLst>
                    <a:path w="2476" h="2476" extrusionOk="0">
                      <a:moveTo>
                        <a:pt x="1239" y="1"/>
                      </a:moveTo>
                      <a:cubicBezTo>
                        <a:pt x="555" y="1"/>
                        <a:pt x="1" y="554"/>
                        <a:pt x="1" y="1237"/>
                      </a:cubicBezTo>
                      <a:cubicBezTo>
                        <a:pt x="1" y="1921"/>
                        <a:pt x="555" y="2475"/>
                        <a:pt x="1239" y="2475"/>
                      </a:cubicBezTo>
                      <a:cubicBezTo>
                        <a:pt x="1922" y="2475"/>
                        <a:pt x="2475" y="1921"/>
                        <a:pt x="2475" y="1237"/>
                      </a:cubicBezTo>
                      <a:cubicBezTo>
                        <a:pt x="2475" y="554"/>
                        <a:pt x="1922" y="1"/>
                        <a:pt x="1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8" name="Google Shape;868;p17"/>
              <p:cNvGrpSpPr/>
              <p:nvPr/>
            </p:nvGrpSpPr>
            <p:grpSpPr>
              <a:xfrm>
                <a:off x="8498480" y="3237070"/>
                <a:ext cx="431194" cy="1627349"/>
                <a:chOff x="8498480" y="3237070"/>
                <a:chExt cx="431194" cy="1627349"/>
              </a:xfrm>
            </p:grpSpPr>
            <p:sp>
              <p:nvSpPr>
                <p:cNvPr id="869" name="Google Shape;869;p17"/>
                <p:cNvSpPr/>
                <p:nvPr/>
              </p:nvSpPr>
              <p:spPr>
                <a:xfrm rot="-5400000">
                  <a:off x="8870401" y="3237099"/>
                  <a:ext cx="59302" cy="59245"/>
                </a:xfrm>
                <a:custGeom>
                  <a:avLst/>
                  <a:gdLst/>
                  <a:ahLst/>
                  <a:cxnLst/>
                  <a:rect l="l" t="t" r="r" b="b"/>
                  <a:pathLst>
                    <a:path w="1044" h="1043" extrusionOk="0">
                      <a:moveTo>
                        <a:pt x="522" y="0"/>
                      </a:moveTo>
                      <a:cubicBezTo>
                        <a:pt x="234" y="0"/>
                        <a:pt x="0" y="234"/>
                        <a:pt x="0" y="521"/>
                      </a:cubicBezTo>
                      <a:cubicBezTo>
                        <a:pt x="0" y="809"/>
                        <a:pt x="234" y="1043"/>
                        <a:pt x="522" y="1043"/>
                      </a:cubicBezTo>
                      <a:cubicBezTo>
                        <a:pt x="810" y="1043"/>
                        <a:pt x="1043" y="809"/>
                        <a:pt x="1043" y="521"/>
                      </a:cubicBezTo>
                      <a:cubicBezTo>
                        <a:pt x="1043" y="234"/>
                        <a:pt x="810" y="0"/>
                        <a:pt x="522"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7"/>
                <p:cNvSpPr/>
                <p:nvPr/>
              </p:nvSpPr>
              <p:spPr>
                <a:xfrm rot="-5400000">
                  <a:off x="8579226" y="3780760"/>
                  <a:ext cx="59302" cy="59245"/>
                </a:xfrm>
                <a:custGeom>
                  <a:avLst/>
                  <a:gdLst/>
                  <a:ahLst/>
                  <a:cxnLst/>
                  <a:rect l="l" t="t" r="r" b="b"/>
                  <a:pathLst>
                    <a:path w="1044" h="1043" extrusionOk="0">
                      <a:moveTo>
                        <a:pt x="522" y="0"/>
                      </a:moveTo>
                      <a:cubicBezTo>
                        <a:pt x="233" y="0"/>
                        <a:pt x="0" y="234"/>
                        <a:pt x="0" y="522"/>
                      </a:cubicBezTo>
                      <a:cubicBezTo>
                        <a:pt x="0" y="810"/>
                        <a:pt x="233" y="1043"/>
                        <a:pt x="522" y="1043"/>
                      </a:cubicBezTo>
                      <a:cubicBezTo>
                        <a:pt x="809" y="1043"/>
                        <a:pt x="1043" y="810"/>
                        <a:pt x="1043" y="522"/>
                      </a:cubicBezTo>
                      <a:cubicBezTo>
                        <a:pt x="1043" y="234"/>
                        <a:pt x="809" y="0"/>
                        <a:pt x="522"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7"/>
                <p:cNvSpPr/>
                <p:nvPr/>
              </p:nvSpPr>
              <p:spPr>
                <a:xfrm rot="-5400000">
                  <a:off x="8729869" y="3938332"/>
                  <a:ext cx="89010" cy="89066"/>
                </a:xfrm>
                <a:custGeom>
                  <a:avLst/>
                  <a:gdLst/>
                  <a:ahLst/>
                  <a:cxnLst/>
                  <a:rect l="l" t="t" r="r" b="b"/>
                  <a:pathLst>
                    <a:path w="1567" h="1568" extrusionOk="0">
                      <a:moveTo>
                        <a:pt x="784" y="1"/>
                      </a:moveTo>
                      <a:cubicBezTo>
                        <a:pt x="351" y="1"/>
                        <a:pt x="0" y="352"/>
                        <a:pt x="0" y="785"/>
                      </a:cubicBezTo>
                      <a:cubicBezTo>
                        <a:pt x="0" y="1216"/>
                        <a:pt x="351" y="1567"/>
                        <a:pt x="784" y="1567"/>
                      </a:cubicBezTo>
                      <a:cubicBezTo>
                        <a:pt x="1215" y="1567"/>
                        <a:pt x="1567" y="1216"/>
                        <a:pt x="1567" y="785"/>
                      </a:cubicBezTo>
                      <a:cubicBezTo>
                        <a:pt x="1567" y="352"/>
                        <a:pt x="1215"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7"/>
                <p:cNvSpPr/>
                <p:nvPr/>
              </p:nvSpPr>
              <p:spPr>
                <a:xfrm rot="-5400000">
                  <a:off x="8644323" y="3852788"/>
                  <a:ext cx="260099" cy="260155"/>
                </a:xfrm>
                <a:custGeom>
                  <a:avLst/>
                  <a:gdLst/>
                  <a:ahLst/>
                  <a:cxnLst/>
                  <a:rect l="l" t="t" r="r" b="b"/>
                  <a:pathLst>
                    <a:path w="4579" h="4580" extrusionOk="0">
                      <a:moveTo>
                        <a:pt x="2290" y="154"/>
                      </a:moveTo>
                      <a:cubicBezTo>
                        <a:pt x="3467" y="154"/>
                        <a:pt x="4425" y="1112"/>
                        <a:pt x="4425" y="2291"/>
                      </a:cubicBezTo>
                      <a:cubicBezTo>
                        <a:pt x="4425" y="3468"/>
                        <a:pt x="3467" y="4426"/>
                        <a:pt x="2290" y="4426"/>
                      </a:cubicBezTo>
                      <a:cubicBezTo>
                        <a:pt x="1112" y="4426"/>
                        <a:pt x="154" y="3468"/>
                        <a:pt x="154" y="2291"/>
                      </a:cubicBezTo>
                      <a:cubicBezTo>
                        <a:pt x="154" y="1112"/>
                        <a:pt x="1112" y="154"/>
                        <a:pt x="2290" y="154"/>
                      </a:cubicBezTo>
                      <a:close/>
                      <a:moveTo>
                        <a:pt x="2290" y="1"/>
                      </a:moveTo>
                      <a:cubicBezTo>
                        <a:pt x="1027" y="1"/>
                        <a:pt x="0" y="1028"/>
                        <a:pt x="0" y="2291"/>
                      </a:cubicBezTo>
                      <a:cubicBezTo>
                        <a:pt x="0" y="3552"/>
                        <a:pt x="1027" y="4579"/>
                        <a:pt x="2290" y="4579"/>
                      </a:cubicBezTo>
                      <a:cubicBezTo>
                        <a:pt x="3552" y="4579"/>
                        <a:pt x="4579" y="3552"/>
                        <a:pt x="4579" y="2291"/>
                      </a:cubicBezTo>
                      <a:cubicBezTo>
                        <a:pt x="4579" y="1028"/>
                        <a:pt x="3551"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7"/>
                <p:cNvSpPr/>
                <p:nvPr/>
              </p:nvSpPr>
              <p:spPr>
                <a:xfrm rot="-5400000">
                  <a:off x="8498509" y="4805202"/>
                  <a:ext cx="59188" cy="59245"/>
                </a:xfrm>
                <a:custGeom>
                  <a:avLst/>
                  <a:gdLst/>
                  <a:ahLst/>
                  <a:cxnLst/>
                  <a:rect l="l" t="t" r="r" b="b"/>
                  <a:pathLst>
                    <a:path w="1042" h="1043" extrusionOk="0">
                      <a:moveTo>
                        <a:pt x="522" y="0"/>
                      </a:moveTo>
                      <a:cubicBezTo>
                        <a:pt x="233" y="0"/>
                        <a:pt x="0" y="234"/>
                        <a:pt x="0" y="521"/>
                      </a:cubicBezTo>
                      <a:cubicBezTo>
                        <a:pt x="0" y="810"/>
                        <a:pt x="233" y="1043"/>
                        <a:pt x="522" y="1043"/>
                      </a:cubicBezTo>
                      <a:cubicBezTo>
                        <a:pt x="809" y="1043"/>
                        <a:pt x="1042" y="810"/>
                        <a:pt x="1042" y="521"/>
                      </a:cubicBezTo>
                      <a:cubicBezTo>
                        <a:pt x="1042" y="234"/>
                        <a:pt x="809" y="0"/>
                        <a:pt x="522"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74" name="Google Shape;874;p17"/>
            <p:cNvGrpSpPr/>
            <p:nvPr/>
          </p:nvGrpSpPr>
          <p:grpSpPr>
            <a:xfrm>
              <a:off x="161171" y="3966873"/>
              <a:ext cx="1126268" cy="1264137"/>
              <a:chOff x="161171" y="3966873"/>
              <a:chExt cx="1126268" cy="1264137"/>
            </a:xfrm>
          </p:grpSpPr>
          <p:grpSp>
            <p:nvGrpSpPr>
              <p:cNvPr id="875" name="Google Shape;875;p17"/>
              <p:cNvGrpSpPr/>
              <p:nvPr/>
            </p:nvGrpSpPr>
            <p:grpSpPr>
              <a:xfrm>
                <a:off x="161171" y="3966873"/>
                <a:ext cx="1126268" cy="1264137"/>
                <a:chOff x="161171" y="3966873"/>
                <a:chExt cx="1126268" cy="1264137"/>
              </a:xfrm>
            </p:grpSpPr>
            <p:sp>
              <p:nvSpPr>
                <p:cNvPr id="876" name="Google Shape;876;p17"/>
                <p:cNvSpPr/>
                <p:nvPr/>
              </p:nvSpPr>
              <p:spPr>
                <a:xfrm>
                  <a:off x="360912" y="3966873"/>
                  <a:ext cx="514717" cy="1258025"/>
                </a:xfrm>
                <a:custGeom>
                  <a:avLst/>
                  <a:gdLst/>
                  <a:ahLst/>
                  <a:cxnLst/>
                  <a:rect l="l" t="t" r="r" b="b"/>
                  <a:pathLst>
                    <a:path w="9367" h="22894" extrusionOk="0">
                      <a:moveTo>
                        <a:pt x="1897" y="1"/>
                      </a:moveTo>
                      <a:cubicBezTo>
                        <a:pt x="1214" y="1"/>
                        <a:pt x="661" y="555"/>
                        <a:pt x="661" y="1238"/>
                      </a:cubicBezTo>
                      <a:cubicBezTo>
                        <a:pt x="661" y="1847"/>
                        <a:pt x="1103" y="2352"/>
                        <a:pt x="1683" y="2454"/>
                      </a:cubicBezTo>
                      <a:lnTo>
                        <a:pt x="1683" y="8153"/>
                      </a:lnTo>
                      <a:lnTo>
                        <a:pt x="46" y="9790"/>
                      </a:lnTo>
                      <a:cubicBezTo>
                        <a:pt x="17" y="9819"/>
                        <a:pt x="1" y="9858"/>
                        <a:pt x="1" y="9899"/>
                      </a:cubicBezTo>
                      <a:lnTo>
                        <a:pt x="1" y="13697"/>
                      </a:lnTo>
                      <a:cubicBezTo>
                        <a:pt x="1" y="13738"/>
                        <a:pt x="17" y="13778"/>
                        <a:pt x="46" y="13806"/>
                      </a:cubicBezTo>
                      <a:lnTo>
                        <a:pt x="9090" y="22849"/>
                      </a:lnTo>
                      <a:cubicBezTo>
                        <a:pt x="9119" y="22879"/>
                        <a:pt x="9158" y="22894"/>
                        <a:pt x="9198" y="22894"/>
                      </a:cubicBezTo>
                      <a:cubicBezTo>
                        <a:pt x="9237" y="22894"/>
                        <a:pt x="9276" y="22879"/>
                        <a:pt x="9307" y="22849"/>
                      </a:cubicBezTo>
                      <a:cubicBezTo>
                        <a:pt x="9366" y="22790"/>
                        <a:pt x="9366" y="22692"/>
                        <a:pt x="9307" y="22631"/>
                      </a:cubicBezTo>
                      <a:lnTo>
                        <a:pt x="308" y="13634"/>
                      </a:lnTo>
                      <a:lnTo>
                        <a:pt x="308" y="9963"/>
                      </a:lnTo>
                      <a:lnTo>
                        <a:pt x="1946" y="8326"/>
                      </a:lnTo>
                      <a:cubicBezTo>
                        <a:pt x="1974" y="8297"/>
                        <a:pt x="1991" y="8258"/>
                        <a:pt x="1991" y="8217"/>
                      </a:cubicBezTo>
                      <a:lnTo>
                        <a:pt x="1991" y="2466"/>
                      </a:lnTo>
                      <a:cubicBezTo>
                        <a:pt x="2629" y="2417"/>
                        <a:pt x="3135" y="1890"/>
                        <a:pt x="3135" y="1238"/>
                      </a:cubicBezTo>
                      <a:cubicBezTo>
                        <a:pt x="3135" y="555"/>
                        <a:pt x="2580" y="1"/>
                        <a:pt x="1897"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7"/>
                <p:cNvSpPr/>
                <p:nvPr/>
              </p:nvSpPr>
              <p:spPr>
                <a:xfrm>
                  <a:off x="436467" y="4006272"/>
                  <a:ext cx="57368" cy="57258"/>
                </a:xfrm>
                <a:custGeom>
                  <a:avLst/>
                  <a:gdLst/>
                  <a:ahLst/>
                  <a:cxnLst/>
                  <a:rect l="l" t="t" r="r" b="b"/>
                  <a:pathLst>
                    <a:path w="1044" h="1042" extrusionOk="0">
                      <a:moveTo>
                        <a:pt x="522" y="0"/>
                      </a:moveTo>
                      <a:cubicBezTo>
                        <a:pt x="235" y="0"/>
                        <a:pt x="1" y="233"/>
                        <a:pt x="1" y="521"/>
                      </a:cubicBezTo>
                      <a:cubicBezTo>
                        <a:pt x="1" y="809"/>
                        <a:pt x="235" y="1042"/>
                        <a:pt x="522" y="1042"/>
                      </a:cubicBezTo>
                      <a:cubicBezTo>
                        <a:pt x="811" y="1042"/>
                        <a:pt x="1043" y="809"/>
                        <a:pt x="1043" y="521"/>
                      </a:cubicBezTo>
                      <a:cubicBezTo>
                        <a:pt x="1043" y="233"/>
                        <a:pt x="81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7"/>
                <p:cNvSpPr/>
                <p:nvPr/>
              </p:nvSpPr>
              <p:spPr>
                <a:xfrm>
                  <a:off x="161171" y="4102378"/>
                  <a:ext cx="200238" cy="1122574"/>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7"/>
                <p:cNvSpPr/>
                <p:nvPr/>
              </p:nvSpPr>
              <p:spPr>
                <a:xfrm>
                  <a:off x="264751" y="4141777"/>
                  <a:ext cx="57313" cy="57313"/>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7"/>
                <p:cNvSpPr/>
                <p:nvPr/>
              </p:nvSpPr>
              <p:spPr>
                <a:xfrm>
                  <a:off x="243595" y="4591427"/>
                  <a:ext cx="251671" cy="251616"/>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7"/>
                <p:cNvSpPr/>
                <p:nvPr/>
              </p:nvSpPr>
              <p:spPr>
                <a:xfrm rot="-2700000">
                  <a:off x="693649" y="4629449"/>
                  <a:ext cx="57367" cy="57367"/>
                </a:xfrm>
                <a:custGeom>
                  <a:avLst/>
                  <a:gdLst/>
                  <a:ahLst/>
                  <a:cxnLst/>
                  <a:rect l="l" t="t" r="r" b="b"/>
                  <a:pathLst>
                    <a:path w="1044" h="1044" extrusionOk="0">
                      <a:moveTo>
                        <a:pt x="522" y="1"/>
                      </a:moveTo>
                      <a:cubicBezTo>
                        <a:pt x="235" y="1"/>
                        <a:pt x="1" y="234"/>
                        <a:pt x="1" y="522"/>
                      </a:cubicBezTo>
                      <a:cubicBezTo>
                        <a:pt x="1" y="809"/>
                        <a:pt x="235" y="1044"/>
                        <a:pt x="522" y="1044"/>
                      </a:cubicBezTo>
                      <a:cubicBezTo>
                        <a:pt x="809" y="1044"/>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7"/>
                <p:cNvSpPr/>
                <p:nvPr/>
              </p:nvSpPr>
              <p:spPr>
                <a:xfrm rot="-2700000">
                  <a:off x="879376" y="4496878"/>
                  <a:ext cx="147044" cy="799182"/>
                </a:xfrm>
                <a:custGeom>
                  <a:avLst/>
                  <a:gdLst/>
                  <a:ahLst/>
                  <a:cxnLst/>
                  <a:rect l="l" t="t" r="r" b="b"/>
                  <a:pathLst>
                    <a:path w="2676" h="14544" extrusionOk="0">
                      <a:moveTo>
                        <a:pt x="1438" y="0"/>
                      </a:moveTo>
                      <a:cubicBezTo>
                        <a:pt x="755" y="0"/>
                        <a:pt x="200" y="555"/>
                        <a:pt x="200" y="1238"/>
                      </a:cubicBezTo>
                      <a:cubicBezTo>
                        <a:pt x="200" y="1525"/>
                        <a:pt x="302" y="1786"/>
                        <a:pt x="466" y="1996"/>
                      </a:cubicBezTo>
                      <a:lnTo>
                        <a:pt x="45" y="2417"/>
                      </a:lnTo>
                      <a:cubicBezTo>
                        <a:pt x="17" y="2445"/>
                        <a:pt x="1" y="2484"/>
                        <a:pt x="1" y="2526"/>
                      </a:cubicBezTo>
                      <a:lnTo>
                        <a:pt x="1" y="8856"/>
                      </a:lnTo>
                      <a:cubicBezTo>
                        <a:pt x="1" y="8896"/>
                        <a:pt x="17" y="8935"/>
                        <a:pt x="45" y="8965"/>
                      </a:cubicBezTo>
                      <a:lnTo>
                        <a:pt x="1990" y="10908"/>
                      </a:lnTo>
                      <a:lnTo>
                        <a:pt x="1990" y="14390"/>
                      </a:lnTo>
                      <a:cubicBezTo>
                        <a:pt x="1990" y="14475"/>
                        <a:pt x="2059" y="14544"/>
                        <a:pt x="2144" y="14544"/>
                      </a:cubicBezTo>
                      <a:cubicBezTo>
                        <a:pt x="2229" y="14544"/>
                        <a:pt x="2297" y="14475"/>
                        <a:pt x="2297" y="14390"/>
                      </a:cubicBezTo>
                      <a:lnTo>
                        <a:pt x="2297" y="10846"/>
                      </a:lnTo>
                      <a:cubicBezTo>
                        <a:pt x="2297" y="10804"/>
                        <a:pt x="2281" y="10765"/>
                        <a:pt x="2253" y="10737"/>
                      </a:cubicBezTo>
                      <a:lnTo>
                        <a:pt x="308" y="8792"/>
                      </a:lnTo>
                      <a:lnTo>
                        <a:pt x="308" y="2589"/>
                      </a:lnTo>
                      <a:lnTo>
                        <a:pt x="684" y="2213"/>
                      </a:lnTo>
                      <a:lnTo>
                        <a:pt x="685" y="2213"/>
                      </a:lnTo>
                      <a:cubicBezTo>
                        <a:pt x="894" y="2375"/>
                        <a:pt x="1153" y="2475"/>
                        <a:pt x="1438" y="2475"/>
                      </a:cubicBezTo>
                      <a:cubicBezTo>
                        <a:pt x="2121" y="2475"/>
                        <a:pt x="2676" y="1921"/>
                        <a:pt x="2676" y="1238"/>
                      </a:cubicBezTo>
                      <a:cubicBezTo>
                        <a:pt x="2676" y="555"/>
                        <a:pt x="2121" y="0"/>
                        <a:pt x="143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7"/>
                <p:cNvSpPr/>
                <p:nvPr/>
              </p:nvSpPr>
              <p:spPr>
                <a:xfrm>
                  <a:off x="326404" y="4674181"/>
                  <a:ext cx="86052" cy="86107"/>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4" name="Google Shape;884;p17"/>
              <p:cNvSpPr/>
              <p:nvPr/>
            </p:nvSpPr>
            <p:spPr>
              <a:xfrm>
                <a:off x="693676" y="4635002"/>
                <a:ext cx="57313" cy="57313"/>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85" name="Google Shape;885;p17"/>
          <p:cNvGrpSpPr/>
          <p:nvPr/>
        </p:nvGrpSpPr>
        <p:grpSpPr>
          <a:xfrm>
            <a:off x="454824" y="3288278"/>
            <a:ext cx="8567883" cy="1732804"/>
            <a:chOff x="454824" y="3288278"/>
            <a:chExt cx="8567883" cy="1732804"/>
          </a:xfrm>
        </p:grpSpPr>
        <p:grpSp>
          <p:nvGrpSpPr>
            <p:cNvPr id="886" name="Google Shape;886;p17"/>
            <p:cNvGrpSpPr/>
            <p:nvPr/>
          </p:nvGrpSpPr>
          <p:grpSpPr>
            <a:xfrm flipH="1">
              <a:off x="7994410" y="3485776"/>
              <a:ext cx="1028297" cy="1355579"/>
              <a:chOff x="169303" y="3485776"/>
              <a:chExt cx="1028297" cy="1355579"/>
            </a:xfrm>
          </p:grpSpPr>
          <p:sp>
            <p:nvSpPr>
              <p:cNvPr id="887" name="Google Shape;887;p17"/>
              <p:cNvSpPr/>
              <p:nvPr/>
            </p:nvSpPr>
            <p:spPr>
              <a:xfrm>
                <a:off x="169303" y="3485776"/>
                <a:ext cx="59621" cy="59621"/>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7"/>
              <p:cNvSpPr/>
              <p:nvPr/>
            </p:nvSpPr>
            <p:spPr>
              <a:xfrm>
                <a:off x="264915" y="3581388"/>
                <a:ext cx="59621" cy="59621"/>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7"/>
              <p:cNvSpPr/>
              <p:nvPr/>
            </p:nvSpPr>
            <p:spPr>
              <a:xfrm>
                <a:off x="357889" y="3674417"/>
                <a:ext cx="59621" cy="59621"/>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7"/>
              <p:cNvSpPr/>
              <p:nvPr/>
            </p:nvSpPr>
            <p:spPr>
              <a:xfrm>
                <a:off x="949394" y="4593094"/>
                <a:ext cx="59621" cy="59621"/>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7"/>
              <p:cNvSpPr/>
              <p:nvPr/>
            </p:nvSpPr>
            <p:spPr>
              <a:xfrm>
                <a:off x="1045006" y="4688705"/>
                <a:ext cx="59621" cy="59621"/>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7"/>
              <p:cNvSpPr/>
              <p:nvPr/>
            </p:nvSpPr>
            <p:spPr>
              <a:xfrm>
                <a:off x="1137980" y="4781734"/>
                <a:ext cx="59621" cy="59621"/>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 name="Google Shape;893;p17"/>
            <p:cNvGrpSpPr/>
            <p:nvPr/>
          </p:nvGrpSpPr>
          <p:grpSpPr>
            <a:xfrm flipH="1">
              <a:off x="454824" y="3288278"/>
              <a:ext cx="771905" cy="1732804"/>
              <a:chOff x="7965281" y="3288278"/>
              <a:chExt cx="771905" cy="1732804"/>
            </a:xfrm>
          </p:grpSpPr>
          <p:sp>
            <p:nvSpPr>
              <p:cNvPr id="894" name="Google Shape;894;p17"/>
              <p:cNvSpPr/>
              <p:nvPr/>
            </p:nvSpPr>
            <p:spPr>
              <a:xfrm rot="-5400000">
                <a:off x="8675556" y="3288278"/>
                <a:ext cx="61631" cy="61631"/>
              </a:xfrm>
              <a:custGeom>
                <a:avLst/>
                <a:gdLst/>
                <a:ahLst/>
                <a:cxnLst/>
                <a:rect l="l" t="t" r="r" b="b"/>
                <a:pathLst>
                  <a:path w="1085" h="1085" extrusionOk="0">
                    <a:moveTo>
                      <a:pt x="543" y="1"/>
                    </a:moveTo>
                    <a:cubicBezTo>
                      <a:pt x="244" y="1"/>
                      <a:pt x="0" y="243"/>
                      <a:pt x="0" y="543"/>
                    </a:cubicBezTo>
                    <a:cubicBezTo>
                      <a:pt x="0" y="842"/>
                      <a:pt x="244" y="1085"/>
                      <a:pt x="543" y="1085"/>
                    </a:cubicBezTo>
                    <a:cubicBezTo>
                      <a:pt x="842" y="1085"/>
                      <a:pt x="1084" y="842"/>
                      <a:pt x="1084" y="543"/>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7"/>
              <p:cNvSpPr/>
              <p:nvPr/>
            </p:nvSpPr>
            <p:spPr>
              <a:xfrm rot="-5400000">
                <a:off x="8579416" y="3384417"/>
                <a:ext cx="61574" cy="61631"/>
              </a:xfrm>
              <a:custGeom>
                <a:avLst/>
                <a:gdLst/>
                <a:ahLst/>
                <a:cxnLst/>
                <a:rect l="l" t="t" r="r" b="b"/>
                <a:pathLst>
                  <a:path w="1084" h="1085" extrusionOk="0">
                    <a:moveTo>
                      <a:pt x="542" y="1"/>
                    </a:moveTo>
                    <a:cubicBezTo>
                      <a:pt x="243" y="1"/>
                      <a:pt x="0" y="244"/>
                      <a:pt x="0" y="543"/>
                    </a:cubicBezTo>
                    <a:cubicBezTo>
                      <a:pt x="0" y="842"/>
                      <a:pt x="243" y="1085"/>
                      <a:pt x="542" y="1085"/>
                    </a:cubicBezTo>
                    <a:cubicBezTo>
                      <a:pt x="841" y="1085"/>
                      <a:pt x="1083" y="842"/>
                      <a:pt x="1083" y="543"/>
                    </a:cubicBezTo>
                    <a:cubicBezTo>
                      <a:pt x="1083" y="244"/>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7"/>
              <p:cNvSpPr/>
              <p:nvPr/>
            </p:nvSpPr>
            <p:spPr>
              <a:xfrm rot="-5400000">
                <a:off x="8480606" y="3483226"/>
                <a:ext cx="61631" cy="61631"/>
              </a:xfrm>
              <a:custGeom>
                <a:avLst/>
                <a:gdLst/>
                <a:ahLst/>
                <a:cxnLst/>
                <a:rect l="l" t="t" r="r" b="b"/>
                <a:pathLst>
                  <a:path w="1085" h="1085" extrusionOk="0">
                    <a:moveTo>
                      <a:pt x="542" y="1"/>
                    </a:moveTo>
                    <a:cubicBezTo>
                      <a:pt x="243" y="1"/>
                      <a:pt x="0" y="243"/>
                      <a:pt x="0" y="542"/>
                    </a:cubicBezTo>
                    <a:cubicBezTo>
                      <a:pt x="0" y="841"/>
                      <a:pt x="243" y="1085"/>
                      <a:pt x="542" y="1085"/>
                    </a:cubicBezTo>
                    <a:cubicBezTo>
                      <a:pt x="842" y="1085"/>
                      <a:pt x="1084" y="841"/>
                      <a:pt x="1084" y="542"/>
                    </a:cubicBezTo>
                    <a:cubicBezTo>
                      <a:pt x="1084"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7"/>
              <p:cNvSpPr/>
              <p:nvPr/>
            </p:nvSpPr>
            <p:spPr>
              <a:xfrm rot="-5400000">
                <a:off x="8160231" y="4764503"/>
                <a:ext cx="61631" cy="61631"/>
              </a:xfrm>
              <a:custGeom>
                <a:avLst/>
                <a:gdLst/>
                <a:ahLst/>
                <a:cxnLst/>
                <a:rect l="l" t="t" r="r" b="b"/>
                <a:pathLst>
                  <a:path w="1085" h="1085" extrusionOk="0">
                    <a:moveTo>
                      <a:pt x="543" y="1"/>
                    </a:moveTo>
                    <a:cubicBezTo>
                      <a:pt x="244" y="1"/>
                      <a:pt x="0" y="243"/>
                      <a:pt x="0" y="543"/>
                    </a:cubicBezTo>
                    <a:cubicBezTo>
                      <a:pt x="0" y="842"/>
                      <a:pt x="244" y="1085"/>
                      <a:pt x="543" y="1085"/>
                    </a:cubicBezTo>
                    <a:cubicBezTo>
                      <a:pt x="842" y="1085"/>
                      <a:pt x="1084" y="842"/>
                      <a:pt x="1084" y="543"/>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7"/>
              <p:cNvSpPr/>
              <p:nvPr/>
            </p:nvSpPr>
            <p:spPr>
              <a:xfrm rot="-5400000">
                <a:off x="8064091" y="4860642"/>
                <a:ext cx="61574" cy="61631"/>
              </a:xfrm>
              <a:custGeom>
                <a:avLst/>
                <a:gdLst/>
                <a:ahLst/>
                <a:cxnLst/>
                <a:rect l="l" t="t" r="r" b="b"/>
                <a:pathLst>
                  <a:path w="1084" h="1085" extrusionOk="0">
                    <a:moveTo>
                      <a:pt x="542" y="1"/>
                    </a:moveTo>
                    <a:cubicBezTo>
                      <a:pt x="243" y="1"/>
                      <a:pt x="0" y="244"/>
                      <a:pt x="0" y="543"/>
                    </a:cubicBezTo>
                    <a:cubicBezTo>
                      <a:pt x="0" y="842"/>
                      <a:pt x="243" y="1085"/>
                      <a:pt x="542" y="1085"/>
                    </a:cubicBezTo>
                    <a:cubicBezTo>
                      <a:pt x="841" y="1085"/>
                      <a:pt x="1083" y="842"/>
                      <a:pt x="1083" y="543"/>
                    </a:cubicBezTo>
                    <a:cubicBezTo>
                      <a:pt x="1083" y="244"/>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7"/>
              <p:cNvSpPr/>
              <p:nvPr/>
            </p:nvSpPr>
            <p:spPr>
              <a:xfrm rot="-5400000">
                <a:off x="7965281" y="4959451"/>
                <a:ext cx="61631" cy="61631"/>
              </a:xfrm>
              <a:custGeom>
                <a:avLst/>
                <a:gdLst/>
                <a:ahLst/>
                <a:cxnLst/>
                <a:rect l="l" t="t" r="r" b="b"/>
                <a:pathLst>
                  <a:path w="1085" h="1085" extrusionOk="0">
                    <a:moveTo>
                      <a:pt x="542" y="1"/>
                    </a:moveTo>
                    <a:cubicBezTo>
                      <a:pt x="243" y="1"/>
                      <a:pt x="0" y="243"/>
                      <a:pt x="0" y="542"/>
                    </a:cubicBezTo>
                    <a:cubicBezTo>
                      <a:pt x="0" y="841"/>
                      <a:pt x="243" y="1085"/>
                      <a:pt x="542" y="1085"/>
                    </a:cubicBezTo>
                    <a:cubicBezTo>
                      <a:pt x="842" y="1085"/>
                      <a:pt x="1084" y="841"/>
                      <a:pt x="1084" y="542"/>
                    </a:cubicBezTo>
                    <a:cubicBezTo>
                      <a:pt x="1084"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327"/>
        <p:cNvGrpSpPr/>
        <p:nvPr/>
      </p:nvGrpSpPr>
      <p:grpSpPr>
        <a:xfrm>
          <a:off x="0" y="0"/>
          <a:ext cx="0" cy="0"/>
          <a:chOff x="0" y="0"/>
          <a:chExt cx="0" cy="0"/>
        </a:xfrm>
      </p:grpSpPr>
      <p:pic>
        <p:nvPicPr>
          <p:cNvPr id="1328" name="Google Shape;1328;p26"/>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sp>
        <p:nvSpPr>
          <p:cNvPr id="1329" name="Google Shape;1329;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330" name="Google Shape;1330;p26"/>
          <p:cNvSpPr txBox="1">
            <a:spLocks noGrp="1"/>
          </p:cNvSpPr>
          <p:nvPr>
            <p:ph type="subTitle" idx="1"/>
          </p:nvPr>
        </p:nvSpPr>
        <p:spPr>
          <a:xfrm>
            <a:off x="720000" y="2574600"/>
            <a:ext cx="2416800" cy="81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31" name="Google Shape;1331;p26"/>
          <p:cNvSpPr txBox="1">
            <a:spLocks noGrp="1"/>
          </p:cNvSpPr>
          <p:nvPr>
            <p:ph type="subTitle" idx="2"/>
          </p:nvPr>
        </p:nvSpPr>
        <p:spPr>
          <a:xfrm>
            <a:off x="3363550" y="2574600"/>
            <a:ext cx="2416800" cy="81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32" name="Google Shape;1332;p26"/>
          <p:cNvSpPr txBox="1">
            <a:spLocks noGrp="1"/>
          </p:cNvSpPr>
          <p:nvPr>
            <p:ph type="subTitle" idx="3"/>
          </p:nvPr>
        </p:nvSpPr>
        <p:spPr>
          <a:xfrm>
            <a:off x="6007100" y="2574600"/>
            <a:ext cx="2416800" cy="81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333" name="Google Shape;1333;p26"/>
          <p:cNvSpPr txBox="1">
            <a:spLocks noGrp="1"/>
          </p:cNvSpPr>
          <p:nvPr>
            <p:ph type="subTitle" idx="4"/>
          </p:nvPr>
        </p:nvSpPr>
        <p:spPr>
          <a:xfrm>
            <a:off x="720000" y="2266575"/>
            <a:ext cx="24168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oboto Mono"/>
              <a:buNone/>
              <a:defRPr sz="2000">
                <a:solidFill>
                  <a:schemeClr val="dk1"/>
                </a:solidFill>
                <a:latin typeface="Roboto Mono"/>
                <a:ea typeface="Roboto Mono"/>
                <a:cs typeface="Roboto Mono"/>
                <a:sym typeface="Roboto Mono"/>
              </a:defRPr>
            </a:lvl1pPr>
            <a:lvl2pPr lvl="1"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2pPr>
            <a:lvl3pPr lvl="2"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3pPr>
            <a:lvl4pPr lvl="3"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4pPr>
            <a:lvl5pPr lvl="4"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5pPr>
            <a:lvl6pPr lvl="5"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6pPr>
            <a:lvl7pPr lvl="6"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7pPr>
            <a:lvl8pPr lvl="7"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8pPr>
            <a:lvl9pPr lvl="8"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9pPr>
          </a:lstStyle>
          <a:p>
            <a:endParaRPr/>
          </a:p>
        </p:txBody>
      </p:sp>
      <p:sp>
        <p:nvSpPr>
          <p:cNvPr id="1334" name="Google Shape;1334;p26"/>
          <p:cNvSpPr txBox="1">
            <a:spLocks noGrp="1"/>
          </p:cNvSpPr>
          <p:nvPr>
            <p:ph type="subTitle" idx="5"/>
          </p:nvPr>
        </p:nvSpPr>
        <p:spPr>
          <a:xfrm>
            <a:off x="3363578" y="2266575"/>
            <a:ext cx="24168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oboto Mono"/>
              <a:buNone/>
              <a:defRPr sz="2000">
                <a:solidFill>
                  <a:schemeClr val="dk1"/>
                </a:solidFill>
                <a:latin typeface="Roboto Mono"/>
                <a:ea typeface="Roboto Mono"/>
                <a:cs typeface="Roboto Mono"/>
                <a:sym typeface="Roboto Mono"/>
              </a:defRPr>
            </a:lvl1pPr>
            <a:lvl2pPr lvl="1"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2pPr>
            <a:lvl3pPr lvl="2"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3pPr>
            <a:lvl4pPr lvl="3"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4pPr>
            <a:lvl5pPr lvl="4"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5pPr>
            <a:lvl6pPr lvl="5"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6pPr>
            <a:lvl7pPr lvl="6"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7pPr>
            <a:lvl8pPr lvl="7"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8pPr>
            <a:lvl9pPr lvl="8"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9pPr>
          </a:lstStyle>
          <a:p>
            <a:endParaRPr/>
          </a:p>
        </p:txBody>
      </p:sp>
      <p:sp>
        <p:nvSpPr>
          <p:cNvPr id="1335" name="Google Shape;1335;p26"/>
          <p:cNvSpPr txBox="1">
            <a:spLocks noGrp="1"/>
          </p:cNvSpPr>
          <p:nvPr>
            <p:ph type="subTitle" idx="6"/>
          </p:nvPr>
        </p:nvSpPr>
        <p:spPr>
          <a:xfrm>
            <a:off x="6007100" y="2266575"/>
            <a:ext cx="24168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oboto Mono"/>
              <a:buNone/>
              <a:defRPr sz="2000">
                <a:solidFill>
                  <a:schemeClr val="dk1"/>
                </a:solidFill>
                <a:latin typeface="Roboto Mono"/>
                <a:ea typeface="Roboto Mono"/>
                <a:cs typeface="Roboto Mono"/>
                <a:sym typeface="Roboto Mono"/>
              </a:defRPr>
            </a:lvl1pPr>
            <a:lvl2pPr lvl="1"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2pPr>
            <a:lvl3pPr lvl="2"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3pPr>
            <a:lvl4pPr lvl="3"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4pPr>
            <a:lvl5pPr lvl="4"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5pPr>
            <a:lvl6pPr lvl="5"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6pPr>
            <a:lvl7pPr lvl="6"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7pPr>
            <a:lvl8pPr lvl="7"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8pPr>
            <a:lvl9pPr lvl="8"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9pPr>
          </a:lstStyle>
          <a:p>
            <a:endParaRPr/>
          </a:p>
        </p:txBody>
      </p:sp>
      <p:grpSp>
        <p:nvGrpSpPr>
          <p:cNvPr id="1336" name="Google Shape;1336;p26"/>
          <p:cNvGrpSpPr/>
          <p:nvPr/>
        </p:nvGrpSpPr>
        <p:grpSpPr>
          <a:xfrm>
            <a:off x="114159" y="539500"/>
            <a:ext cx="8821166" cy="4527788"/>
            <a:chOff x="114159" y="539500"/>
            <a:chExt cx="8821166" cy="4527788"/>
          </a:xfrm>
        </p:grpSpPr>
        <p:grpSp>
          <p:nvGrpSpPr>
            <p:cNvPr id="1337" name="Google Shape;1337;p26"/>
            <p:cNvGrpSpPr/>
            <p:nvPr/>
          </p:nvGrpSpPr>
          <p:grpSpPr>
            <a:xfrm flipH="1">
              <a:off x="114159" y="4221491"/>
              <a:ext cx="3270454" cy="845798"/>
              <a:chOff x="5766446" y="4221491"/>
              <a:chExt cx="3270454" cy="845798"/>
            </a:xfrm>
          </p:grpSpPr>
          <p:sp>
            <p:nvSpPr>
              <p:cNvPr id="1338" name="Google Shape;1338;p26"/>
              <p:cNvSpPr/>
              <p:nvPr/>
            </p:nvSpPr>
            <p:spPr>
              <a:xfrm flipH="1">
                <a:off x="6079197" y="4527800"/>
                <a:ext cx="2358631" cy="39449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6"/>
              <p:cNvSpPr/>
              <p:nvPr/>
            </p:nvSpPr>
            <p:spPr>
              <a:xfrm>
                <a:off x="8424000" y="4221491"/>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6"/>
              <p:cNvSpPr/>
              <p:nvPr/>
            </p:nvSpPr>
            <p:spPr>
              <a:xfrm>
                <a:off x="5766446" y="474088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1" name="Google Shape;1341;p26"/>
            <p:cNvGrpSpPr/>
            <p:nvPr/>
          </p:nvGrpSpPr>
          <p:grpSpPr>
            <a:xfrm rot="-5400000">
              <a:off x="7963500" y="1006775"/>
              <a:ext cx="1439100" cy="504550"/>
              <a:chOff x="2539675" y="122850"/>
              <a:chExt cx="1439100" cy="504550"/>
            </a:xfrm>
          </p:grpSpPr>
          <p:sp>
            <p:nvSpPr>
              <p:cNvPr id="1342" name="Google Shape;1342;p26"/>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6"/>
              <p:cNvSpPr/>
              <p:nvPr/>
            </p:nvSpPr>
            <p:spPr>
              <a:xfrm>
                <a:off x="2539675" y="12285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44" name="Google Shape;1344;p26"/>
          <p:cNvGrpSpPr/>
          <p:nvPr/>
        </p:nvGrpSpPr>
        <p:grpSpPr>
          <a:xfrm>
            <a:off x="76428" y="147944"/>
            <a:ext cx="9219936" cy="5061256"/>
            <a:chOff x="76428" y="147944"/>
            <a:chExt cx="9219936" cy="5061256"/>
          </a:xfrm>
        </p:grpSpPr>
        <p:grpSp>
          <p:nvGrpSpPr>
            <p:cNvPr id="1345" name="Google Shape;1345;p26"/>
            <p:cNvGrpSpPr/>
            <p:nvPr/>
          </p:nvGrpSpPr>
          <p:grpSpPr>
            <a:xfrm>
              <a:off x="8036363" y="147944"/>
              <a:ext cx="1260001" cy="1682408"/>
              <a:chOff x="8036363" y="147944"/>
              <a:chExt cx="1260001" cy="1682408"/>
            </a:xfrm>
          </p:grpSpPr>
          <p:sp>
            <p:nvSpPr>
              <p:cNvPr id="1346" name="Google Shape;1346;p26"/>
              <p:cNvSpPr/>
              <p:nvPr/>
            </p:nvSpPr>
            <p:spPr>
              <a:xfrm rot="-5400000" flipH="1">
                <a:off x="8597834" y="-286011"/>
                <a:ext cx="188422" cy="1056333"/>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6"/>
              <p:cNvSpPr/>
              <p:nvPr/>
            </p:nvSpPr>
            <p:spPr>
              <a:xfrm rot="-5400000" flipH="1">
                <a:off x="8624066" y="225534"/>
                <a:ext cx="236820" cy="236769"/>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6"/>
              <p:cNvSpPr/>
              <p:nvPr/>
            </p:nvSpPr>
            <p:spPr>
              <a:xfrm rot="-5400000" flipH="1">
                <a:off x="8200954" y="245416"/>
                <a:ext cx="53931" cy="53931"/>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6"/>
              <p:cNvSpPr/>
              <p:nvPr/>
            </p:nvSpPr>
            <p:spPr>
              <a:xfrm rot="-5400000" flipH="1">
                <a:off x="8701992" y="303408"/>
                <a:ext cx="80974" cy="81026"/>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6"/>
              <p:cNvSpPr/>
              <p:nvPr/>
            </p:nvSpPr>
            <p:spPr>
              <a:xfrm rot="-5400000" flipH="1">
                <a:off x="8386087" y="-13816"/>
                <a:ext cx="484344" cy="1183792"/>
              </a:xfrm>
              <a:custGeom>
                <a:avLst/>
                <a:gdLst/>
                <a:ahLst/>
                <a:cxnLst/>
                <a:rect l="l" t="t" r="r" b="b"/>
                <a:pathLst>
                  <a:path w="9367" h="22894" extrusionOk="0">
                    <a:moveTo>
                      <a:pt x="1897" y="1"/>
                    </a:moveTo>
                    <a:cubicBezTo>
                      <a:pt x="1214" y="1"/>
                      <a:pt x="661" y="555"/>
                      <a:pt x="661" y="1238"/>
                    </a:cubicBezTo>
                    <a:cubicBezTo>
                      <a:pt x="661" y="1847"/>
                      <a:pt x="1103" y="2352"/>
                      <a:pt x="1683" y="2454"/>
                    </a:cubicBezTo>
                    <a:lnTo>
                      <a:pt x="1683" y="8153"/>
                    </a:lnTo>
                    <a:lnTo>
                      <a:pt x="46" y="9790"/>
                    </a:lnTo>
                    <a:cubicBezTo>
                      <a:pt x="17" y="9819"/>
                      <a:pt x="1" y="9858"/>
                      <a:pt x="1" y="9899"/>
                    </a:cubicBezTo>
                    <a:lnTo>
                      <a:pt x="1" y="13697"/>
                    </a:lnTo>
                    <a:cubicBezTo>
                      <a:pt x="1" y="13738"/>
                      <a:pt x="17" y="13778"/>
                      <a:pt x="46" y="13806"/>
                    </a:cubicBezTo>
                    <a:lnTo>
                      <a:pt x="9090" y="22849"/>
                    </a:lnTo>
                    <a:cubicBezTo>
                      <a:pt x="9119" y="22879"/>
                      <a:pt x="9158" y="22894"/>
                      <a:pt x="9198" y="22894"/>
                    </a:cubicBezTo>
                    <a:cubicBezTo>
                      <a:pt x="9237" y="22894"/>
                      <a:pt x="9276" y="22879"/>
                      <a:pt x="9307" y="22849"/>
                    </a:cubicBezTo>
                    <a:cubicBezTo>
                      <a:pt x="9366" y="22790"/>
                      <a:pt x="9366" y="22692"/>
                      <a:pt x="9307" y="22631"/>
                    </a:cubicBezTo>
                    <a:lnTo>
                      <a:pt x="308" y="13634"/>
                    </a:lnTo>
                    <a:lnTo>
                      <a:pt x="308" y="9963"/>
                    </a:lnTo>
                    <a:lnTo>
                      <a:pt x="1946" y="8326"/>
                    </a:lnTo>
                    <a:cubicBezTo>
                      <a:pt x="1974" y="8297"/>
                      <a:pt x="1991" y="8258"/>
                      <a:pt x="1991" y="8217"/>
                    </a:cubicBezTo>
                    <a:lnTo>
                      <a:pt x="1991" y="2466"/>
                    </a:lnTo>
                    <a:cubicBezTo>
                      <a:pt x="2629" y="2417"/>
                      <a:pt x="3135" y="1890"/>
                      <a:pt x="3135" y="1238"/>
                    </a:cubicBezTo>
                    <a:cubicBezTo>
                      <a:pt x="3135" y="555"/>
                      <a:pt x="2580" y="1"/>
                      <a:pt x="1897"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6"/>
              <p:cNvSpPr/>
              <p:nvPr/>
            </p:nvSpPr>
            <p:spPr>
              <a:xfrm rot="-5400000" flipH="1">
                <a:off x="8073387" y="407060"/>
                <a:ext cx="53983" cy="53879"/>
              </a:xfrm>
              <a:custGeom>
                <a:avLst/>
                <a:gdLst/>
                <a:ahLst/>
                <a:cxnLst/>
                <a:rect l="l" t="t" r="r" b="b"/>
                <a:pathLst>
                  <a:path w="1044" h="1042" extrusionOk="0">
                    <a:moveTo>
                      <a:pt x="522" y="0"/>
                    </a:moveTo>
                    <a:cubicBezTo>
                      <a:pt x="235" y="0"/>
                      <a:pt x="1" y="233"/>
                      <a:pt x="1" y="521"/>
                    </a:cubicBezTo>
                    <a:cubicBezTo>
                      <a:pt x="1" y="809"/>
                      <a:pt x="235" y="1042"/>
                      <a:pt x="522" y="1042"/>
                    </a:cubicBezTo>
                    <a:cubicBezTo>
                      <a:pt x="811" y="1042"/>
                      <a:pt x="1043" y="809"/>
                      <a:pt x="1043" y="521"/>
                    </a:cubicBezTo>
                    <a:cubicBezTo>
                      <a:pt x="1043" y="233"/>
                      <a:pt x="81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6"/>
              <p:cNvSpPr/>
              <p:nvPr/>
            </p:nvSpPr>
            <p:spPr>
              <a:xfrm rot="-5400000" flipH="1">
                <a:off x="8627065" y="857681"/>
                <a:ext cx="128028" cy="127976"/>
              </a:xfrm>
              <a:custGeom>
                <a:avLst/>
                <a:gdLst/>
                <a:ahLst/>
                <a:cxnLst/>
                <a:rect l="l" t="t" r="r" b="b"/>
                <a:pathLst>
                  <a:path w="2476" h="2475" extrusionOk="0">
                    <a:moveTo>
                      <a:pt x="1237" y="0"/>
                    </a:moveTo>
                    <a:cubicBezTo>
                      <a:pt x="555" y="0"/>
                      <a:pt x="1" y="555"/>
                      <a:pt x="1" y="1238"/>
                    </a:cubicBezTo>
                    <a:cubicBezTo>
                      <a:pt x="1" y="1921"/>
                      <a:pt x="555" y="2474"/>
                      <a:pt x="1237" y="2474"/>
                    </a:cubicBezTo>
                    <a:cubicBezTo>
                      <a:pt x="1921" y="2474"/>
                      <a:pt x="2475" y="1921"/>
                      <a:pt x="2475" y="1238"/>
                    </a:cubicBezTo>
                    <a:cubicBezTo>
                      <a:pt x="2475" y="555"/>
                      <a:pt x="1921" y="0"/>
                      <a:pt x="12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6"/>
              <p:cNvSpPr/>
              <p:nvPr/>
            </p:nvSpPr>
            <p:spPr>
              <a:xfrm rot="-5400000" flipH="1">
                <a:off x="8664166" y="894679"/>
                <a:ext cx="53879" cy="53983"/>
              </a:xfrm>
              <a:custGeom>
                <a:avLst/>
                <a:gdLst/>
                <a:ahLst/>
                <a:cxnLst/>
                <a:rect l="l" t="t" r="r" b="b"/>
                <a:pathLst>
                  <a:path w="1042" h="1044" extrusionOk="0">
                    <a:moveTo>
                      <a:pt x="522" y="1"/>
                    </a:moveTo>
                    <a:cubicBezTo>
                      <a:pt x="233" y="1"/>
                      <a:pt x="0" y="235"/>
                      <a:pt x="0" y="522"/>
                    </a:cubicBezTo>
                    <a:cubicBezTo>
                      <a:pt x="0" y="809"/>
                      <a:pt x="233" y="1043"/>
                      <a:pt x="522" y="1043"/>
                    </a:cubicBezTo>
                    <a:cubicBezTo>
                      <a:pt x="809" y="1043"/>
                      <a:pt x="1042" y="809"/>
                      <a:pt x="1042" y="522"/>
                    </a:cubicBezTo>
                    <a:cubicBezTo>
                      <a:pt x="1042" y="233"/>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6"/>
              <p:cNvSpPr/>
              <p:nvPr/>
            </p:nvSpPr>
            <p:spPr>
              <a:xfrm rot="-5400000" flipH="1">
                <a:off x="8904891" y="702457"/>
                <a:ext cx="92712" cy="537861"/>
              </a:xfrm>
              <a:custGeom>
                <a:avLst/>
                <a:gdLst/>
                <a:ahLst/>
                <a:cxnLst/>
                <a:rect l="l" t="t" r="r" b="b"/>
                <a:pathLst>
                  <a:path w="1793" h="10402" extrusionOk="0">
                    <a:moveTo>
                      <a:pt x="1639" y="10402"/>
                    </a:moveTo>
                    <a:cubicBezTo>
                      <a:pt x="1554" y="10402"/>
                      <a:pt x="1485" y="10333"/>
                      <a:pt x="1485" y="10248"/>
                    </a:cubicBezTo>
                    <a:lnTo>
                      <a:pt x="1485" y="1703"/>
                    </a:lnTo>
                    <a:lnTo>
                      <a:pt x="61" y="279"/>
                    </a:lnTo>
                    <a:cubicBezTo>
                      <a:pt x="1" y="218"/>
                      <a:pt x="1" y="121"/>
                      <a:pt x="61" y="61"/>
                    </a:cubicBezTo>
                    <a:cubicBezTo>
                      <a:pt x="121" y="1"/>
                      <a:pt x="218" y="1"/>
                      <a:pt x="278" y="61"/>
                    </a:cubicBezTo>
                    <a:lnTo>
                      <a:pt x="1748" y="1531"/>
                    </a:lnTo>
                    <a:cubicBezTo>
                      <a:pt x="1776" y="1559"/>
                      <a:pt x="1793" y="1598"/>
                      <a:pt x="1793" y="1639"/>
                    </a:cubicBezTo>
                    <a:lnTo>
                      <a:pt x="1793" y="10248"/>
                    </a:lnTo>
                    <a:cubicBezTo>
                      <a:pt x="1793" y="10333"/>
                      <a:pt x="1724" y="10402"/>
                      <a:pt x="1639" y="10402"/>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6"/>
              <p:cNvSpPr/>
              <p:nvPr/>
            </p:nvSpPr>
            <p:spPr>
              <a:xfrm rot="-5400000" flipH="1">
                <a:off x="8561084" y="789644"/>
                <a:ext cx="553994" cy="916567"/>
              </a:xfrm>
              <a:custGeom>
                <a:avLst/>
                <a:gdLst/>
                <a:ahLst/>
                <a:cxnLst/>
                <a:rect l="l" t="t" r="r" b="b"/>
                <a:pathLst>
                  <a:path w="10714" h="17726" extrusionOk="0">
                    <a:moveTo>
                      <a:pt x="1237" y="0"/>
                    </a:moveTo>
                    <a:cubicBezTo>
                      <a:pt x="553" y="0"/>
                      <a:pt x="0" y="553"/>
                      <a:pt x="0" y="1237"/>
                    </a:cubicBezTo>
                    <a:cubicBezTo>
                      <a:pt x="0" y="1920"/>
                      <a:pt x="553" y="2474"/>
                      <a:pt x="1237" y="2474"/>
                    </a:cubicBezTo>
                    <a:cubicBezTo>
                      <a:pt x="1539" y="2474"/>
                      <a:pt x="1813" y="2362"/>
                      <a:pt x="2026" y="2182"/>
                    </a:cubicBezTo>
                    <a:lnTo>
                      <a:pt x="5616" y="5771"/>
                    </a:lnTo>
                    <a:lnTo>
                      <a:pt x="5616" y="12797"/>
                    </a:lnTo>
                    <a:cubicBezTo>
                      <a:pt x="5616" y="12839"/>
                      <a:pt x="5632" y="12878"/>
                      <a:pt x="5662" y="12906"/>
                    </a:cubicBezTo>
                    <a:cubicBezTo>
                      <a:pt x="5662" y="12906"/>
                      <a:pt x="10291" y="17537"/>
                      <a:pt x="10437" y="17681"/>
                    </a:cubicBezTo>
                    <a:cubicBezTo>
                      <a:pt x="10466" y="17711"/>
                      <a:pt x="10505" y="17726"/>
                      <a:pt x="10544" y="17726"/>
                    </a:cubicBezTo>
                    <a:cubicBezTo>
                      <a:pt x="10584" y="17726"/>
                      <a:pt x="10623" y="17710"/>
                      <a:pt x="10654" y="17681"/>
                    </a:cubicBezTo>
                    <a:cubicBezTo>
                      <a:pt x="10713" y="17620"/>
                      <a:pt x="10713" y="17524"/>
                      <a:pt x="10653" y="17463"/>
                    </a:cubicBezTo>
                    <a:lnTo>
                      <a:pt x="10654" y="17463"/>
                    </a:lnTo>
                    <a:cubicBezTo>
                      <a:pt x="10517" y="17327"/>
                      <a:pt x="6402" y="13211"/>
                      <a:pt x="5924" y="12733"/>
                    </a:cubicBezTo>
                    <a:lnTo>
                      <a:pt x="5924" y="5708"/>
                    </a:lnTo>
                    <a:cubicBezTo>
                      <a:pt x="5924" y="5667"/>
                      <a:pt x="5908" y="5627"/>
                      <a:pt x="5879" y="5599"/>
                    </a:cubicBezTo>
                    <a:lnTo>
                      <a:pt x="2238" y="1959"/>
                    </a:lnTo>
                    <a:cubicBezTo>
                      <a:pt x="2386" y="1754"/>
                      <a:pt x="2475" y="1507"/>
                      <a:pt x="2475" y="1237"/>
                    </a:cubicBezTo>
                    <a:cubicBezTo>
                      <a:pt x="2475" y="553"/>
                      <a:pt x="1920" y="0"/>
                      <a:pt x="1237"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6"/>
              <p:cNvSpPr/>
              <p:nvPr/>
            </p:nvSpPr>
            <p:spPr>
              <a:xfrm rot="-5400000" flipH="1">
                <a:off x="8416769" y="1007954"/>
                <a:ext cx="53931" cy="53931"/>
              </a:xfrm>
              <a:custGeom>
                <a:avLst/>
                <a:gdLst/>
                <a:ahLst/>
                <a:cxnLst/>
                <a:rect l="l" t="t" r="r" b="b"/>
                <a:pathLst>
                  <a:path w="1043" h="1043" extrusionOk="0">
                    <a:moveTo>
                      <a:pt x="521" y="0"/>
                    </a:moveTo>
                    <a:cubicBezTo>
                      <a:pt x="234" y="0"/>
                      <a:pt x="1" y="234"/>
                      <a:pt x="1" y="522"/>
                    </a:cubicBezTo>
                    <a:cubicBezTo>
                      <a:pt x="1" y="809"/>
                      <a:pt x="234" y="1043"/>
                      <a:pt x="521" y="1043"/>
                    </a:cubicBezTo>
                    <a:cubicBezTo>
                      <a:pt x="809" y="1043"/>
                      <a:pt x="1042" y="810"/>
                      <a:pt x="1042" y="522"/>
                    </a:cubicBezTo>
                    <a:cubicBezTo>
                      <a:pt x="1042"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6"/>
              <p:cNvSpPr/>
              <p:nvPr/>
            </p:nvSpPr>
            <p:spPr>
              <a:xfrm rot="-5400000" flipH="1">
                <a:off x="8556514" y="1141804"/>
                <a:ext cx="236820" cy="236872"/>
              </a:xfrm>
              <a:custGeom>
                <a:avLst/>
                <a:gdLst/>
                <a:ahLst/>
                <a:cxnLst/>
                <a:rect l="l" t="t" r="r" b="b"/>
                <a:pathLst>
                  <a:path w="4580" h="4581" extrusionOk="0">
                    <a:moveTo>
                      <a:pt x="2290" y="156"/>
                    </a:moveTo>
                    <a:cubicBezTo>
                      <a:pt x="3468" y="156"/>
                      <a:pt x="4426" y="1113"/>
                      <a:pt x="4426" y="2291"/>
                    </a:cubicBezTo>
                    <a:cubicBezTo>
                      <a:pt x="4426" y="3468"/>
                      <a:pt x="3468" y="4427"/>
                      <a:pt x="2290" y="4427"/>
                    </a:cubicBezTo>
                    <a:cubicBezTo>
                      <a:pt x="1113" y="4427"/>
                      <a:pt x="154" y="3468"/>
                      <a:pt x="154" y="2291"/>
                    </a:cubicBezTo>
                    <a:cubicBezTo>
                      <a:pt x="154" y="1113"/>
                      <a:pt x="1113" y="156"/>
                      <a:pt x="2290" y="156"/>
                    </a:cubicBezTo>
                    <a:close/>
                    <a:moveTo>
                      <a:pt x="2290" y="1"/>
                    </a:moveTo>
                    <a:cubicBezTo>
                      <a:pt x="1028" y="1"/>
                      <a:pt x="1" y="1028"/>
                      <a:pt x="1" y="2291"/>
                    </a:cubicBezTo>
                    <a:cubicBezTo>
                      <a:pt x="1" y="3553"/>
                      <a:pt x="1028" y="4580"/>
                      <a:pt x="2290" y="4580"/>
                    </a:cubicBezTo>
                    <a:cubicBezTo>
                      <a:pt x="3553" y="4580"/>
                      <a:pt x="4579" y="3553"/>
                      <a:pt x="4579" y="2291"/>
                    </a:cubicBezTo>
                    <a:cubicBezTo>
                      <a:pt x="4579" y="1028"/>
                      <a:pt x="3553" y="1"/>
                      <a:pt x="2290"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6"/>
              <p:cNvSpPr/>
              <p:nvPr/>
            </p:nvSpPr>
            <p:spPr>
              <a:xfrm rot="-5400000" flipH="1">
                <a:off x="8634414" y="1219756"/>
                <a:ext cx="81026" cy="81026"/>
              </a:xfrm>
              <a:custGeom>
                <a:avLst/>
                <a:gdLst/>
                <a:ahLst/>
                <a:cxnLst/>
                <a:rect l="l" t="t" r="r" b="b"/>
                <a:pathLst>
                  <a:path w="1567" h="1567" extrusionOk="0">
                    <a:moveTo>
                      <a:pt x="783" y="1"/>
                    </a:moveTo>
                    <a:cubicBezTo>
                      <a:pt x="351" y="1"/>
                      <a:pt x="1" y="351"/>
                      <a:pt x="1" y="784"/>
                    </a:cubicBezTo>
                    <a:cubicBezTo>
                      <a:pt x="1" y="1216"/>
                      <a:pt x="351" y="1566"/>
                      <a:pt x="783" y="1566"/>
                    </a:cubicBezTo>
                    <a:cubicBezTo>
                      <a:pt x="1216" y="1566"/>
                      <a:pt x="1566" y="1216"/>
                      <a:pt x="1566" y="784"/>
                    </a:cubicBezTo>
                    <a:cubicBezTo>
                      <a:pt x="1566" y="351"/>
                      <a:pt x="1216"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6"/>
              <p:cNvSpPr/>
              <p:nvPr/>
            </p:nvSpPr>
            <p:spPr>
              <a:xfrm rot="-5400000" flipH="1">
                <a:off x="8796336" y="1534788"/>
                <a:ext cx="236820" cy="236820"/>
              </a:xfrm>
              <a:custGeom>
                <a:avLst/>
                <a:gdLst/>
                <a:ahLst/>
                <a:cxnLst/>
                <a:rect l="l" t="t" r="r" b="b"/>
                <a:pathLst>
                  <a:path w="4580" h="4580" extrusionOk="0">
                    <a:moveTo>
                      <a:pt x="2291" y="154"/>
                    </a:moveTo>
                    <a:cubicBezTo>
                      <a:pt x="3468" y="154"/>
                      <a:pt x="4426" y="1113"/>
                      <a:pt x="4426" y="2290"/>
                    </a:cubicBezTo>
                    <a:cubicBezTo>
                      <a:pt x="4426" y="3468"/>
                      <a:pt x="3468" y="4427"/>
                      <a:pt x="2291" y="4427"/>
                    </a:cubicBezTo>
                    <a:cubicBezTo>
                      <a:pt x="1113" y="4427"/>
                      <a:pt x="155" y="3468"/>
                      <a:pt x="155" y="2290"/>
                    </a:cubicBezTo>
                    <a:cubicBezTo>
                      <a:pt x="155" y="1113"/>
                      <a:pt x="1113" y="154"/>
                      <a:pt x="2291" y="154"/>
                    </a:cubicBezTo>
                    <a:close/>
                    <a:moveTo>
                      <a:pt x="2291" y="1"/>
                    </a:moveTo>
                    <a:cubicBezTo>
                      <a:pt x="1028" y="1"/>
                      <a:pt x="1" y="1028"/>
                      <a:pt x="1" y="2290"/>
                    </a:cubicBezTo>
                    <a:cubicBezTo>
                      <a:pt x="1" y="3553"/>
                      <a:pt x="1028" y="4579"/>
                      <a:pt x="2291" y="4579"/>
                    </a:cubicBezTo>
                    <a:cubicBezTo>
                      <a:pt x="3553" y="4579"/>
                      <a:pt x="4579" y="3553"/>
                      <a:pt x="4579" y="2290"/>
                    </a:cubicBezTo>
                    <a:cubicBezTo>
                      <a:pt x="4579" y="1028"/>
                      <a:pt x="3553" y="1"/>
                      <a:pt x="2291"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6"/>
              <p:cNvSpPr/>
              <p:nvPr/>
            </p:nvSpPr>
            <p:spPr>
              <a:xfrm rot="-5400000" flipH="1">
                <a:off x="8874287" y="1612740"/>
                <a:ext cx="80974" cy="81026"/>
              </a:xfrm>
              <a:custGeom>
                <a:avLst/>
                <a:gdLst/>
                <a:ahLst/>
                <a:cxnLst/>
                <a:rect l="l" t="t" r="r" b="b"/>
                <a:pathLst>
                  <a:path w="1566" h="1567" extrusionOk="0">
                    <a:moveTo>
                      <a:pt x="783" y="1"/>
                    </a:moveTo>
                    <a:cubicBezTo>
                      <a:pt x="350" y="1"/>
                      <a:pt x="0" y="351"/>
                      <a:pt x="0" y="783"/>
                    </a:cubicBezTo>
                    <a:cubicBezTo>
                      <a:pt x="0" y="1216"/>
                      <a:pt x="350" y="1566"/>
                      <a:pt x="783" y="1566"/>
                    </a:cubicBezTo>
                    <a:cubicBezTo>
                      <a:pt x="1215" y="1566"/>
                      <a:pt x="1565" y="1216"/>
                      <a:pt x="1565" y="783"/>
                    </a:cubicBezTo>
                    <a:cubicBezTo>
                      <a:pt x="1565" y="351"/>
                      <a:pt x="1215"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6"/>
              <p:cNvSpPr/>
              <p:nvPr/>
            </p:nvSpPr>
            <p:spPr>
              <a:xfrm rot="-5400000" flipH="1">
                <a:off x="8783632" y="1393812"/>
                <a:ext cx="185061" cy="688020"/>
              </a:xfrm>
              <a:custGeom>
                <a:avLst/>
                <a:gdLst/>
                <a:ahLst/>
                <a:cxnLst/>
                <a:rect l="l" t="t" r="r" b="b"/>
                <a:pathLst>
                  <a:path w="3579" h="13306" extrusionOk="0">
                    <a:moveTo>
                      <a:pt x="2341" y="0"/>
                    </a:moveTo>
                    <a:cubicBezTo>
                      <a:pt x="1657" y="0"/>
                      <a:pt x="1104" y="555"/>
                      <a:pt x="1104" y="1237"/>
                    </a:cubicBezTo>
                    <a:cubicBezTo>
                      <a:pt x="1104" y="1875"/>
                      <a:pt x="1588" y="2393"/>
                      <a:pt x="2206" y="2462"/>
                    </a:cubicBezTo>
                    <a:lnTo>
                      <a:pt x="2206" y="5094"/>
                    </a:lnTo>
                    <a:lnTo>
                      <a:pt x="45" y="7256"/>
                    </a:lnTo>
                    <a:cubicBezTo>
                      <a:pt x="17" y="7285"/>
                      <a:pt x="0" y="7324"/>
                      <a:pt x="0" y="7365"/>
                    </a:cubicBezTo>
                    <a:lnTo>
                      <a:pt x="0" y="13152"/>
                    </a:lnTo>
                    <a:cubicBezTo>
                      <a:pt x="0" y="13237"/>
                      <a:pt x="69" y="13306"/>
                      <a:pt x="154" y="13306"/>
                    </a:cubicBezTo>
                    <a:cubicBezTo>
                      <a:pt x="239" y="13306"/>
                      <a:pt x="307" y="13237"/>
                      <a:pt x="307" y="13152"/>
                    </a:cubicBezTo>
                    <a:lnTo>
                      <a:pt x="307" y="7429"/>
                    </a:lnTo>
                    <a:lnTo>
                      <a:pt x="2468" y="5267"/>
                    </a:lnTo>
                    <a:cubicBezTo>
                      <a:pt x="2498" y="5238"/>
                      <a:pt x="2513" y="5199"/>
                      <a:pt x="2513" y="5158"/>
                    </a:cubicBezTo>
                    <a:lnTo>
                      <a:pt x="2513" y="2457"/>
                    </a:lnTo>
                    <a:cubicBezTo>
                      <a:pt x="3115" y="2373"/>
                      <a:pt x="3578" y="1862"/>
                      <a:pt x="3578" y="1238"/>
                    </a:cubicBezTo>
                    <a:lnTo>
                      <a:pt x="3578" y="1237"/>
                    </a:lnTo>
                    <a:cubicBezTo>
                      <a:pt x="3578" y="555"/>
                      <a:pt x="3024" y="0"/>
                      <a:pt x="2341"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6"/>
              <p:cNvSpPr/>
              <p:nvPr/>
            </p:nvSpPr>
            <p:spPr>
              <a:xfrm rot="-5400000" flipH="1">
                <a:off x="8569151" y="1739376"/>
                <a:ext cx="53983" cy="53931"/>
              </a:xfrm>
              <a:custGeom>
                <a:avLst/>
                <a:gdLst/>
                <a:ahLst/>
                <a:cxnLst/>
                <a:rect l="l" t="t" r="r" b="b"/>
                <a:pathLst>
                  <a:path w="1044" h="1043" extrusionOk="0">
                    <a:moveTo>
                      <a:pt x="522" y="1"/>
                    </a:moveTo>
                    <a:cubicBezTo>
                      <a:pt x="234" y="1"/>
                      <a:pt x="0" y="233"/>
                      <a:pt x="0" y="521"/>
                    </a:cubicBezTo>
                    <a:cubicBezTo>
                      <a:pt x="0" y="809"/>
                      <a:pt x="234" y="1042"/>
                      <a:pt x="522" y="1042"/>
                    </a:cubicBezTo>
                    <a:cubicBezTo>
                      <a:pt x="810" y="1042"/>
                      <a:pt x="1043" y="809"/>
                      <a:pt x="1043" y="521"/>
                    </a:cubicBezTo>
                    <a:cubicBezTo>
                      <a:pt x="1043"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3" name="Google Shape;1363;p26"/>
            <p:cNvGrpSpPr/>
            <p:nvPr/>
          </p:nvGrpSpPr>
          <p:grpSpPr>
            <a:xfrm>
              <a:off x="76428" y="3878198"/>
              <a:ext cx="947059" cy="1331003"/>
              <a:chOff x="5463078" y="3878198"/>
              <a:chExt cx="947059" cy="1331003"/>
            </a:xfrm>
          </p:grpSpPr>
          <p:sp>
            <p:nvSpPr>
              <p:cNvPr id="1364" name="Google Shape;1364;p26"/>
              <p:cNvSpPr/>
              <p:nvPr/>
            </p:nvSpPr>
            <p:spPr>
              <a:xfrm>
                <a:off x="5925793" y="4025353"/>
                <a:ext cx="484344" cy="1183792"/>
              </a:xfrm>
              <a:custGeom>
                <a:avLst/>
                <a:gdLst/>
                <a:ahLst/>
                <a:cxnLst/>
                <a:rect l="l" t="t" r="r" b="b"/>
                <a:pathLst>
                  <a:path w="9367" h="22894" extrusionOk="0">
                    <a:moveTo>
                      <a:pt x="1897" y="1"/>
                    </a:moveTo>
                    <a:cubicBezTo>
                      <a:pt x="1214" y="1"/>
                      <a:pt x="661" y="555"/>
                      <a:pt x="661" y="1238"/>
                    </a:cubicBezTo>
                    <a:cubicBezTo>
                      <a:pt x="661" y="1847"/>
                      <a:pt x="1103" y="2352"/>
                      <a:pt x="1683" y="2454"/>
                    </a:cubicBezTo>
                    <a:lnTo>
                      <a:pt x="1683" y="8153"/>
                    </a:lnTo>
                    <a:lnTo>
                      <a:pt x="46" y="9790"/>
                    </a:lnTo>
                    <a:cubicBezTo>
                      <a:pt x="17" y="9819"/>
                      <a:pt x="1" y="9858"/>
                      <a:pt x="1" y="9899"/>
                    </a:cubicBezTo>
                    <a:lnTo>
                      <a:pt x="1" y="13697"/>
                    </a:lnTo>
                    <a:cubicBezTo>
                      <a:pt x="1" y="13738"/>
                      <a:pt x="17" y="13778"/>
                      <a:pt x="46" y="13806"/>
                    </a:cubicBezTo>
                    <a:lnTo>
                      <a:pt x="9090" y="22849"/>
                    </a:lnTo>
                    <a:cubicBezTo>
                      <a:pt x="9119" y="22879"/>
                      <a:pt x="9158" y="22894"/>
                      <a:pt x="9198" y="22894"/>
                    </a:cubicBezTo>
                    <a:cubicBezTo>
                      <a:pt x="9237" y="22894"/>
                      <a:pt x="9276" y="22879"/>
                      <a:pt x="9307" y="22849"/>
                    </a:cubicBezTo>
                    <a:cubicBezTo>
                      <a:pt x="9366" y="22790"/>
                      <a:pt x="9366" y="22692"/>
                      <a:pt x="9307" y="22631"/>
                    </a:cubicBezTo>
                    <a:lnTo>
                      <a:pt x="308" y="13634"/>
                    </a:lnTo>
                    <a:lnTo>
                      <a:pt x="308" y="9963"/>
                    </a:lnTo>
                    <a:lnTo>
                      <a:pt x="1946" y="8326"/>
                    </a:lnTo>
                    <a:cubicBezTo>
                      <a:pt x="1974" y="8297"/>
                      <a:pt x="1991" y="8258"/>
                      <a:pt x="1991" y="8217"/>
                    </a:cubicBezTo>
                    <a:lnTo>
                      <a:pt x="1991" y="2466"/>
                    </a:lnTo>
                    <a:cubicBezTo>
                      <a:pt x="2629" y="2417"/>
                      <a:pt x="3135" y="1890"/>
                      <a:pt x="3135" y="1238"/>
                    </a:cubicBezTo>
                    <a:cubicBezTo>
                      <a:pt x="3135" y="555"/>
                      <a:pt x="2580" y="1"/>
                      <a:pt x="1897"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6"/>
              <p:cNvSpPr/>
              <p:nvPr/>
            </p:nvSpPr>
            <p:spPr>
              <a:xfrm>
                <a:off x="5996893" y="4062429"/>
                <a:ext cx="53983" cy="53879"/>
              </a:xfrm>
              <a:custGeom>
                <a:avLst/>
                <a:gdLst/>
                <a:ahLst/>
                <a:cxnLst/>
                <a:rect l="l" t="t" r="r" b="b"/>
                <a:pathLst>
                  <a:path w="1044" h="1042" extrusionOk="0">
                    <a:moveTo>
                      <a:pt x="522" y="0"/>
                    </a:moveTo>
                    <a:cubicBezTo>
                      <a:pt x="235" y="0"/>
                      <a:pt x="1" y="233"/>
                      <a:pt x="1" y="521"/>
                    </a:cubicBezTo>
                    <a:cubicBezTo>
                      <a:pt x="1" y="809"/>
                      <a:pt x="235" y="1042"/>
                      <a:pt x="522" y="1042"/>
                    </a:cubicBezTo>
                    <a:cubicBezTo>
                      <a:pt x="811" y="1042"/>
                      <a:pt x="1043" y="809"/>
                      <a:pt x="1043" y="521"/>
                    </a:cubicBezTo>
                    <a:cubicBezTo>
                      <a:pt x="1043" y="233"/>
                      <a:pt x="81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6" name="Google Shape;1366;p26"/>
              <p:cNvGrpSpPr/>
              <p:nvPr/>
            </p:nvGrpSpPr>
            <p:grpSpPr>
              <a:xfrm>
                <a:off x="5463078" y="3878198"/>
                <a:ext cx="274737" cy="274677"/>
                <a:chOff x="1111176" y="-150810"/>
                <a:chExt cx="231748" cy="231697"/>
              </a:xfrm>
            </p:grpSpPr>
            <p:sp>
              <p:nvSpPr>
                <p:cNvPr id="1367" name="Google Shape;1367;p26"/>
                <p:cNvSpPr/>
                <p:nvPr/>
              </p:nvSpPr>
              <p:spPr>
                <a:xfrm rot="-5400000">
                  <a:off x="1187406" y="-74582"/>
                  <a:ext cx="79240" cy="79290"/>
                </a:xfrm>
                <a:custGeom>
                  <a:avLst/>
                  <a:gdLst/>
                  <a:ahLst/>
                  <a:cxnLst/>
                  <a:rect l="l" t="t" r="r" b="b"/>
                  <a:pathLst>
                    <a:path w="1566" h="1567" extrusionOk="0">
                      <a:moveTo>
                        <a:pt x="783" y="1"/>
                      </a:moveTo>
                      <a:cubicBezTo>
                        <a:pt x="350" y="1"/>
                        <a:pt x="0" y="352"/>
                        <a:pt x="0" y="784"/>
                      </a:cubicBezTo>
                      <a:cubicBezTo>
                        <a:pt x="0" y="1216"/>
                        <a:pt x="350" y="1567"/>
                        <a:pt x="783" y="1567"/>
                      </a:cubicBezTo>
                      <a:cubicBezTo>
                        <a:pt x="1216" y="1567"/>
                        <a:pt x="1565" y="1216"/>
                        <a:pt x="1565" y="784"/>
                      </a:cubicBezTo>
                      <a:cubicBezTo>
                        <a:pt x="1565" y="352"/>
                        <a:pt x="1216" y="1"/>
                        <a:pt x="783" y="1"/>
                      </a:cubicBezTo>
                      <a:close/>
                    </a:path>
                  </a:pathLst>
                </a:custGeom>
                <a:solidFill>
                  <a:schemeClr val="dk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6"/>
                <p:cNvSpPr/>
                <p:nvPr/>
              </p:nvSpPr>
              <p:spPr>
                <a:xfrm rot="-5400000">
                  <a:off x="1111201" y="-150836"/>
                  <a:ext cx="231697" cy="231748"/>
                </a:xfrm>
                <a:custGeom>
                  <a:avLst/>
                  <a:gdLst/>
                  <a:ahLst/>
                  <a:cxnLst/>
                  <a:rect l="l" t="t" r="r" b="b"/>
                  <a:pathLst>
                    <a:path w="4579" h="4580" extrusionOk="0">
                      <a:moveTo>
                        <a:pt x="2289" y="154"/>
                      </a:moveTo>
                      <a:cubicBezTo>
                        <a:pt x="3466" y="154"/>
                        <a:pt x="4425" y="1112"/>
                        <a:pt x="4425" y="2290"/>
                      </a:cubicBezTo>
                      <a:cubicBezTo>
                        <a:pt x="4425" y="3468"/>
                        <a:pt x="3466" y="4425"/>
                        <a:pt x="2289" y="4425"/>
                      </a:cubicBezTo>
                      <a:cubicBezTo>
                        <a:pt x="1111" y="4425"/>
                        <a:pt x="154" y="3468"/>
                        <a:pt x="154" y="2290"/>
                      </a:cubicBezTo>
                      <a:cubicBezTo>
                        <a:pt x="154" y="1113"/>
                        <a:pt x="1111" y="154"/>
                        <a:pt x="2289" y="154"/>
                      </a:cubicBezTo>
                      <a:close/>
                      <a:moveTo>
                        <a:pt x="2289" y="0"/>
                      </a:moveTo>
                      <a:cubicBezTo>
                        <a:pt x="1026" y="0"/>
                        <a:pt x="0" y="1028"/>
                        <a:pt x="0" y="2290"/>
                      </a:cubicBezTo>
                      <a:cubicBezTo>
                        <a:pt x="0" y="3552"/>
                        <a:pt x="1026" y="4579"/>
                        <a:pt x="2289" y="4579"/>
                      </a:cubicBezTo>
                      <a:cubicBezTo>
                        <a:pt x="3551" y="4579"/>
                        <a:pt x="4579" y="3552"/>
                        <a:pt x="4579" y="2290"/>
                      </a:cubicBezTo>
                      <a:cubicBezTo>
                        <a:pt x="4579" y="1028"/>
                        <a:pt x="3551"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9" name="Google Shape;1369;p26"/>
              <p:cNvSpPr/>
              <p:nvPr/>
            </p:nvSpPr>
            <p:spPr>
              <a:xfrm>
                <a:off x="5737830" y="4152868"/>
                <a:ext cx="188422" cy="1056333"/>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6"/>
              <p:cNvSpPr/>
              <p:nvPr/>
            </p:nvSpPr>
            <p:spPr>
              <a:xfrm>
                <a:off x="5835302" y="4189944"/>
                <a:ext cx="53931" cy="53931"/>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6"/>
              <p:cNvSpPr/>
              <p:nvPr/>
            </p:nvSpPr>
            <p:spPr>
              <a:xfrm>
                <a:off x="5576031" y="4457126"/>
                <a:ext cx="138369" cy="752034"/>
              </a:xfrm>
              <a:custGeom>
                <a:avLst/>
                <a:gdLst/>
                <a:ahLst/>
                <a:cxnLst/>
                <a:rect l="l" t="t" r="r" b="b"/>
                <a:pathLst>
                  <a:path w="2676" h="14544" extrusionOk="0">
                    <a:moveTo>
                      <a:pt x="1438" y="0"/>
                    </a:moveTo>
                    <a:cubicBezTo>
                      <a:pt x="755" y="0"/>
                      <a:pt x="200" y="555"/>
                      <a:pt x="200" y="1238"/>
                    </a:cubicBezTo>
                    <a:cubicBezTo>
                      <a:pt x="200" y="1525"/>
                      <a:pt x="302" y="1786"/>
                      <a:pt x="466" y="1996"/>
                    </a:cubicBezTo>
                    <a:lnTo>
                      <a:pt x="45" y="2417"/>
                    </a:lnTo>
                    <a:cubicBezTo>
                      <a:pt x="17" y="2445"/>
                      <a:pt x="1" y="2484"/>
                      <a:pt x="1" y="2526"/>
                    </a:cubicBezTo>
                    <a:lnTo>
                      <a:pt x="1" y="8856"/>
                    </a:lnTo>
                    <a:cubicBezTo>
                      <a:pt x="1" y="8896"/>
                      <a:pt x="17" y="8935"/>
                      <a:pt x="45" y="8965"/>
                    </a:cubicBezTo>
                    <a:lnTo>
                      <a:pt x="1990" y="10908"/>
                    </a:lnTo>
                    <a:lnTo>
                      <a:pt x="1990" y="14390"/>
                    </a:lnTo>
                    <a:cubicBezTo>
                      <a:pt x="1990" y="14475"/>
                      <a:pt x="2059" y="14544"/>
                      <a:pt x="2144" y="14544"/>
                    </a:cubicBezTo>
                    <a:cubicBezTo>
                      <a:pt x="2229" y="14544"/>
                      <a:pt x="2297" y="14475"/>
                      <a:pt x="2297" y="14390"/>
                    </a:cubicBezTo>
                    <a:lnTo>
                      <a:pt x="2297" y="10846"/>
                    </a:lnTo>
                    <a:cubicBezTo>
                      <a:pt x="2297" y="10804"/>
                      <a:pt x="2281" y="10765"/>
                      <a:pt x="2253" y="10737"/>
                    </a:cubicBezTo>
                    <a:lnTo>
                      <a:pt x="308" y="8792"/>
                    </a:lnTo>
                    <a:lnTo>
                      <a:pt x="308" y="2589"/>
                    </a:lnTo>
                    <a:lnTo>
                      <a:pt x="684" y="2213"/>
                    </a:lnTo>
                    <a:lnTo>
                      <a:pt x="685" y="2213"/>
                    </a:lnTo>
                    <a:cubicBezTo>
                      <a:pt x="894" y="2375"/>
                      <a:pt x="1153" y="2475"/>
                      <a:pt x="1438" y="2475"/>
                    </a:cubicBezTo>
                    <a:cubicBezTo>
                      <a:pt x="2121" y="2475"/>
                      <a:pt x="2676" y="1921"/>
                      <a:pt x="2676" y="1238"/>
                    </a:cubicBezTo>
                    <a:cubicBezTo>
                      <a:pt x="2676" y="555"/>
                      <a:pt x="2121" y="0"/>
                      <a:pt x="1438"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6"/>
              <p:cNvSpPr/>
              <p:nvPr/>
            </p:nvSpPr>
            <p:spPr>
              <a:xfrm>
                <a:off x="5623397" y="4494150"/>
                <a:ext cx="53983" cy="53983"/>
              </a:xfrm>
              <a:custGeom>
                <a:avLst/>
                <a:gdLst/>
                <a:ahLst/>
                <a:cxnLst/>
                <a:rect l="l" t="t" r="r" b="b"/>
                <a:pathLst>
                  <a:path w="1044" h="1044" extrusionOk="0">
                    <a:moveTo>
                      <a:pt x="522" y="1"/>
                    </a:moveTo>
                    <a:cubicBezTo>
                      <a:pt x="235" y="1"/>
                      <a:pt x="1" y="234"/>
                      <a:pt x="1" y="522"/>
                    </a:cubicBezTo>
                    <a:cubicBezTo>
                      <a:pt x="1" y="809"/>
                      <a:pt x="235" y="1044"/>
                      <a:pt x="522" y="1044"/>
                    </a:cubicBezTo>
                    <a:cubicBezTo>
                      <a:pt x="809" y="1044"/>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6"/>
              <p:cNvSpPr/>
              <p:nvPr/>
            </p:nvSpPr>
            <p:spPr>
              <a:xfrm>
                <a:off x="5815394" y="4613081"/>
                <a:ext cx="236820" cy="236769"/>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6"/>
              <p:cNvSpPr/>
              <p:nvPr/>
            </p:nvSpPr>
            <p:spPr>
              <a:xfrm>
                <a:off x="5893320" y="4690956"/>
                <a:ext cx="80974" cy="81026"/>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5" name="Google Shape;1375;p26"/>
          <p:cNvGrpSpPr/>
          <p:nvPr/>
        </p:nvGrpSpPr>
        <p:grpSpPr>
          <a:xfrm>
            <a:off x="328605" y="593782"/>
            <a:ext cx="8366378" cy="4301138"/>
            <a:chOff x="328605" y="593782"/>
            <a:chExt cx="8366378" cy="4301138"/>
          </a:xfrm>
        </p:grpSpPr>
        <p:grpSp>
          <p:nvGrpSpPr>
            <p:cNvPr id="1376" name="Google Shape;1376;p26"/>
            <p:cNvGrpSpPr/>
            <p:nvPr/>
          </p:nvGrpSpPr>
          <p:grpSpPr>
            <a:xfrm>
              <a:off x="328605" y="3644575"/>
              <a:ext cx="233569" cy="233621"/>
              <a:chOff x="6183667" y="4661300"/>
              <a:chExt cx="233569" cy="233621"/>
            </a:xfrm>
          </p:grpSpPr>
          <p:sp>
            <p:nvSpPr>
              <p:cNvPr id="1377" name="Google Shape;1377;p26"/>
              <p:cNvSpPr/>
              <p:nvPr/>
            </p:nvSpPr>
            <p:spPr>
              <a:xfrm>
                <a:off x="6183667" y="4661300"/>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6"/>
              <p:cNvSpPr/>
              <p:nvPr/>
            </p:nvSpPr>
            <p:spPr>
              <a:xfrm>
                <a:off x="6273642" y="4751274"/>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6"/>
              <p:cNvSpPr/>
              <p:nvPr/>
            </p:nvSpPr>
            <p:spPr>
              <a:xfrm>
                <a:off x="6361134" y="4838818"/>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0" name="Google Shape;1380;p26"/>
            <p:cNvGrpSpPr/>
            <p:nvPr/>
          </p:nvGrpSpPr>
          <p:grpSpPr>
            <a:xfrm>
              <a:off x="797017" y="4661300"/>
              <a:ext cx="233569" cy="233621"/>
              <a:chOff x="6183667" y="4661300"/>
              <a:chExt cx="233569" cy="233621"/>
            </a:xfrm>
          </p:grpSpPr>
          <p:sp>
            <p:nvSpPr>
              <p:cNvPr id="1381" name="Google Shape;1381;p26"/>
              <p:cNvSpPr/>
              <p:nvPr/>
            </p:nvSpPr>
            <p:spPr>
              <a:xfrm>
                <a:off x="6183667" y="4661300"/>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6"/>
              <p:cNvSpPr/>
              <p:nvPr/>
            </p:nvSpPr>
            <p:spPr>
              <a:xfrm>
                <a:off x="6273642" y="4751274"/>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6"/>
              <p:cNvSpPr/>
              <p:nvPr/>
            </p:nvSpPr>
            <p:spPr>
              <a:xfrm>
                <a:off x="6361134" y="4838818"/>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4" name="Google Shape;1384;p26"/>
            <p:cNvGrpSpPr/>
            <p:nvPr/>
          </p:nvGrpSpPr>
          <p:grpSpPr>
            <a:xfrm>
              <a:off x="8367510" y="593782"/>
              <a:ext cx="327473" cy="1061849"/>
              <a:chOff x="8367510" y="593782"/>
              <a:chExt cx="327473" cy="1061849"/>
            </a:xfrm>
          </p:grpSpPr>
          <p:sp>
            <p:nvSpPr>
              <p:cNvPr id="1385" name="Google Shape;1385;p26"/>
              <p:cNvSpPr/>
              <p:nvPr/>
            </p:nvSpPr>
            <p:spPr>
              <a:xfrm rot="-5400000" flipH="1">
                <a:off x="8367510" y="593782"/>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6"/>
              <p:cNvSpPr/>
              <p:nvPr/>
            </p:nvSpPr>
            <p:spPr>
              <a:xfrm rot="-5400000" flipH="1">
                <a:off x="8457484" y="683756"/>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6"/>
              <p:cNvSpPr/>
              <p:nvPr/>
            </p:nvSpPr>
            <p:spPr>
              <a:xfrm rot="-5400000" flipH="1">
                <a:off x="8545028" y="771248"/>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6"/>
              <p:cNvSpPr/>
              <p:nvPr/>
            </p:nvSpPr>
            <p:spPr>
              <a:xfrm rot="-5400000" flipH="1">
                <a:off x="8461362" y="1422010"/>
                <a:ext cx="56103" cy="56103"/>
              </a:xfrm>
              <a:custGeom>
                <a:avLst/>
                <a:gdLst/>
                <a:ahLst/>
                <a:cxnLst/>
                <a:rect l="l" t="t" r="r" b="b"/>
                <a:pathLst>
                  <a:path w="1085" h="1085" extrusionOk="0">
                    <a:moveTo>
                      <a:pt x="543" y="0"/>
                    </a:moveTo>
                    <a:cubicBezTo>
                      <a:pt x="243" y="0"/>
                      <a:pt x="1" y="243"/>
                      <a:pt x="1" y="543"/>
                    </a:cubicBezTo>
                    <a:cubicBezTo>
                      <a:pt x="1" y="842"/>
                      <a:pt x="243" y="1084"/>
                      <a:pt x="543" y="1084"/>
                    </a:cubicBezTo>
                    <a:cubicBezTo>
                      <a:pt x="842" y="1084"/>
                      <a:pt x="1085" y="842"/>
                      <a:pt x="1085" y="543"/>
                    </a:cubicBezTo>
                    <a:cubicBezTo>
                      <a:pt x="1085" y="243"/>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6"/>
              <p:cNvSpPr/>
              <p:nvPr/>
            </p:nvSpPr>
            <p:spPr>
              <a:xfrm rot="-5400000" flipH="1">
                <a:off x="8551337" y="1511984"/>
                <a:ext cx="56103" cy="56103"/>
              </a:xfrm>
              <a:custGeom>
                <a:avLst/>
                <a:gdLst/>
                <a:ahLst/>
                <a:cxnLst/>
                <a:rect l="l" t="t" r="r" b="b"/>
                <a:pathLst>
                  <a:path w="1085" h="1085" extrusionOk="0">
                    <a:moveTo>
                      <a:pt x="542" y="0"/>
                    </a:moveTo>
                    <a:cubicBezTo>
                      <a:pt x="243" y="0"/>
                      <a:pt x="1" y="243"/>
                      <a:pt x="1" y="542"/>
                    </a:cubicBezTo>
                    <a:cubicBezTo>
                      <a:pt x="1" y="842"/>
                      <a:pt x="243" y="1084"/>
                      <a:pt x="542" y="1084"/>
                    </a:cubicBezTo>
                    <a:cubicBezTo>
                      <a:pt x="843" y="1084"/>
                      <a:pt x="1085" y="842"/>
                      <a:pt x="1085" y="542"/>
                    </a:cubicBezTo>
                    <a:cubicBezTo>
                      <a:pt x="1085" y="243"/>
                      <a:pt x="843"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6"/>
              <p:cNvSpPr/>
              <p:nvPr/>
            </p:nvSpPr>
            <p:spPr>
              <a:xfrm rot="-5400000" flipH="1">
                <a:off x="8638881" y="1599528"/>
                <a:ext cx="56103" cy="56103"/>
              </a:xfrm>
              <a:custGeom>
                <a:avLst/>
                <a:gdLst/>
                <a:ahLst/>
                <a:cxnLst/>
                <a:rect l="l" t="t" r="r" b="b"/>
                <a:pathLst>
                  <a:path w="1085" h="1085" extrusionOk="0">
                    <a:moveTo>
                      <a:pt x="542" y="0"/>
                    </a:moveTo>
                    <a:cubicBezTo>
                      <a:pt x="243" y="0"/>
                      <a:pt x="1" y="243"/>
                      <a:pt x="1" y="542"/>
                    </a:cubicBezTo>
                    <a:cubicBezTo>
                      <a:pt x="1" y="842"/>
                      <a:pt x="243" y="1084"/>
                      <a:pt x="542" y="1084"/>
                    </a:cubicBezTo>
                    <a:cubicBezTo>
                      <a:pt x="841" y="1084"/>
                      <a:pt x="1085" y="842"/>
                      <a:pt x="1085" y="542"/>
                    </a:cubicBezTo>
                    <a:cubicBezTo>
                      <a:pt x="1085" y="243"/>
                      <a:pt x="841"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452"/>
        <p:cNvGrpSpPr/>
        <p:nvPr/>
      </p:nvGrpSpPr>
      <p:grpSpPr>
        <a:xfrm>
          <a:off x="0" y="0"/>
          <a:ext cx="0" cy="0"/>
          <a:chOff x="0" y="0"/>
          <a:chExt cx="0" cy="0"/>
        </a:xfrm>
      </p:grpSpPr>
      <p:pic>
        <p:nvPicPr>
          <p:cNvPr id="1453" name="Google Shape;1453;p28"/>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grpSp>
        <p:nvGrpSpPr>
          <p:cNvPr id="1454" name="Google Shape;1454;p28"/>
          <p:cNvGrpSpPr/>
          <p:nvPr/>
        </p:nvGrpSpPr>
        <p:grpSpPr>
          <a:xfrm>
            <a:off x="107100" y="297091"/>
            <a:ext cx="8828225" cy="4620334"/>
            <a:chOff x="107100" y="297091"/>
            <a:chExt cx="8828225" cy="4620334"/>
          </a:xfrm>
        </p:grpSpPr>
        <p:grpSp>
          <p:nvGrpSpPr>
            <p:cNvPr id="1455" name="Google Shape;1455;p28"/>
            <p:cNvGrpSpPr/>
            <p:nvPr/>
          </p:nvGrpSpPr>
          <p:grpSpPr>
            <a:xfrm rot="-5400000">
              <a:off x="7963500" y="3945600"/>
              <a:ext cx="1439100" cy="504550"/>
              <a:chOff x="2539675" y="122850"/>
              <a:chExt cx="1439100" cy="504550"/>
            </a:xfrm>
          </p:grpSpPr>
          <p:sp>
            <p:nvSpPr>
              <p:cNvPr id="1456" name="Google Shape;1456;p28"/>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p:cNvSpPr/>
              <p:nvPr/>
            </p:nvSpPr>
            <p:spPr>
              <a:xfrm>
                <a:off x="2539675" y="12285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8" name="Google Shape;1458;p28"/>
            <p:cNvGrpSpPr/>
            <p:nvPr/>
          </p:nvGrpSpPr>
          <p:grpSpPr>
            <a:xfrm rot="10800000" flipH="1">
              <a:off x="107100" y="297091"/>
              <a:ext cx="902722" cy="1668111"/>
              <a:chOff x="107100" y="3364289"/>
              <a:chExt cx="902722" cy="1668111"/>
            </a:xfrm>
          </p:grpSpPr>
          <p:sp>
            <p:nvSpPr>
              <p:cNvPr id="1459" name="Google Shape;1459;p28"/>
              <p:cNvSpPr/>
              <p:nvPr/>
            </p:nvSpPr>
            <p:spPr>
              <a:xfrm>
                <a:off x="390481" y="3697977"/>
                <a:ext cx="271201" cy="723536"/>
              </a:xfrm>
              <a:custGeom>
                <a:avLst/>
                <a:gdLst/>
                <a:ahLst/>
                <a:cxnLst/>
                <a:rect l="l" t="t" r="r" b="b"/>
                <a:pathLst>
                  <a:path w="2562" h="6835" extrusionOk="0">
                    <a:moveTo>
                      <a:pt x="2344" y="1"/>
                    </a:moveTo>
                    <a:cubicBezTo>
                      <a:pt x="2293" y="1"/>
                      <a:pt x="2242" y="20"/>
                      <a:pt x="2204" y="58"/>
                    </a:cubicBezTo>
                    <a:lnTo>
                      <a:pt x="58" y="2205"/>
                    </a:lnTo>
                    <a:cubicBezTo>
                      <a:pt x="21" y="2242"/>
                      <a:pt x="0" y="2292"/>
                      <a:pt x="0" y="2345"/>
                    </a:cubicBezTo>
                    <a:lnTo>
                      <a:pt x="0" y="6636"/>
                    </a:lnTo>
                    <a:cubicBezTo>
                      <a:pt x="0" y="6746"/>
                      <a:pt x="89" y="6835"/>
                      <a:pt x="198" y="6835"/>
                    </a:cubicBezTo>
                    <a:cubicBezTo>
                      <a:pt x="308" y="6835"/>
                      <a:pt x="395" y="6746"/>
                      <a:pt x="395" y="6636"/>
                    </a:cubicBezTo>
                    <a:lnTo>
                      <a:pt x="395" y="2426"/>
                    </a:lnTo>
                    <a:lnTo>
                      <a:pt x="2484" y="339"/>
                    </a:lnTo>
                    <a:cubicBezTo>
                      <a:pt x="2561" y="262"/>
                      <a:pt x="2561" y="135"/>
                      <a:pt x="2484" y="58"/>
                    </a:cubicBezTo>
                    <a:cubicBezTo>
                      <a:pt x="2445" y="20"/>
                      <a:pt x="2394" y="1"/>
                      <a:pt x="2344"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p:cNvSpPr/>
              <p:nvPr/>
            </p:nvSpPr>
            <p:spPr>
              <a:xfrm>
                <a:off x="250291" y="456298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p:cNvSpPr/>
              <p:nvPr/>
            </p:nvSpPr>
            <p:spPr>
              <a:xfrm>
                <a:off x="107100" y="4419800"/>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p:cNvSpPr/>
              <p:nvPr/>
            </p:nvSpPr>
            <p:spPr>
              <a:xfrm>
                <a:off x="592822" y="3364289"/>
                <a:ext cx="417000" cy="4167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63" name="Google Shape;1463;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464" name="Google Shape;1464;p28"/>
          <p:cNvSpPr txBox="1">
            <a:spLocks noGrp="1"/>
          </p:cNvSpPr>
          <p:nvPr>
            <p:ph type="subTitle" idx="1"/>
          </p:nvPr>
        </p:nvSpPr>
        <p:spPr>
          <a:xfrm>
            <a:off x="1900900" y="2128575"/>
            <a:ext cx="2293800" cy="60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65" name="Google Shape;1465;p28"/>
          <p:cNvSpPr txBox="1">
            <a:spLocks noGrp="1"/>
          </p:cNvSpPr>
          <p:nvPr>
            <p:ph type="subTitle" idx="2"/>
          </p:nvPr>
        </p:nvSpPr>
        <p:spPr>
          <a:xfrm>
            <a:off x="4949300" y="2128575"/>
            <a:ext cx="2293800" cy="60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66" name="Google Shape;1466;p28"/>
          <p:cNvSpPr txBox="1">
            <a:spLocks noGrp="1"/>
          </p:cNvSpPr>
          <p:nvPr>
            <p:ph type="subTitle" idx="3"/>
          </p:nvPr>
        </p:nvSpPr>
        <p:spPr>
          <a:xfrm>
            <a:off x="1900900" y="3561975"/>
            <a:ext cx="2293800" cy="60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67" name="Google Shape;1467;p28"/>
          <p:cNvSpPr txBox="1">
            <a:spLocks noGrp="1"/>
          </p:cNvSpPr>
          <p:nvPr>
            <p:ph type="subTitle" idx="4"/>
          </p:nvPr>
        </p:nvSpPr>
        <p:spPr>
          <a:xfrm>
            <a:off x="4949300" y="3561975"/>
            <a:ext cx="2293800" cy="60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68" name="Google Shape;1468;p28"/>
          <p:cNvSpPr txBox="1">
            <a:spLocks noGrp="1"/>
          </p:cNvSpPr>
          <p:nvPr>
            <p:ph type="subTitle" idx="5"/>
          </p:nvPr>
        </p:nvSpPr>
        <p:spPr>
          <a:xfrm>
            <a:off x="1900900" y="1766975"/>
            <a:ext cx="2293800" cy="455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oboto Mono"/>
              <a:buNone/>
              <a:defRPr sz="2000">
                <a:solidFill>
                  <a:schemeClr val="dk1"/>
                </a:solidFill>
                <a:latin typeface="Roboto Mono"/>
                <a:ea typeface="Roboto Mono"/>
                <a:cs typeface="Roboto Mono"/>
                <a:sym typeface="Roboto Mono"/>
              </a:defRPr>
            </a:lvl1pPr>
            <a:lvl2pPr lvl="1"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2pPr>
            <a:lvl3pPr lvl="2"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3pPr>
            <a:lvl4pPr lvl="3"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4pPr>
            <a:lvl5pPr lvl="4"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5pPr>
            <a:lvl6pPr lvl="5"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6pPr>
            <a:lvl7pPr lvl="6"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7pPr>
            <a:lvl8pPr lvl="7"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8pPr>
            <a:lvl9pPr lvl="8"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9pPr>
          </a:lstStyle>
          <a:p>
            <a:endParaRPr/>
          </a:p>
        </p:txBody>
      </p:sp>
      <p:sp>
        <p:nvSpPr>
          <p:cNvPr id="1469" name="Google Shape;1469;p28"/>
          <p:cNvSpPr txBox="1">
            <a:spLocks noGrp="1"/>
          </p:cNvSpPr>
          <p:nvPr>
            <p:ph type="subTitle" idx="6"/>
          </p:nvPr>
        </p:nvSpPr>
        <p:spPr>
          <a:xfrm>
            <a:off x="1900900" y="3200400"/>
            <a:ext cx="2293800" cy="455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oboto Mono"/>
              <a:buNone/>
              <a:defRPr sz="2000">
                <a:solidFill>
                  <a:schemeClr val="dk1"/>
                </a:solidFill>
                <a:latin typeface="Roboto Mono"/>
                <a:ea typeface="Roboto Mono"/>
                <a:cs typeface="Roboto Mono"/>
                <a:sym typeface="Roboto Mono"/>
              </a:defRPr>
            </a:lvl1pPr>
            <a:lvl2pPr lvl="1"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2pPr>
            <a:lvl3pPr lvl="2"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3pPr>
            <a:lvl4pPr lvl="3"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4pPr>
            <a:lvl5pPr lvl="4"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5pPr>
            <a:lvl6pPr lvl="5"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6pPr>
            <a:lvl7pPr lvl="6"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7pPr>
            <a:lvl8pPr lvl="7"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8pPr>
            <a:lvl9pPr lvl="8"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9pPr>
          </a:lstStyle>
          <a:p>
            <a:endParaRPr/>
          </a:p>
        </p:txBody>
      </p:sp>
      <p:sp>
        <p:nvSpPr>
          <p:cNvPr id="1470" name="Google Shape;1470;p28"/>
          <p:cNvSpPr txBox="1">
            <a:spLocks noGrp="1"/>
          </p:cNvSpPr>
          <p:nvPr>
            <p:ph type="subTitle" idx="7"/>
          </p:nvPr>
        </p:nvSpPr>
        <p:spPr>
          <a:xfrm>
            <a:off x="4949298" y="1766975"/>
            <a:ext cx="2293800" cy="455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oboto Mono"/>
              <a:buNone/>
              <a:defRPr sz="2000">
                <a:solidFill>
                  <a:schemeClr val="dk1"/>
                </a:solidFill>
                <a:latin typeface="Roboto Mono"/>
                <a:ea typeface="Roboto Mono"/>
                <a:cs typeface="Roboto Mono"/>
                <a:sym typeface="Roboto Mono"/>
              </a:defRPr>
            </a:lvl1pPr>
            <a:lvl2pPr lvl="1"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2pPr>
            <a:lvl3pPr lvl="2"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3pPr>
            <a:lvl4pPr lvl="3"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4pPr>
            <a:lvl5pPr lvl="4"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5pPr>
            <a:lvl6pPr lvl="5"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6pPr>
            <a:lvl7pPr lvl="6"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7pPr>
            <a:lvl8pPr lvl="7"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8pPr>
            <a:lvl9pPr lvl="8"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9pPr>
          </a:lstStyle>
          <a:p>
            <a:endParaRPr/>
          </a:p>
        </p:txBody>
      </p:sp>
      <p:sp>
        <p:nvSpPr>
          <p:cNvPr id="1471" name="Google Shape;1471;p28"/>
          <p:cNvSpPr txBox="1">
            <a:spLocks noGrp="1"/>
          </p:cNvSpPr>
          <p:nvPr>
            <p:ph type="subTitle" idx="8"/>
          </p:nvPr>
        </p:nvSpPr>
        <p:spPr>
          <a:xfrm>
            <a:off x="4949298" y="3200400"/>
            <a:ext cx="2293800" cy="455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oboto Mono"/>
              <a:buNone/>
              <a:defRPr sz="2000">
                <a:solidFill>
                  <a:schemeClr val="dk1"/>
                </a:solidFill>
                <a:latin typeface="Roboto Mono"/>
                <a:ea typeface="Roboto Mono"/>
                <a:cs typeface="Roboto Mono"/>
                <a:sym typeface="Roboto Mono"/>
              </a:defRPr>
            </a:lvl1pPr>
            <a:lvl2pPr lvl="1"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2pPr>
            <a:lvl3pPr lvl="2"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3pPr>
            <a:lvl4pPr lvl="3"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4pPr>
            <a:lvl5pPr lvl="4"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5pPr>
            <a:lvl6pPr lvl="5"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6pPr>
            <a:lvl7pPr lvl="6"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7pPr>
            <a:lvl8pPr lvl="7"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8pPr>
            <a:lvl9pPr lvl="8" algn="ctr" rtl="0">
              <a:lnSpc>
                <a:spcPct val="100000"/>
              </a:lnSpc>
              <a:spcBef>
                <a:spcPts val="0"/>
              </a:spcBef>
              <a:spcAft>
                <a:spcPts val="0"/>
              </a:spcAft>
              <a:buSzPts val="2400"/>
              <a:buFont typeface="Roboto Mono"/>
              <a:buNone/>
              <a:defRPr sz="2400">
                <a:latin typeface="Roboto Mono"/>
                <a:ea typeface="Roboto Mono"/>
                <a:cs typeface="Roboto Mono"/>
                <a:sym typeface="Roboto Mono"/>
              </a:defRPr>
            </a:lvl9pPr>
          </a:lstStyle>
          <a:p>
            <a:endParaRPr/>
          </a:p>
        </p:txBody>
      </p:sp>
      <p:grpSp>
        <p:nvGrpSpPr>
          <p:cNvPr id="1472" name="Google Shape;1472;p28"/>
          <p:cNvGrpSpPr/>
          <p:nvPr/>
        </p:nvGrpSpPr>
        <p:grpSpPr>
          <a:xfrm>
            <a:off x="90860" y="-82702"/>
            <a:ext cx="9067137" cy="5454796"/>
            <a:chOff x="90860" y="-82702"/>
            <a:chExt cx="9067137" cy="5454796"/>
          </a:xfrm>
        </p:grpSpPr>
        <p:grpSp>
          <p:nvGrpSpPr>
            <p:cNvPr id="1473" name="Google Shape;1473;p28"/>
            <p:cNvGrpSpPr/>
            <p:nvPr/>
          </p:nvGrpSpPr>
          <p:grpSpPr>
            <a:xfrm>
              <a:off x="7794365" y="3589274"/>
              <a:ext cx="1363631" cy="1782819"/>
              <a:chOff x="7794365" y="3589274"/>
              <a:chExt cx="1363631" cy="1782819"/>
            </a:xfrm>
          </p:grpSpPr>
          <p:sp>
            <p:nvSpPr>
              <p:cNvPr id="1474" name="Google Shape;1474;p28"/>
              <p:cNvSpPr/>
              <p:nvPr/>
            </p:nvSpPr>
            <p:spPr>
              <a:xfrm>
                <a:off x="8349320" y="4892096"/>
                <a:ext cx="111063" cy="296297"/>
              </a:xfrm>
              <a:custGeom>
                <a:avLst/>
                <a:gdLst/>
                <a:ahLst/>
                <a:cxnLst/>
                <a:rect l="l" t="t" r="r" b="b"/>
                <a:pathLst>
                  <a:path w="2562" h="6835" extrusionOk="0">
                    <a:moveTo>
                      <a:pt x="2344" y="1"/>
                    </a:moveTo>
                    <a:cubicBezTo>
                      <a:pt x="2293" y="1"/>
                      <a:pt x="2242" y="20"/>
                      <a:pt x="2204" y="58"/>
                    </a:cubicBezTo>
                    <a:lnTo>
                      <a:pt x="58" y="2205"/>
                    </a:lnTo>
                    <a:cubicBezTo>
                      <a:pt x="21" y="2242"/>
                      <a:pt x="0" y="2292"/>
                      <a:pt x="0" y="2345"/>
                    </a:cubicBezTo>
                    <a:lnTo>
                      <a:pt x="0" y="6636"/>
                    </a:lnTo>
                    <a:cubicBezTo>
                      <a:pt x="0" y="6746"/>
                      <a:pt x="89" y="6835"/>
                      <a:pt x="198" y="6835"/>
                    </a:cubicBezTo>
                    <a:cubicBezTo>
                      <a:pt x="308" y="6835"/>
                      <a:pt x="395" y="6746"/>
                      <a:pt x="395" y="6636"/>
                    </a:cubicBezTo>
                    <a:lnTo>
                      <a:pt x="395" y="2426"/>
                    </a:lnTo>
                    <a:lnTo>
                      <a:pt x="2484" y="339"/>
                    </a:lnTo>
                    <a:cubicBezTo>
                      <a:pt x="2561" y="262"/>
                      <a:pt x="2561" y="135"/>
                      <a:pt x="2484" y="58"/>
                    </a:cubicBezTo>
                    <a:cubicBezTo>
                      <a:pt x="2445" y="20"/>
                      <a:pt x="2394" y="1"/>
                      <a:pt x="234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p:cNvSpPr/>
              <p:nvPr/>
            </p:nvSpPr>
            <p:spPr>
              <a:xfrm>
                <a:off x="7853970" y="4734112"/>
                <a:ext cx="160568" cy="637982"/>
              </a:xfrm>
              <a:custGeom>
                <a:avLst/>
                <a:gdLst/>
                <a:ahLst/>
                <a:cxnLst/>
                <a:rect l="l" t="t" r="r" b="b"/>
                <a:pathLst>
                  <a:path w="3704" h="14717" extrusionOk="0">
                    <a:moveTo>
                      <a:pt x="218" y="1"/>
                    </a:moveTo>
                    <a:cubicBezTo>
                      <a:pt x="168" y="1"/>
                      <a:pt x="117" y="20"/>
                      <a:pt x="79" y="59"/>
                    </a:cubicBezTo>
                    <a:cubicBezTo>
                      <a:pt x="1" y="136"/>
                      <a:pt x="1" y="261"/>
                      <a:pt x="79" y="338"/>
                    </a:cubicBezTo>
                    <a:lnTo>
                      <a:pt x="3308" y="3569"/>
                    </a:lnTo>
                    <a:lnTo>
                      <a:pt x="3308" y="14518"/>
                    </a:lnTo>
                    <a:cubicBezTo>
                      <a:pt x="3308" y="14628"/>
                      <a:pt x="3397" y="14717"/>
                      <a:pt x="3506" y="14717"/>
                    </a:cubicBezTo>
                    <a:cubicBezTo>
                      <a:pt x="3616" y="14717"/>
                      <a:pt x="3703" y="14628"/>
                      <a:pt x="3703" y="14518"/>
                    </a:cubicBezTo>
                    <a:lnTo>
                      <a:pt x="3703" y="3486"/>
                    </a:lnTo>
                    <a:cubicBezTo>
                      <a:pt x="3703" y="3434"/>
                      <a:pt x="3683" y="3383"/>
                      <a:pt x="3645" y="3347"/>
                    </a:cubicBezTo>
                    <a:lnTo>
                      <a:pt x="358" y="59"/>
                    </a:lnTo>
                    <a:cubicBezTo>
                      <a:pt x="319" y="20"/>
                      <a:pt x="269" y="1"/>
                      <a:pt x="21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p:cNvSpPr/>
              <p:nvPr/>
            </p:nvSpPr>
            <p:spPr>
              <a:xfrm>
                <a:off x="7794365" y="4673682"/>
                <a:ext cx="138113" cy="138070"/>
              </a:xfrm>
              <a:custGeom>
                <a:avLst/>
                <a:gdLst/>
                <a:ahLst/>
                <a:cxnLst/>
                <a:rect l="l" t="t" r="r" b="b"/>
                <a:pathLst>
                  <a:path w="3186" h="3185" extrusionOk="0">
                    <a:moveTo>
                      <a:pt x="1593" y="0"/>
                    </a:moveTo>
                    <a:cubicBezTo>
                      <a:pt x="714" y="0"/>
                      <a:pt x="1" y="713"/>
                      <a:pt x="1" y="1593"/>
                    </a:cubicBezTo>
                    <a:cubicBezTo>
                      <a:pt x="1" y="2472"/>
                      <a:pt x="714" y="3185"/>
                      <a:pt x="1593" y="3185"/>
                    </a:cubicBezTo>
                    <a:cubicBezTo>
                      <a:pt x="2473" y="3185"/>
                      <a:pt x="3186" y="2472"/>
                      <a:pt x="3186" y="1593"/>
                    </a:cubicBezTo>
                    <a:cubicBezTo>
                      <a:pt x="3186" y="713"/>
                      <a:pt x="2473" y="0"/>
                      <a:pt x="1593"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p:cNvSpPr/>
              <p:nvPr/>
            </p:nvSpPr>
            <p:spPr>
              <a:xfrm>
                <a:off x="7834333" y="4713651"/>
                <a:ext cx="58176" cy="58132"/>
              </a:xfrm>
              <a:custGeom>
                <a:avLst/>
                <a:gdLst/>
                <a:ahLst/>
                <a:cxnLst/>
                <a:rect l="l" t="t" r="r" b="b"/>
                <a:pathLst>
                  <a:path w="1342" h="1341" extrusionOk="0">
                    <a:moveTo>
                      <a:pt x="671" y="0"/>
                    </a:moveTo>
                    <a:cubicBezTo>
                      <a:pt x="301" y="0"/>
                      <a:pt x="1" y="301"/>
                      <a:pt x="1" y="671"/>
                    </a:cubicBezTo>
                    <a:cubicBezTo>
                      <a:pt x="1" y="1041"/>
                      <a:pt x="301" y="1341"/>
                      <a:pt x="671" y="1341"/>
                    </a:cubicBezTo>
                    <a:cubicBezTo>
                      <a:pt x="1041" y="1341"/>
                      <a:pt x="1341" y="1041"/>
                      <a:pt x="1341" y="671"/>
                    </a:cubicBezTo>
                    <a:cubicBezTo>
                      <a:pt x="1341" y="301"/>
                      <a:pt x="1041" y="0"/>
                      <a:pt x="6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p:cNvSpPr/>
              <p:nvPr/>
            </p:nvSpPr>
            <p:spPr>
              <a:xfrm>
                <a:off x="8384952" y="4824123"/>
                <a:ext cx="138156" cy="138113"/>
              </a:xfrm>
              <a:custGeom>
                <a:avLst/>
                <a:gdLst/>
                <a:ahLst/>
                <a:cxnLst/>
                <a:rect l="l" t="t" r="r" b="b"/>
                <a:pathLst>
                  <a:path w="3187" h="3186" extrusionOk="0">
                    <a:moveTo>
                      <a:pt x="1593" y="1"/>
                    </a:moveTo>
                    <a:cubicBezTo>
                      <a:pt x="713" y="1"/>
                      <a:pt x="0" y="714"/>
                      <a:pt x="0" y="1593"/>
                    </a:cubicBezTo>
                    <a:cubicBezTo>
                      <a:pt x="0" y="2473"/>
                      <a:pt x="713" y="3186"/>
                      <a:pt x="1593" y="3186"/>
                    </a:cubicBezTo>
                    <a:cubicBezTo>
                      <a:pt x="2472" y="3186"/>
                      <a:pt x="3186" y="2473"/>
                      <a:pt x="3186" y="1593"/>
                    </a:cubicBezTo>
                    <a:cubicBezTo>
                      <a:pt x="3186" y="714"/>
                      <a:pt x="2472" y="1"/>
                      <a:pt x="1593"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p:cNvSpPr/>
              <p:nvPr/>
            </p:nvSpPr>
            <p:spPr>
              <a:xfrm>
                <a:off x="8424919" y="4864092"/>
                <a:ext cx="58176" cy="58176"/>
              </a:xfrm>
              <a:custGeom>
                <a:avLst/>
                <a:gdLst/>
                <a:ahLst/>
                <a:cxnLst/>
                <a:rect l="l" t="t" r="r" b="b"/>
                <a:pathLst>
                  <a:path w="1342" h="1342" extrusionOk="0">
                    <a:moveTo>
                      <a:pt x="671" y="1"/>
                    </a:moveTo>
                    <a:cubicBezTo>
                      <a:pt x="300" y="1"/>
                      <a:pt x="0" y="301"/>
                      <a:pt x="0" y="671"/>
                    </a:cubicBezTo>
                    <a:cubicBezTo>
                      <a:pt x="0" y="1041"/>
                      <a:pt x="300" y="1342"/>
                      <a:pt x="671" y="1342"/>
                    </a:cubicBezTo>
                    <a:cubicBezTo>
                      <a:pt x="1042" y="1342"/>
                      <a:pt x="1342" y="1041"/>
                      <a:pt x="1342" y="671"/>
                    </a:cubicBezTo>
                    <a:cubicBezTo>
                      <a:pt x="1342" y="301"/>
                      <a:pt x="1042" y="1"/>
                      <a:pt x="6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p:cNvSpPr/>
              <p:nvPr/>
            </p:nvSpPr>
            <p:spPr>
              <a:xfrm>
                <a:off x="8448102" y="3654597"/>
                <a:ext cx="709894" cy="1646861"/>
              </a:xfrm>
              <a:custGeom>
                <a:avLst/>
                <a:gdLst/>
                <a:ahLst/>
                <a:cxnLst/>
                <a:rect l="l" t="t" r="r" b="b"/>
                <a:pathLst>
                  <a:path w="16041" h="37213" extrusionOk="0">
                    <a:moveTo>
                      <a:pt x="218" y="1"/>
                    </a:moveTo>
                    <a:cubicBezTo>
                      <a:pt x="167" y="1"/>
                      <a:pt x="117" y="20"/>
                      <a:pt x="78" y="59"/>
                    </a:cubicBezTo>
                    <a:cubicBezTo>
                      <a:pt x="0" y="136"/>
                      <a:pt x="0" y="261"/>
                      <a:pt x="78" y="340"/>
                    </a:cubicBezTo>
                    <a:lnTo>
                      <a:pt x="3490" y="3751"/>
                    </a:lnTo>
                    <a:lnTo>
                      <a:pt x="3490" y="7570"/>
                    </a:lnTo>
                    <a:cubicBezTo>
                      <a:pt x="3490" y="7622"/>
                      <a:pt x="3511" y="7673"/>
                      <a:pt x="3548" y="7709"/>
                    </a:cubicBezTo>
                    <a:lnTo>
                      <a:pt x="11586" y="15747"/>
                    </a:lnTo>
                    <a:lnTo>
                      <a:pt x="11586" y="21264"/>
                    </a:lnTo>
                    <a:cubicBezTo>
                      <a:pt x="11586" y="21316"/>
                      <a:pt x="11607" y="21366"/>
                      <a:pt x="11644" y="21404"/>
                    </a:cubicBezTo>
                    <a:lnTo>
                      <a:pt x="15643" y="25403"/>
                    </a:lnTo>
                    <a:cubicBezTo>
                      <a:pt x="15535" y="36986"/>
                      <a:pt x="15626" y="37079"/>
                      <a:pt x="15700" y="37153"/>
                    </a:cubicBezTo>
                    <a:cubicBezTo>
                      <a:pt x="15737" y="37190"/>
                      <a:pt x="15789" y="37213"/>
                      <a:pt x="15841" y="37213"/>
                    </a:cubicBezTo>
                    <a:cubicBezTo>
                      <a:pt x="15951" y="37213"/>
                      <a:pt x="16040" y="37124"/>
                      <a:pt x="16040" y="37014"/>
                    </a:cubicBezTo>
                    <a:cubicBezTo>
                      <a:pt x="16040" y="36990"/>
                      <a:pt x="16035" y="36966"/>
                      <a:pt x="16027" y="36943"/>
                    </a:cubicBezTo>
                    <a:cubicBezTo>
                      <a:pt x="15961" y="36429"/>
                      <a:pt x="15999" y="29745"/>
                      <a:pt x="16040" y="25324"/>
                    </a:cubicBezTo>
                    <a:cubicBezTo>
                      <a:pt x="16040" y="25271"/>
                      <a:pt x="16019" y="25220"/>
                      <a:pt x="15982" y="25182"/>
                    </a:cubicBezTo>
                    <a:lnTo>
                      <a:pt x="11982" y="21181"/>
                    </a:lnTo>
                    <a:lnTo>
                      <a:pt x="11982" y="15665"/>
                    </a:lnTo>
                    <a:cubicBezTo>
                      <a:pt x="11982" y="15612"/>
                      <a:pt x="11960" y="15562"/>
                      <a:pt x="11924" y="15525"/>
                    </a:cubicBezTo>
                    <a:lnTo>
                      <a:pt x="3886" y="7487"/>
                    </a:lnTo>
                    <a:lnTo>
                      <a:pt x="3886" y="3670"/>
                    </a:lnTo>
                    <a:cubicBezTo>
                      <a:pt x="3886" y="3617"/>
                      <a:pt x="3865" y="3567"/>
                      <a:pt x="3828" y="3529"/>
                    </a:cubicBezTo>
                    <a:lnTo>
                      <a:pt x="358" y="59"/>
                    </a:lnTo>
                    <a:cubicBezTo>
                      <a:pt x="319" y="20"/>
                      <a:pt x="269" y="1"/>
                      <a:pt x="21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p:cNvSpPr/>
              <p:nvPr/>
            </p:nvSpPr>
            <p:spPr>
              <a:xfrm>
                <a:off x="8614072" y="4433417"/>
                <a:ext cx="89218" cy="89218"/>
              </a:xfrm>
              <a:custGeom>
                <a:avLst/>
                <a:gdLst/>
                <a:ahLst/>
                <a:cxnLst/>
                <a:rect l="l" t="t" r="r" b="b"/>
                <a:pathLst>
                  <a:path w="2016" h="2016" extrusionOk="0">
                    <a:moveTo>
                      <a:pt x="1007" y="0"/>
                    </a:moveTo>
                    <a:cubicBezTo>
                      <a:pt x="451" y="0"/>
                      <a:pt x="0" y="452"/>
                      <a:pt x="0" y="1007"/>
                    </a:cubicBezTo>
                    <a:cubicBezTo>
                      <a:pt x="0" y="1564"/>
                      <a:pt x="451" y="2016"/>
                      <a:pt x="1007" y="2016"/>
                    </a:cubicBezTo>
                    <a:cubicBezTo>
                      <a:pt x="1564" y="2016"/>
                      <a:pt x="2016" y="1564"/>
                      <a:pt x="2016" y="1007"/>
                    </a:cubicBezTo>
                    <a:cubicBezTo>
                      <a:pt x="2016" y="452"/>
                      <a:pt x="1564"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p:cNvSpPr/>
              <p:nvPr/>
            </p:nvSpPr>
            <p:spPr>
              <a:xfrm>
                <a:off x="8528260" y="4347604"/>
                <a:ext cx="260839" cy="260839"/>
              </a:xfrm>
              <a:custGeom>
                <a:avLst/>
                <a:gdLst/>
                <a:ahLst/>
                <a:cxnLst/>
                <a:rect l="l" t="t" r="r" b="b"/>
                <a:pathLst>
                  <a:path w="5894" h="5894" extrusionOk="0">
                    <a:moveTo>
                      <a:pt x="2946" y="198"/>
                    </a:moveTo>
                    <a:cubicBezTo>
                      <a:pt x="4463" y="198"/>
                      <a:pt x="5696" y="1432"/>
                      <a:pt x="5696" y="2948"/>
                    </a:cubicBezTo>
                    <a:cubicBezTo>
                      <a:pt x="5696" y="4463"/>
                      <a:pt x="4463" y="5696"/>
                      <a:pt x="2946" y="5696"/>
                    </a:cubicBezTo>
                    <a:cubicBezTo>
                      <a:pt x="1431" y="5696"/>
                      <a:pt x="198" y="4463"/>
                      <a:pt x="198" y="2948"/>
                    </a:cubicBezTo>
                    <a:cubicBezTo>
                      <a:pt x="198" y="1431"/>
                      <a:pt x="1431" y="198"/>
                      <a:pt x="2946" y="198"/>
                    </a:cubicBezTo>
                    <a:close/>
                    <a:moveTo>
                      <a:pt x="2946" y="0"/>
                    </a:moveTo>
                    <a:cubicBezTo>
                      <a:pt x="1322" y="0"/>
                      <a:pt x="0" y="1322"/>
                      <a:pt x="0" y="2948"/>
                    </a:cubicBezTo>
                    <a:cubicBezTo>
                      <a:pt x="0" y="4572"/>
                      <a:pt x="1322" y="5894"/>
                      <a:pt x="2946" y="5894"/>
                    </a:cubicBezTo>
                    <a:cubicBezTo>
                      <a:pt x="4572" y="5894"/>
                      <a:pt x="5894" y="4572"/>
                      <a:pt x="5894" y="2948"/>
                    </a:cubicBezTo>
                    <a:cubicBezTo>
                      <a:pt x="5894" y="1322"/>
                      <a:pt x="4572" y="0"/>
                      <a:pt x="2946"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p:cNvSpPr/>
              <p:nvPr/>
            </p:nvSpPr>
            <p:spPr>
              <a:xfrm>
                <a:off x="8387250" y="3589274"/>
                <a:ext cx="140996" cy="141041"/>
              </a:xfrm>
              <a:custGeom>
                <a:avLst/>
                <a:gdLst/>
                <a:ahLst/>
                <a:cxnLst/>
                <a:rect l="l" t="t" r="r" b="b"/>
                <a:pathLst>
                  <a:path w="3186" h="3187" extrusionOk="0">
                    <a:moveTo>
                      <a:pt x="1593" y="1"/>
                    </a:moveTo>
                    <a:cubicBezTo>
                      <a:pt x="713" y="1"/>
                      <a:pt x="0" y="715"/>
                      <a:pt x="0" y="1594"/>
                    </a:cubicBezTo>
                    <a:cubicBezTo>
                      <a:pt x="0" y="2474"/>
                      <a:pt x="713" y="3187"/>
                      <a:pt x="1593" y="3187"/>
                    </a:cubicBezTo>
                    <a:cubicBezTo>
                      <a:pt x="2472" y="3187"/>
                      <a:pt x="3185" y="2474"/>
                      <a:pt x="3185" y="1594"/>
                    </a:cubicBezTo>
                    <a:cubicBezTo>
                      <a:pt x="3185" y="715"/>
                      <a:pt x="2472" y="1"/>
                      <a:pt x="1593"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p:cNvSpPr/>
              <p:nvPr/>
            </p:nvSpPr>
            <p:spPr>
              <a:xfrm>
                <a:off x="8428054" y="3630079"/>
                <a:ext cx="59390" cy="59434"/>
              </a:xfrm>
              <a:custGeom>
                <a:avLst/>
                <a:gdLst/>
                <a:ahLst/>
                <a:cxnLst/>
                <a:rect l="l" t="t" r="r" b="b"/>
                <a:pathLst>
                  <a:path w="1342" h="1343" extrusionOk="0">
                    <a:moveTo>
                      <a:pt x="671" y="1"/>
                    </a:moveTo>
                    <a:cubicBezTo>
                      <a:pt x="301" y="1"/>
                      <a:pt x="0" y="301"/>
                      <a:pt x="0" y="672"/>
                    </a:cubicBezTo>
                    <a:cubicBezTo>
                      <a:pt x="0" y="1042"/>
                      <a:pt x="301" y="1343"/>
                      <a:pt x="671" y="1343"/>
                    </a:cubicBezTo>
                    <a:cubicBezTo>
                      <a:pt x="1041" y="1343"/>
                      <a:pt x="1341" y="1042"/>
                      <a:pt x="1341" y="672"/>
                    </a:cubicBezTo>
                    <a:cubicBezTo>
                      <a:pt x="1341" y="301"/>
                      <a:pt x="1041" y="1"/>
                      <a:pt x="6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5" name="Google Shape;1485;p28"/>
            <p:cNvGrpSpPr/>
            <p:nvPr/>
          </p:nvGrpSpPr>
          <p:grpSpPr>
            <a:xfrm>
              <a:off x="90860" y="-82702"/>
              <a:ext cx="617358" cy="1172452"/>
              <a:chOff x="14660" y="-82702"/>
              <a:chExt cx="617358" cy="1172452"/>
            </a:xfrm>
          </p:grpSpPr>
          <p:sp>
            <p:nvSpPr>
              <p:cNvPr id="1486" name="Google Shape;1486;p28"/>
              <p:cNvSpPr/>
              <p:nvPr/>
            </p:nvSpPr>
            <p:spPr>
              <a:xfrm rot="-5400000">
                <a:off x="135873" y="207201"/>
                <a:ext cx="786047" cy="206242"/>
              </a:xfrm>
              <a:custGeom>
                <a:avLst/>
                <a:gdLst/>
                <a:ahLst/>
                <a:cxnLst/>
                <a:rect l="l" t="t" r="r" b="b"/>
                <a:pathLst>
                  <a:path w="14380" h="3773" extrusionOk="0">
                    <a:moveTo>
                      <a:pt x="3670" y="0"/>
                    </a:moveTo>
                    <a:cubicBezTo>
                      <a:pt x="3629" y="0"/>
                      <a:pt x="3590" y="17"/>
                      <a:pt x="3562" y="45"/>
                    </a:cubicBezTo>
                    <a:lnTo>
                      <a:pt x="2021" y="1585"/>
                    </a:lnTo>
                    <a:cubicBezTo>
                      <a:pt x="1807" y="1408"/>
                      <a:pt x="1538" y="1297"/>
                      <a:pt x="1237" y="1297"/>
                    </a:cubicBezTo>
                    <a:cubicBezTo>
                      <a:pt x="554" y="1297"/>
                      <a:pt x="1" y="1852"/>
                      <a:pt x="1" y="2535"/>
                    </a:cubicBezTo>
                    <a:cubicBezTo>
                      <a:pt x="1" y="3218"/>
                      <a:pt x="554" y="3773"/>
                      <a:pt x="1237" y="3773"/>
                    </a:cubicBezTo>
                    <a:cubicBezTo>
                      <a:pt x="1921" y="3773"/>
                      <a:pt x="2475" y="3218"/>
                      <a:pt x="2475" y="2535"/>
                    </a:cubicBezTo>
                    <a:cubicBezTo>
                      <a:pt x="2475" y="2262"/>
                      <a:pt x="2384" y="2011"/>
                      <a:pt x="2234" y="1807"/>
                    </a:cubicBezTo>
                    <a:lnTo>
                      <a:pt x="3734" y="308"/>
                    </a:lnTo>
                    <a:lnTo>
                      <a:pt x="14226" y="308"/>
                    </a:lnTo>
                    <a:cubicBezTo>
                      <a:pt x="14311" y="308"/>
                      <a:pt x="14380" y="239"/>
                      <a:pt x="14380" y="154"/>
                    </a:cubicBezTo>
                    <a:cubicBezTo>
                      <a:pt x="14380" y="69"/>
                      <a:pt x="14311" y="0"/>
                      <a:pt x="14226"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p:cNvSpPr/>
              <p:nvPr/>
            </p:nvSpPr>
            <p:spPr>
              <a:xfrm rot="-5400000">
                <a:off x="535866" y="607140"/>
                <a:ext cx="56958" cy="57068"/>
              </a:xfrm>
              <a:custGeom>
                <a:avLst/>
                <a:gdLst/>
                <a:ahLst/>
                <a:cxnLst/>
                <a:rect l="l" t="t" r="r" b="b"/>
                <a:pathLst>
                  <a:path w="1042" h="1044" extrusionOk="0">
                    <a:moveTo>
                      <a:pt x="522" y="1"/>
                    </a:moveTo>
                    <a:cubicBezTo>
                      <a:pt x="233" y="1"/>
                      <a:pt x="0" y="235"/>
                      <a:pt x="0" y="522"/>
                    </a:cubicBezTo>
                    <a:cubicBezTo>
                      <a:pt x="0" y="809"/>
                      <a:pt x="233" y="1043"/>
                      <a:pt x="522" y="1043"/>
                    </a:cubicBezTo>
                    <a:cubicBezTo>
                      <a:pt x="809" y="1043"/>
                      <a:pt x="1042" y="809"/>
                      <a:pt x="1042" y="522"/>
                    </a:cubicBezTo>
                    <a:cubicBezTo>
                      <a:pt x="1042" y="235"/>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p:cNvSpPr/>
              <p:nvPr/>
            </p:nvSpPr>
            <p:spPr>
              <a:xfrm rot="-5400000">
                <a:off x="-199563" y="273479"/>
                <a:ext cx="1114951" cy="402589"/>
              </a:xfrm>
              <a:custGeom>
                <a:avLst/>
                <a:gdLst/>
                <a:ahLst/>
                <a:cxnLst/>
                <a:rect l="l" t="t" r="r" b="b"/>
                <a:pathLst>
                  <a:path w="20397" h="7365" extrusionOk="0">
                    <a:moveTo>
                      <a:pt x="14368" y="1"/>
                    </a:moveTo>
                    <a:cubicBezTo>
                      <a:pt x="14327" y="1"/>
                      <a:pt x="14288" y="16"/>
                      <a:pt x="14259" y="46"/>
                    </a:cubicBezTo>
                    <a:lnTo>
                      <a:pt x="11461" y="2844"/>
                    </a:lnTo>
                    <a:lnTo>
                      <a:pt x="4342" y="2844"/>
                    </a:lnTo>
                    <a:cubicBezTo>
                      <a:pt x="4301" y="2844"/>
                      <a:pt x="4262" y="2859"/>
                      <a:pt x="4233" y="2889"/>
                    </a:cubicBezTo>
                    <a:lnTo>
                      <a:pt x="1980" y="5142"/>
                    </a:lnTo>
                    <a:cubicBezTo>
                      <a:pt x="1771" y="4986"/>
                      <a:pt x="1517" y="4890"/>
                      <a:pt x="1237" y="4890"/>
                    </a:cubicBezTo>
                    <a:cubicBezTo>
                      <a:pt x="554" y="4890"/>
                      <a:pt x="1" y="5445"/>
                      <a:pt x="1" y="6128"/>
                    </a:cubicBezTo>
                    <a:cubicBezTo>
                      <a:pt x="1" y="6811"/>
                      <a:pt x="554" y="7364"/>
                      <a:pt x="1237" y="7364"/>
                    </a:cubicBezTo>
                    <a:cubicBezTo>
                      <a:pt x="1920" y="7364"/>
                      <a:pt x="2475" y="6811"/>
                      <a:pt x="2475" y="6128"/>
                    </a:cubicBezTo>
                    <a:cubicBezTo>
                      <a:pt x="2475" y="5835"/>
                      <a:pt x="2368" y="5569"/>
                      <a:pt x="2199" y="5357"/>
                    </a:cubicBezTo>
                    <a:lnTo>
                      <a:pt x="4405" y="3151"/>
                    </a:lnTo>
                    <a:lnTo>
                      <a:pt x="11524" y="3151"/>
                    </a:lnTo>
                    <a:cubicBezTo>
                      <a:pt x="11566" y="3151"/>
                      <a:pt x="11605" y="3135"/>
                      <a:pt x="11633" y="3106"/>
                    </a:cubicBezTo>
                    <a:lnTo>
                      <a:pt x="14431" y="308"/>
                    </a:lnTo>
                    <a:lnTo>
                      <a:pt x="20243" y="308"/>
                    </a:lnTo>
                    <a:cubicBezTo>
                      <a:pt x="20328" y="308"/>
                      <a:pt x="20397" y="239"/>
                      <a:pt x="20397" y="154"/>
                    </a:cubicBezTo>
                    <a:cubicBezTo>
                      <a:pt x="20397" y="69"/>
                      <a:pt x="20328" y="1"/>
                      <a:pt x="20243"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p:cNvSpPr/>
              <p:nvPr/>
            </p:nvSpPr>
            <p:spPr>
              <a:xfrm rot="-5400000">
                <a:off x="463055" y="936098"/>
                <a:ext cx="57013" cy="57013"/>
              </a:xfrm>
              <a:custGeom>
                <a:avLst/>
                <a:gdLst/>
                <a:ahLst/>
                <a:cxnLst/>
                <a:rect l="l" t="t" r="r" b="b"/>
                <a:pathLst>
                  <a:path w="1043" h="1043" extrusionOk="0">
                    <a:moveTo>
                      <a:pt x="522" y="1"/>
                    </a:moveTo>
                    <a:cubicBezTo>
                      <a:pt x="234" y="1"/>
                      <a:pt x="1" y="233"/>
                      <a:pt x="1" y="522"/>
                    </a:cubicBezTo>
                    <a:cubicBezTo>
                      <a:pt x="1" y="809"/>
                      <a:pt x="234" y="1042"/>
                      <a:pt x="522" y="1042"/>
                    </a:cubicBezTo>
                    <a:cubicBezTo>
                      <a:pt x="810" y="1042"/>
                      <a:pt x="1042" y="809"/>
                      <a:pt x="1042" y="522"/>
                    </a:cubicBezTo>
                    <a:cubicBezTo>
                      <a:pt x="1042"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p:cNvSpPr/>
              <p:nvPr/>
            </p:nvSpPr>
            <p:spPr>
              <a:xfrm rot="-5400000">
                <a:off x="-227413" y="159372"/>
                <a:ext cx="702140" cy="217994"/>
              </a:xfrm>
              <a:custGeom>
                <a:avLst/>
                <a:gdLst/>
                <a:ahLst/>
                <a:cxnLst/>
                <a:rect l="l" t="t" r="r" b="b"/>
                <a:pathLst>
                  <a:path w="12845" h="3988" extrusionOk="0">
                    <a:moveTo>
                      <a:pt x="4160" y="0"/>
                    </a:moveTo>
                    <a:cubicBezTo>
                      <a:pt x="4119" y="0"/>
                      <a:pt x="4080" y="16"/>
                      <a:pt x="4052" y="45"/>
                    </a:cubicBezTo>
                    <a:lnTo>
                      <a:pt x="2161" y="1934"/>
                    </a:lnTo>
                    <a:cubicBezTo>
                      <a:pt x="1934" y="1678"/>
                      <a:pt x="1607" y="1514"/>
                      <a:pt x="1238" y="1514"/>
                    </a:cubicBezTo>
                    <a:cubicBezTo>
                      <a:pt x="555" y="1514"/>
                      <a:pt x="0" y="2068"/>
                      <a:pt x="0" y="2751"/>
                    </a:cubicBezTo>
                    <a:cubicBezTo>
                      <a:pt x="0" y="3435"/>
                      <a:pt x="555" y="3988"/>
                      <a:pt x="1238" y="3988"/>
                    </a:cubicBezTo>
                    <a:cubicBezTo>
                      <a:pt x="1921" y="3988"/>
                      <a:pt x="2476" y="3435"/>
                      <a:pt x="2476" y="2751"/>
                    </a:cubicBezTo>
                    <a:cubicBezTo>
                      <a:pt x="2476" y="2549"/>
                      <a:pt x="2423" y="2362"/>
                      <a:pt x="2338" y="2193"/>
                    </a:cubicBezTo>
                    <a:lnTo>
                      <a:pt x="4223" y="308"/>
                    </a:lnTo>
                    <a:lnTo>
                      <a:pt x="12691" y="308"/>
                    </a:lnTo>
                    <a:cubicBezTo>
                      <a:pt x="12776" y="308"/>
                      <a:pt x="12845" y="239"/>
                      <a:pt x="12845" y="154"/>
                    </a:cubicBezTo>
                    <a:cubicBezTo>
                      <a:pt x="12845" y="69"/>
                      <a:pt x="12776" y="0"/>
                      <a:pt x="12691"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p:cNvSpPr/>
              <p:nvPr/>
            </p:nvSpPr>
            <p:spPr>
              <a:xfrm rot="-5400000">
                <a:off x="136475" y="523260"/>
                <a:ext cx="57068" cy="57013"/>
              </a:xfrm>
              <a:custGeom>
                <a:avLst/>
                <a:gdLst/>
                <a:ahLst/>
                <a:cxnLst/>
                <a:rect l="l" t="t" r="r" b="b"/>
                <a:pathLst>
                  <a:path w="1044" h="1043" extrusionOk="0">
                    <a:moveTo>
                      <a:pt x="522" y="1"/>
                    </a:moveTo>
                    <a:cubicBezTo>
                      <a:pt x="235" y="1"/>
                      <a:pt x="1" y="234"/>
                      <a:pt x="1" y="522"/>
                    </a:cubicBezTo>
                    <a:cubicBezTo>
                      <a:pt x="1" y="810"/>
                      <a:pt x="235" y="1042"/>
                      <a:pt x="522" y="1042"/>
                    </a:cubicBezTo>
                    <a:cubicBezTo>
                      <a:pt x="811" y="1042"/>
                      <a:pt x="1043" y="810"/>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p:cNvSpPr/>
              <p:nvPr/>
            </p:nvSpPr>
            <p:spPr>
              <a:xfrm rot="-5400000">
                <a:off x="122222" y="921800"/>
                <a:ext cx="85601" cy="85656"/>
              </a:xfrm>
              <a:custGeom>
                <a:avLst/>
                <a:gdLst/>
                <a:ahLst/>
                <a:cxnLst/>
                <a:rect l="l" t="t" r="r" b="b"/>
                <a:pathLst>
                  <a:path w="1566" h="1567" extrusionOk="0">
                    <a:moveTo>
                      <a:pt x="783" y="0"/>
                    </a:moveTo>
                    <a:cubicBezTo>
                      <a:pt x="350" y="0"/>
                      <a:pt x="0" y="351"/>
                      <a:pt x="0" y="783"/>
                    </a:cubicBezTo>
                    <a:cubicBezTo>
                      <a:pt x="0" y="1216"/>
                      <a:pt x="350" y="1567"/>
                      <a:pt x="783" y="1567"/>
                    </a:cubicBezTo>
                    <a:cubicBezTo>
                      <a:pt x="1216" y="1567"/>
                      <a:pt x="1566" y="1216"/>
                      <a:pt x="1566" y="783"/>
                    </a:cubicBezTo>
                    <a:cubicBezTo>
                      <a:pt x="1566" y="351"/>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p:cNvSpPr/>
              <p:nvPr/>
            </p:nvSpPr>
            <p:spPr>
              <a:xfrm rot="-5400000">
                <a:off x="39873" y="839450"/>
                <a:ext cx="250300" cy="250300"/>
              </a:xfrm>
              <a:custGeom>
                <a:avLst/>
                <a:gdLst/>
                <a:ahLst/>
                <a:cxnLst/>
                <a:rect l="l" t="t" r="r" b="b"/>
                <a:pathLst>
                  <a:path w="4579" h="4579" extrusionOk="0">
                    <a:moveTo>
                      <a:pt x="2289" y="154"/>
                    </a:moveTo>
                    <a:cubicBezTo>
                      <a:pt x="3466" y="154"/>
                      <a:pt x="4425" y="1111"/>
                      <a:pt x="4425" y="2289"/>
                    </a:cubicBezTo>
                    <a:cubicBezTo>
                      <a:pt x="4425" y="3468"/>
                      <a:pt x="3466" y="4425"/>
                      <a:pt x="2289" y="4425"/>
                    </a:cubicBezTo>
                    <a:cubicBezTo>
                      <a:pt x="1112" y="4425"/>
                      <a:pt x="154" y="3466"/>
                      <a:pt x="154" y="2289"/>
                    </a:cubicBezTo>
                    <a:cubicBezTo>
                      <a:pt x="154" y="1111"/>
                      <a:pt x="1112" y="154"/>
                      <a:pt x="2289" y="154"/>
                    </a:cubicBezTo>
                    <a:close/>
                    <a:moveTo>
                      <a:pt x="2289" y="0"/>
                    </a:moveTo>
                    <a:cubicBezTo>
                      <a:pt x="1026" y="0"/>
                      <a:pt x="0" y="1027"/>
                      <a:pt x="0" y="2289"/>
                    </a:cubicBezTo>
                    <a:cubicBezTo>
                      <a:pt x="0" y="3551"/>
                      <a:pt x="1026" y="4579"/>
                      <a:pt x="2289" y="4579"/>
                    </a:cubicBezTo>
                    <a:cubicBezTo>
                      <a:pt x="3552" y="4579"/>
                      <a:pt x="4579" y="3551"/>
                      <a:pt x="4579" y="2289"/>
                    </a:cubicBezTo>
                    <a:cubicBezTo>
                      <a:pt x="4579" y="1027"/>
                      <a:pt x="3552"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4" name="Google Shape;1494;p28"/>
          <p:cNvGrpSpPr/>
          <p:nvPr/>
        </p:nvGrpSpPr>
        <p:grpSpPr>
          <a:xfrm>
            <a:off x="232813" y="144887"/>
            <a:ext cx="8756098" cy="4932295"/>
            <a:chOff x="232813" y="144887"/>
            <a:chExt cx="8756098" cy="4932295"/>
          </a:xfrm>
        </p:grpSpPr>
        <p:grpSp>
          <p:nvGrpSpPr>
            <p:cNvPr id="1495" name="Google Shape;1495;p28"/>
            <p:cNvGrpSpPr/>
            <p:nvPr/>
          </p:nvGrpSpPr>
          <p:grpSpPr>
            <a:xfrm>
              <a:off x="232813" y="144887"/>
              <a:ext cx="680090" cy="1411840"/>
              <a:chOff x="156613" y="144887"/>
              <a:chExt cx="680090" cy="1411840"/>
            </a:xfrm>
          </p:grpSpPr>
          <p:sp>
            <p:nvSpPr>
              <p:cNvPr id="1496" name="Google Shape;1496;p28"/>
              <p:cNvSpPr/>
              <p:nvPr/>
            </p:nvSpPr>
            <p:spPr>
              <a:xfrm rot="-5400000">
                <a:off x="777394" y="332543"/>
                <a:ext cx="59309" cy="59309"/>
              </a:xfrm>
              <a:custGeom>
                <a:avLst/>
                <a:gdLst/>
                <a:ahLst/>
                <a:cxnLst/>
                <a:rect l="l" t="t" r="r" b="b"/>
                <a:pathLst>
                  <a:path w="1085" h="1085" extrusionOk="0">
                    <a:moveTo>
                      <a:pt x="544" y="1"/>
                    </a:moveTo>
                    <a:cubicBezTo>
                      <a:pt x="244" y="1"/>
                      <a:pt x="1" y="243"/>
                      <a:pt x="1" y="542"/>
                    </a:cubicBezTo>
                    <a:cubicBezTo>
                      <a:pt x="1" y="841"/>
                      <a:pt x="244" y="1085"/>
                      <a:pt x="544" y="1085"/>
                    </a:cubicBezTo>
                    <a:cubicBezTo>
                      <a:pt x="843" y="1085"/>
                      <a:pt x="1085" y="841"/>
                      <a:pt x="1085" y="542"/>
                    </a:cubicBezTo>
                    <a:cubicBezTo>
                      <a:pt x="1085" y="243"/>
                      <a:pt x="843" y="1"/>
                      <a:pt x="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28"/>
              <p:cNvSpPr/>
              <p:nvPr/>
            </p:nvSpPr>
            <p:spPr>
              <a:xfrm rot="-5400000">
                <a:off x="684905" y="240000"/>
                <a:ext cx="59309" cy="59309"/>
              </a:xfrm>
              <a:custGeom>
                <a:avLst/>
                <a:gdLst/>
                <a:ahLst/>
                <a:cxnLst/>
                <a:rect l="l" t="t" r="r" b="b"/>
                <a:pathLst>
                  <a:path w="1085" h="1085" extrusionOk="0">
                    <a:moveTo>
                      <a:pt x="543" y="0"/>
                    </a:moveTo>
                    <a:cubicBezTo>
                      <a:pt x="243" y="0"/>
                      <a:pt x="1" y="242"/>
                      <a:pt x="1" y="541"/>
                    </a:cubicBezTo>
                    <a:cubicBezTo>
                      <a:pt x="1" y="841"/>
                      <a:pt x="243" y="1084"/>
                      <a:pt x="543" y="1084"/>
                    </a:cubicBezTo>
                    <a:cubicBezTo>
                      <a:pt x="842" y="1084"/>
                      <a:pt x="1085" y="841"/>
                      <a:pt x="1085" y="541"/>
                    </a:cubicBezTo>
                    <a:cubicBezTo>
                      <a:pt x="1085"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28"/>
              <p:cNvSpPr/>
              <p:nvPr/>
            </p:nvSpPr>
            <p:spPr>
              <a:xfrm rot="-5400000">
                <a:off x="589738" y="144887"/>
                <a:ext cx="59309" cy="59309"/>
              </a:xfrm>
              <a:custGeom>
                <a:avLst/>
                <a:gdLst/>
                <a:ahLst/>
                <a:cxnLst/>
                <a:rect l="l" t="t" r="r" b="b"/>
                <a:pathLst>
                  <a:path w="1085" h="1085" extrusionOk="0">
                    <a:moveTo>
                      <a:pt x="542" y="1"/>
                    </a:moveTo>
                    <a:cubicBezTo>
                      <a:pt x="243" y="1"/>
                      <a:pt x="1" y="243"/>
                      <a:pt x="1" y="542"/>
                    </a:cubicBezTo>
                    <a:cubicBezTo>
                      <a:pt x="1" y="843"/>
                      <a:pt x="243" y="1085"/>
                      <a:pt x="542" y="1085"/>
                    </a:cubicBezTo>
                    <a:cubicBezTo>
                      <a:pt x="843" y="1085"/>
                      <a:pt x="1085" y="843"/>
                      <a:pt x="1085" y="542"/>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28"/>
              <p:cNvSpPr/>
              <p:nvPr/>
            </p:nvSpPr>
            <p:spPr>
              <a:xfrm rot="-5400000">
                <a:off x="344269" y="1497418"/>
                <a:ext cx="59309" cy="59309"/>
              </a:xfrm>
              <a:custGeom>
                <a:avLst/>
                <a:gdLst/>
                <a:ahLst/>
                <a:cxnLst/>
                <a:rect l="l" t="t" r="r" b="b"/>
                <a:pathLst>
                  <a:path w="1085" h="1085" extrusionOk="0">
                    <a:moveTo>
                      <a:pt x="544" y="1"/>
                    </a:moveTo>
                    <a:cubicBezTo>
                      <a:pt x="244" y="1"/>
                      <a:pt x="1" y="243"/>
                      <a:pt x="1" y="542"/>
                    </a:cubicBezTo>
                    <a:cubicBezTo>
                      <a:pt x="1" y="841"/>
                      <a:pt x="244" y="1085"/>
                      <a:pt x="544" y="1085"/>
                    </a:cubicBezTo>
                    <a:cubicBezTo>
                      <a:pt x="843" y="1085"/>
                      <a:pt x="1085" y="841"/>
                      <a:pt x="1085" y="542"/>
                    </a:cubicBezTo>
                    <a:cubicBezTo>
                      <a:pt x="1085" y="243"/>
                      <a:pt x="843" y="1"/>
                      <a:pt x="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28"/>
              <p:cNvSpPr/>
              <p:nvPr/>
            </p:nvSpPr>
            <p:spPr>
              <a:xfrm rot="-5400000">
                <a:off x="251780" y="1404875"/>
                <a:ext cx="59309" cy="59309"/>
              </a:xfrm>
              <a:custGeom>
                <a:avLst/>
                <a:gdLst/>
                <a:ahLst/>
                <a:cxnLst/>
                <a:rect l="l" t="t" r="r" b="b"/>
                <a:pathLst>
                  <a:path w="1085" h="1085" extrusionOk="0">
                    <a:moveTo>
                      <a:pt x="543" y="0"/>
                    </a:moveTo>
                    <a:cubicBezTo>
                      <a:pt x="243" y="0"/>
                      <a:pt x="1" y="242"/>
                      <a:pt x="1" y="541"/>
                    </a:cubicBezTo>
                    <a:cubicBezTo>
                      <a:pt x="1" y="841"/>
                      <a:pt x="243" y="1084"/>
                      <a:pt x="543" y="1084"/>
                    </a:cubicBezTo>
                    <a:cubicBezTo>
                      <a:pt x="842" y="1084"/>
                      <a:pt x="1085" y="841"/>
                      <a:pt x="1085" y="541"/>
                    </a:cubicBezTo>
                    <a:cubicBezTo>
                      <a:pt x="1085"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28"/>
              <p:cNvSpPr/>
              <p:nvPr/>
            </p:nvSpPr>
            <p:spPr>
              <a:xfrm rot="-5400000">
                <a:off x="156613" y="1309762"/>
                <a:ext cx="59309" cy="59309"/>
              </a:xfrm>
              <a:custGeom>
                <a:avLst/>
                <a:gdLst/>
                <a:ahLst/>
                <a:cxnLst/>
                <a:rect l="l" t="t" r="r" b="b"/>
                <a:pathLst>
                  <a:path w="1085" h="1085" extrusionOk="0">
                    <a:moveTo>
                      <a:pt x="542" y="1"/>
                    </a:moveTo>
                    <a:cubicBezTo>
                      <a:pt x="243" y="1"/>
                      <a:pt x="1" y="243"/>
                      <a:pt x="1" y="542"/>
                    </a:cubicBezTo>
                    <a:cubicBezTo>
                      <a:pt x="1" y="843"/>
                      <a:pt x="243" y="1085"/>
                      <a:pt x="542" y="1085"/>
                    </a:cubicBezTo>
                    <a:cubicBezTo>
                      <a:pt x="843" y="1085"/>
                      <a:pt x="1085" y="843"/>
                      <a:pt x="1085" y="542"/>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2" name="Google Shape;1502;p28"/>
            <p:cNvGrpSpPr/>
            <p:nvPr/>
          </p:nvGrpSpPr>
          <p:grpSpPr>
            <a:xfrm>
              <a:off x="7645550" y="3883667"/>
              <a:ext cx="1343360" cy="1193515"/>
              <a:chOff x="7645550" y="3883667"/>
              <a:chExt cx="1343360" cy="1193515"/>
            </a:xfrm>
          </p:grpSpPr>
          <p:sp>
            <p:nvSpPr>
              <p:cNvPr id="1503" name="Google Shape;1503;p28"/>
              <p:cNvSpPr/>
              <p:nvPr/>
            </p:nvSpPr>
            <p:spPr>
              <a:xfrm>
                <a:off x="7837107" y="5016665"/>
                <a:ext cx="60517" cy="60517"/>
              </a:xfrm>
              <a:custGeom>
                <a:avLst/>
                <a:gdLst/>
                <a:ahLst/>
                <a:cxnLst/>
                <a:rect l="l" t="t" r="r" b="b"/>
                <a:pathLst>
                  <a:path w="1396" h="1396" extrusionOk="0">
                    <a:moveTo>
                      <a:pt x="698" y="1"/>
                    </a:moveTo>
                    <a:cubicBezTo>
                      <a:pt x="313" y="1"/>
                      <a:pt x="1" y="313"/>
                      <a:pt x="1" y="698"/>
                    </a:cubicBezTo>
                    <a:cubicBezTo>
                      <a:pt x="1" y="1083"/>
                      <a:pt x="313" y="1395"/>
                      <a:pt x="698" y="1395"/>
                    </a:cubicBezTo>
                    <a:cubicBezTo>
                      <a:pt x="1084" y="1395"/>
                      <a:pt x="1396" y="1083"/>
                      <a:pt x="1396" y="698"/>
                    </a:cubicBezTo>
                    <a:cubicBezTo>
                      <a:pt x="1396" y="313"/>
                      <a:pt x="1084"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28"/>
              <p:cNvSpPr/>
              <p:nvPr/>
            </p:nvSpPr>
            <p:spPr>
              <a:xfrm>
                <a:off x="7742651" y="4922206"/>
                <a:ext cx="60517" cy="60517"/>
              </a:xfrm>
              <a:custGeom>
                <a:avLst/>
                <a:gdLst/>
                <a:ahLst/>
                <a:cxnLst/>
                <a:rect l="l" t="t" r="r" b="b"/>
                <a:pathLst>
                  <a:path w="1396" h="1396" extrusionOk="0">
                    <a:moveTo>
                      <a:pt x="698" y="1"/>
                    </a:moveTo>
                    <a:cubicBezTo>
                      <a:pt x="313" y="1"/>
                      <a:pt x="1" y="313"/>
                      <a:pt x="1" y="698"/>
                    </a:cubicBezTo>
                    <a:cubicBezTo>
                      <a:pt x="1" y="1084"/>
                      <a:pt x="313" y="1396"/>
                      <a:pt x="698" y="1396"/>
                    </a:cubicBezTo>
                    <a:cubicBezTo>
                      <a:pt x="1084" y="1396"/>
                      <a:pt x="1396" y="1084"/>
                      <a:pt x="1396" y="698"/>
                    </a:cubicBezTo>
                    <a:cubicBezTo>
                      <a:pt x="1396" y="313"/>
                      <a:pt x="1084"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28"/>
              <p:cNvSpPr/>
              <p:nvPr/>
            </p:nvSpPr>
            <p:spPr>
              <a:xfrm>
                <a:off x="7645550" y="4825103"/>
                <a:ext cx="60560" cy="60517"/>
              </a:xfrm>
              <a:custGeom>
                <a:avLst/>
                <a:gdLst/>
                <a:ahLst/>
                <a:cxnLst/>
                <a:rect l="l" t="t" r="r" b="b"/>
                <a:pathLst>
                  <a:path w="1397" h="1396" extrusionOk="0">
                    <a:moveTo>
                      <a:pt x="699" y="1"/>
                    </a:moveTo>
                    <a:cubicBezTo>
                      <a:pt x="314" y="1"/>
                      <a:pt x="1" y="313"/>
                      <a:pt x="1" y="698"/>
                    </a:cubicBezTo>
                    <a:cubicBezTo>
                      <a:pt x="1" y="1083"/>
                      <a:pt x="314" y="1395"/>
                      <a:pt x="699" y="1395"/>
                    </a:cubicBezTo>
                    <a:cubicBezTo>
                      <a:pt x="1085" y="1395"/>
                      <a:pt x="1397" y="1083"/>
                      <a:pt x="1397" y="698"/>
                    </a:cubicBezTo>
                    <a:cubicBezTo>
                      <a:pt x="1397" y="313"/>
                      <a:pt x="1085" y="1"/>
                      <a:pt x="6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28"/>
              <p:cNvSpPr/>
              <p:nvPr/>
            </p:nvSpPr>
            <p:spPr>
              <a:xfrm>
                <a:off x="8927086" y="4079235"/>
                <a:ext cx="61824" cy="61868"/>
              </a:xfrm>
              <a:custGeom>
                <a:avLst/>
                <a:gdLst/>
                <a:ahLst/>
                <a:cxnLst/>
                <a:rect l="l" t="t" r="r" b="b"/>
                <a:pathLst>
                  <a:path w="1397" h="1398" extrusionOk="0">
                    <a:moveTo>
                      <a:pt x="699" y="1"/>
                    </a:moveTo>
                    <a:cubicBezTo>
                      <a:pt x="313" y="1"/>
                      <a:pt x="0" y="313"/>
                      <a:pt x="0" y="698"/>
                    </a:cubicBezTo>
                    <a:cubicBezTo>
                      <a:pt x="0" y="1084"/>
                      <a:pt x="313" y="1397"/>
                      <a:pt x="699" y="1397"/>
                    </a:cubicBezTo>
                    <a:cubicBezTo>
                      <a:pt x="1084" y="1397"/>
                      <a:pt x="1396" y="1084"/>
                      <a:pt x="1396" y="698"/>
                    </a:cubicBezTo>
                    <a:cubicBezTo>
                      <a:pt x="1396" y="313"/>
                      <a:pt x="1084" y="1"/>
                      <a:pt x="6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8"/>
              <p:cNvSpPr/>
              <p:nvPr/>
            </p:nvSpPr>
            <p:spPr>
              <a:xfrm>
                <a:off x="8830652" y="3982845"/>
                <a:ext cx="61824" cy="61780"/>
              </a:xfrm>
              <a:custGeom>
                <a:avLst/>
                <a:gdLst/>
                <a:ahLst/>
                <a:cxnLst/>
                <a:rect l="l" t="t" r="r" b="b"/>
                <a:pathLst>
                  <a:path w="1397" h="1396" extrusionOk="0">
                    <a:moveTo>
                      <a:pt x="699" y="0"/>
                    </a:moveTo>
                    <a:cubicBezTo>
                      <a:pt x="314" y="0"/>
                      <a:pt x="0" y="312"/>
                      <a:pt x="0" y="698"/>
                    </a:cubicBezTo>
                    <a:cubicBezTo>
                      <a:pt x="0" y="1083"/>
                      <a:pt x="314" y="1395"/>
                      <a:pt x="699" y="1395"/>
                    </a:cubicBezTo>
                    <a:cubicBezTo>
                      <a:pt x="1084" y="1395"/>
                      <a:pt x="1396" y="1083"/>
                      <a:pt x="1396" y="698"/>
                    </a:cubicBezTo>
                    <a:cubicBezTo>
                      <a:pt x="1396" y="312"/>
                      <a:pt x="1084" y="0"/>
                      <a:pt x="6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8"/>
              <p:cNvSpPr/>
              <p:nvPr/>
            </p:nvSpPr>
            <p:spPr>
              <a:xfrm>
                <a:off x="8731563" y="3883667"/>
                <a:ext cx="61780" cy="61868"/>
              </a:xfrm>
              <a:custGeom>
                <a:avLst/>
                <a:gdLst/>
                <a:ahLst/>
                <a:cxnLst/>
                <a:rect l="l" t="t" r="r" b="b"/>
                <a:pathLst>
                  <a:path w="1396" h="1398" extrusionOk="0">
                    <a:moveTo>
                      <a:pt x="698" y="1"/>
                    </a:moveTo>
                    <a:cubicBezTo>
                      <a:pt x="312" y="1"/>
                      <a:pt x="0" y="314"/>
                      <a:pt x="0" y="700"/>
                    </a:cubicBezTo>
                    <a:cubicBezTo>
                      <a:pt x="0" y="1085"/>
                      <a:pt x="312" y="1397"/>
                      <a:pt x="698" y="1397"/>
                    </a:cubicBezTo>
                    <a:cubicBezTo>
                      <a:pt x="1083" y="1397"/>
                      <a:pt x="1395" y="1085"/>
                      <a:pt x="1395" y="700"/>
                    </a:cubicBezTo>
                    <a:cubicBezTo>
                      <a:pt x="1395" y="314"/>
                      <a:pt x="1083"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1">
  <p:cSld name="TITLE_AND_TWO_COLUMNS_1_1_1">
    <p:spTree>
      <p:nvGrpSpPr>
        <p:cNvPr id="1" name="Shape 1509"/>
        <p:cNvGrpSpPr/>
        <p:nvPr/>
      </p:nvGrpSpPr>
      <p:grpSpPr>
        <a:xfrm>
          <a:off x="0" y="0"/>
          <a:ext cx="0" cy="0"/>
          <a:chOff x="0" y="0"/>
          <a:chExt cx="0" cy="0"/>
        </a:xfrm>
      </p:grpSpPr>
      <p:pic>
        <p:nvPicPr>
          <p:cNvPr id="1510" name="Google Shape;1510;p29"/>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sp>
        <p:nvSpPr>
          <p:cNvPr id="1511" name="Google Shape;1511;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512" name="Google Shape;1512;p29"/>
          <p:cNvSpPr txBox="1">
            <a:spLocks noGrp="1"/>
          </p:cNvSpPr>
          <p:nvPr>
            <p:ph type="subTitle" idx="1"/>
          </p:nvPr>
        </p:nvSpPr>
        <p:spPr>
          <a:xfrm>
            <a:off x="4697450" y="1439025"/>
            <a:ext cx="3438900" cy="144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3" name="Google Shape;1513;p29"/>
          <p:cNvSpPr txBox="1">
            <a:spLocks noGrp="1"/>
          </p:cNvSpPr>
          <p:nvPr>
            <p:ph type="subTitle" idx="2"/>
          </p:nvPr>
        </p:nvSpPr>
        <p:spPr>
          <a:xfrm>
            <a:off x="1007650" y="1439025"/>
            <a:ext cx="3438900" cy="144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4" name="Google Shape;1514;p29"/>
          <p:cNvSpPr txBox="1">
            <a:spLocks noGrp="1"/>
          </p:cNvSpPr>
          <p:nvPr>
            <p:ph type="subTitle" idx="3"/>
          </p:nvPr>
        </p:nvSpPr>
        <p:spPr>
          <a:xfrm>
            <a:off x="4697450" y="3087500"/>
            <a:ext cx="3438900" cy="144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5" name="Google Shape;1515;p29"/>
          <p:cNvSpPr txBox="1">
            <a:spLocks noGrp="1"/>
          </p:cNvSpPr>
          <p:nvPr>
            <p:ph type="subTitle" idx="4"/>
          </p:nvPr>
        </p:nvSpPr>
        <p:spPr>
          <a:xfrm>
            <a:off x="1007650" y="3087500"/>
            <a:ext cx="3438900" cy="144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516" name="Google Shape;1516;p29"/>
          <p:cNvGrpSpPr/>
          <p:nvPr/>
        </p:nvGrpSpPr>
        <p:grpSpPr>
          <a:xfrm>
            <a:off x="107100" y="297091"/>
            <a:ext cx="8828225" cy="4620334"/>
            <a:chOff x="107100" y="297091"/>
            <a:chExt cx="8828225" cy="4620334"/>
          </a:xfrm>
        </p:grpSpPr>
        <p:grpSp>
          <p:nvGrpSpPr>
            <p:cNvPr id="1517" name="Google Shape;1517;p29"/>
            <p:cNvGrpSpPr/>
            <p:nvPr/>
          </p:nvGrpSpPr>
          <p:grpSpPr>
            <a:xfrm rot="-5400000">
              <a:off x="7963500" y="3945600"/>
              <a:ext cx="1439100" cy="504550"/>
              <a:chOff x="2539675" y="122850"/>
              <a:chExt cx="1439100" cy="504550"/>
            </a:xfrm>
          </p:grpSpPr>
          <p:sp>
            <p:nvSpPr>
              <p:cNvPr id="1518" name="Google Shape;1518;p29"/>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9"/>
              <p:cNvSpPr/>
              <p:nvPr/>
            </p:nvSpPr>
            <p:spPr>
              <a:xfrm>
                <a:off x="2539675" y="12285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0" name="Google Shape;1520;p29"/>
            <p:cNvGrpSpPr/>
            <p:nvPr/>
          </p:nvGrpSpPr>
          <p:grpSpPr>
            <a:xfrm rot="10800000" flipH="1">
              <a:off x="107100" y="297091"/>
              <a:ext cx="612900" cy="1328860"/>
              <a:chOff x="107100" y="3703540"/>
              <a:chExt cx="612900" cy="1328860"/>
            </a:xfrm>
          </p:grpSpPr>
          <p:sp>
            <p:nvSpPr>
              <p:cNvPr id="1521" name="Google Shape;1521;p29"/>
              <p:cNvSpPr/>
              <p:nvPr/>
            </p:nvSpPr>
            <p:spPr>
              <a:xfrm>
                <a:off x="385525" y="3703540"/>
                <a:ext cx="271201" cy="723536"/>
              </a:xfrm>
              <a:custGeom>
                <a:avLst/>
                <a:gdLst/>
                <a:ahLst/>
                <a:cxnLst/>
                <a:rect l="l" t="t" r="r" b="b"/>
                <a:pathLst>
                  <a:path w="2562" h="6835" extrusionOk="0">
                    <a:moveTo>
                      <a:pt x="2344" y="1"/>
                    </a:moveTo>
                    <a:cubicBezTo>
                      <a:pt x="2293" y="1"/>
                      <a:pt x="2242" y="20"/>
                      <a:pt x="2204" y="58"/>
                    </a:cubicBezTo>
                    <a:lnTo>
                      <a:pt x="58" y="2205"/>
                    </a:lnTo>
                    <a:cubicBezTo>
                      <a:pt x="21" y="2242"/>
                      <a:pt x="0" y="2292"/>
                      <a:pt x="0" y="2345"/>
                    </a:cubicBezTo>
                    <a:lnTo>
                      <a:pt x="0" y="6636"/>
                    </a:lnTo>
                    <a:cubicBezTo>
                      <a:pt x="0" y="6746"/>
                      <a:pt x="89" y="6835"/>
                      <a:pt x="198" y="6835"/>
                    </a:cubicBezTo>
                    <a:cubicBezTo>
                      <a:pt x="308" y="6835"/>
                      <a:pt x="395" y="6746"/>
                      <a:pt x="395" y="6636"/>
                    </a:cubicBezTo>
                    <a:lnTo>
                      <a:pt x="395" y="2426"/>
                    </a:lnTo>
                    <a:lnTo>
                      <a:pt x="2484" y="339"/>
                    </a:lnTo>
                    <a:cubicBezTo>
                      <a:pt x="2561" y="262"/>
                      <a:pt x="2561" y="135"/>
                      <a:pt x="2484" y="58"/>
                    </a:cubicBezTo>
                    <a:cubicBezTo>
                      <a:pt x="2445" y="20"/>
                      <a:pt x="2394" y="1"/>
                      <a:pt x="2344"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9"/>
              <p:cNvSpPr/>
              <p:nvPr/>
            </p:nvSpPr>
            <p:spPr>
              <a:xfrm>
                <a:off x="250291" y="456298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9"/>
              <p:cNvSpPr/>
              <p:nvPr/>
            </p:nvSpPr>
            <p:spPr>
              <a:xfrm>
                <a:off x="107100" y="4419800"/>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24" name="Google Shape;1524;p29"/>
          <p:cNvGrpSpPr/>
          <p:nvPr/>
        </p:nvGrpSpPr>
        <p:grpSpPr>
          <a:xfrm>
            <a:off x="90860" y="-82702"/>
            <a:ext cx="9067137" cy="5454796"/>
            <a:chOff x="90860" y="-82702"/>
            <a:chExt cx="9067137" cy="5454796"/>
          </a:xfrm>
        </p:grpSpPr>
        <p:grpSp>
          <p:nvGrpSpPr>
            <p:cNvPr id="1525" name="Google Shape;1525;p29"/>
            <p:cNvGrpSpPr/>
            <p:nvPr/>
          </p:nvGrpSpPr>
          <p:grpSpPr>
            <a:xfrm>
              <a:off x="7794365" y="3589274"/>
              <a:ext cx="1363631" cy="1782819"/>
              <a:chOff x="7794365" y="3589274"/>
              <a:chExt cx="1363631" cy="1782819"/>
            </a:xfrm>
          </p:grpSpPr>
          <p:sp>
            <p:nvSpPr>
              <p:cNvPr id="1526" name="Google Shape;1526;p29"/>
              <p:cNvSpPr/>
              <p:nvPr/>
            </p:nvSpPr>
            <p:spPr>
              <a:xfrm>
                <a:off x="8349320" y="4892096"/>
                <a:ext cx="111063" cy="296297"/>
              </a:xfrm>
              <a:custGeom>
                <a:avLst/>
                <a:gdLst/>
                <a:ahLst/>
                <a:cxnLst/>
                <a:rect l="l" t="t" r="r" b="b"/>
                <a:pathLst>
                  <a:path w="2562" h="6835" extrusionOk="0">
                    <a:moveTo>
                      <a:pt x="2344" y="1"/>
                    </a:moveTo>
                    <a:cubicBezTo>
                      <a:pt x="2293" y="1"/>
                      <a:pt x="2242" y="20"/>
                      <a:pt x="2204" y="58"/>
                    </a:cubicBezTo>
                    <a:lnTo>
                      <a:pt x="58" y="2205"/>
                    </a:lnTo>
                    <a:cubicBezTo>
                      <a:pt x="21" y="2242"/>
                      <a:pt x="0" y="2292"/>
                      <a:pt x="0" y="2345"/>
                    </a:cubicBezTo>
                    <a:lnTo>
                      <a:pt x="0" y="6636"/>
                    </a:lnTo>
                    <a:cubicBezTo>
                      <a:pt x="0" y="6746"/>
                      <a:pt x="89" y="6835"/>
                      <a:pt x="198" y="6835"/>
                    </a:cubicBezTo>
                    <a:cubicBezTo>
                      <a:pt x="308" y="6835"/>
                      <a:pt x="395" y="6746"/>
                      <a:pt x="395" y="6636"/>
                    </a:cubicBezTo>
                    <a:lnTo>
                      <a:pt x="395" y="2426"/>
                    </a:lnTo>
                    <a:lnTo>
                      <a:pt x="2484" y="339"/>
                    </a:lnTo>
                    <a:cubicBezTo>
                      <a:pt x="2561" y="262"/>
                      <a:pt x="2561" y="135"/>
                      <a:pt x="2484" y="58"/>
                    </a:cubicBezTo>
                    <a:cubicBezTo>
                      <a:pt x="2445" y="20"/>
                      <a:pt x="2394" y="1"/>
                      <a:pt x="234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9"/>
              <p:cNvSpPr/>
              <p:nvPr/>
            </p:nvSpPr>
            <p:spPr>
              <a:xfrm>
                <a:off x="7853970" y="4734112"/>
                <a:ext cx="160568" cy="637982"/>
              </a:xfrm>
              <a:custGeom>
                <a:avLst/>
                <a:gdLst/>
                <a:ahLst/>
                <a:cxnLst/>
                <a:rect l="l" t="t" r="r" b="b"/>
                <a:pathLst>
                  <a:path w="3704" h="14717" extrusionOk="0">
                    <a:moveTo>
                      <a:pt x="218" y="1"/>
                    </a:moveTo>
                    <a:cubicBezTo>
                      <a:pt x="168" y="1"/>
                      <a:pt x="117" y="20"/>
                      <a:pt x="79" y="59"/>
                    </a:cubicBezTo>
                    <a:cubicBezTo>
                      <a:pt x="1" y="136"/>
                      <a:pt x="1" y="261"/>
                      <a:pt x="79" y="338"/>
                    </a:cubicBezTo>
                    <a:lnTo>
                      <a:pt x="3308" y="3569"/>
                    </a:lnTo>
                    <a:lnTo>
                      <a:pt x="3308" y="14518"/>
                    </a:lnTo>
                    <a:cubicBezTo>
                      <a:pt x="3308" y="14628"/>
                      <a:pt x="3397" y="14717"/>
                      <a:pt x="3506" y="14717"/>
                    </a:cubicBezTo>
                    <a:cubicBezTo>
                      <a:pt x="3616" y="14717"/>
                      <a:pt x="3703" y="14628"/>
                      <a:pt x="3703" y="14518"/>
                    </a:cubicBezTo>
                    <a:lnTo>
                      <a:pt x="3703" y="3486"/>
                    </a:lnTo>
                    <a:cubicBezTo>
                      <a:pt x="3703" y="3434"/>
                      <a:pt x="3683" y="3383"/>
                      <a:pt x="3645" y="3347"/>
                    </a:cubicBezTo>
                    <a:lnTo>
                      <a:pt x="358" y="59"/>
                    </a:lnTo>
                    <a:cubicBezTo>
                      <a:pt x="319" y="20"/>
                      <a:pt x="269" y="1"/>
                      <a:pt x="21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9"/>
              <p:cNvSpPr/>
              <p:nvPr/>
            </p:nvSpPr>
            <p:spPr>
              <a:xfrm>
                <a:off x="7794365" y="4673682"/>
                <a:ext cx="138113" cy="138070"/>
              </a:xfrm>
              <a:custGeom>
                <a:avLst/>
                <a:gdLst/>
                <a:ahLst/>
                <a:cxnLst/>
                <a:rect l="l" t="t" r="r" b="b"/>
                <a:pathLst>
                  <a:path w="3186" h="3185" extrusionOk="0">
                    <a:moveTo>
                      <a:pt x="1593" y="0"/>
                    </a:moveTo>
                    <a:cubicBezTo>
                      <a:pt x="714" y="0"/>
                      <a:pt x="1" y="713"/>
                      <a:pt x="1" y="1593"/>
                    </a:cubicBezTo>
                    <a:cubicBezTo>
                      <a:pt x="1" y="2472"/>
                      <a:pt x="714" y="3185"/>
                      <a:pt x="1593" y="3185"/>
                    </a:cubicBezTo>
                    <a:cubicBezTo>
                      <a:pt x="2473" y="3185"/>
                      <a:pt x="3186" y="2472"/>
                      <a:pt x="3186" y="1593"/>
                    </a:cubicBezTo>
                    <a:cubicBezTo>
                      <a:pt x="3186" y="713"/>
                      <a:pt x="2473" y="0"/>
                      <a:pt x="1593"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p:cNvSpPr/>
              <p:nvPr/>
            </p:nvSpPr>
            <p:spPr>
              <a:xfrm>
                <a:off x="7834333" y="4713651"/>
                <a:ext cx="58176" cy="58132"/>
              </a:xfrm>
              <a:custGeom>
                <a:avLst/>
                <a:gdLst/>
                <a:ahLst/>
                <a:cxnLst/>
                <a:rect l="l" t="t" r="r" b="b"/>
                <a:pathLst>
                  <a:path w="1342" h="1341" extrusionOk="0">
                    <a:moveTo>
                      <a:pt x="671" y="0"/>
                    </a:moveTo>
                    <a:cubicBezTo>
                      <a:pt x="301" y="0"/>
                      <a:pt x="1" y="301"/>
                      <a:pt x="1" y="671"/>
                    </a:cubicBezTo>
                    <a:cubicBezTo>
                      <a:pt x="1" y="1041"/>
                      <a:pt x="301" y="1341"/>
                      <a:pt x="671" y="1341"/>
                    </a:cubicBezTo>
                    <a:cubicBezTo>
                      <a:pt x="1041" y="1341"/>
                      <a:pt x="1341" y="1041"/>
                      <a:pt x="1341" y="671"/>
                    </a:cubicBezTo>
                    <a:cubicBezTo>
                      <a:pt x="1341" y="301"/>
                      <a:pt x="1041" y="0"/>
                      <a:pt x="6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p:cNvSpPr/>
              <p:nvPr/>
            </p:nvSpPr>
            <p:spPr>
              <a:xfrm>
                <a:off x="8384952" y="4824123"/>
                <a:ext cx="138156" cy="138113"/>
              </a:xfrm>
              <a:custGeom>
                <a:avLst/>
                <a:gdLst/>
                <a:ahLst/>
                <a:cxnLst/>
                <a:rect l="l" t="t" r="r" b="b"/>
                <a:pathLst>
                  <a:path w="3187" h="3186" extrusionOk="0">
                    <a:moveTo>
                      <a:pt x="1593" y="1"/>
                    </a:moveTo>
                    <a:cubicBezTo>
                      <a:pt x="713" y="1"/>
                      <a:pt x="0" y="714"/>
                      <a:pt x="0" y="1593"/>
                    </a:cubicBezTo>
                    <a:cubicBezTo>
                      <a:pt x="0" y="2473"/>
                      <a:pt x="713" y="3186"/>
                      <a:pt x="1593" y="3186"/>
                    </a:cubicBezTo>
                    <a:cubicBezTo>
                      <a:pt x="2472" y="3186"/>
                      <a:pt x="3186" y="2473"/>
                      <a:pt x="3186" y="1593"/>
                    </a:cubicBezTo>
                    <a:cubicBezTo>
                      <a:pt x="3186" y="714"/>
                      <a:pt x="2472" y="1"/>
                      <a:pt x="1593"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p:cNvSpPr/>
              <p:nvPr/>
            </p:nvSpPr>
            <p:spPr>
              <a:xfrm>
                <a:off x="8424919" y="4864092"/>
                <a:ext cx="58176" cy="58176"/>
              </a:xfrm>
              <a:custGeom>
                <a:avLst/>
                <a:gdLst/>
                <a:ahLst/>
                <a:cxnLst/>
                <a:rect l="l" t="t" r="r" b="b"/>
                <a:pathLst>
                  <a:path w="1342" h="1342" extrusionOk="0">
                    <a:moveTo>
                      <a:pt x="671" y="1"/>
                    </a:moveTo>
                    <a:cubicBezTo>
                      <a:pt x="300" y="1"/>
                      <a:pt x="0" y="301"/>
                      <a:pt x="0" y="671"/>
                    </a:cubicBezTo>
                    <a:cubicBezTo>
                      <a:pt x="0" y="1041"/>
                      <a:pt x="300" y="1342"/>
                      <a:pt x="671" y="1342"/>
                    </a:cubicBezTo>
                    <a:cubicBezTo>
                      <a:pt x="1042" y="1342"/>
                      <a:pt x="1342" y="1041"/>
                      <a:pt x="1342" y="671"/>
                    </a:cubicBezTo>
                    <a:cubicBezTo>
                      <a:pt x="1342" y="301"/>
                      <a:pt x="1042" y="1"/>
                      <a:pt x="6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p:cNvSpPr/>
              <p:nvPr/>
            </p:nvSpPr>
            <p:spPr>
              <a:xfrm>
                <a:off x="8448102" y="3654597"/>
                <a:ext cx="709894" cy="1646861"/>
              </a:xfrm>
              <a:custGeom>
                <a:avLst/>
                <a:gdLst/>
                <a:ahLst/>
                <a:cxnLst/>
                <a:rect l="l" t="t" r="r" b="b"/>
                <a:pathLst>
                  <a:path w="16041" h="37213" extrusionOk="0">
                    <a:moveTo>
                      <a:pt x="218" y="1"/>
                    </a:moveTo>
                    <a:cubicBezTo>
                      <a:pt x="167" y="1"/>
                      <a:pt x="117" y="20"/>
                      <a:pt x="78" y="59"/>
                    </a:cubicBezTo>
                    <a:cubicBezTo>
                      <a:pt x="0" y="136"/>
                      <a:pt x="0" y="261"/>
                      <a:pt x="78" y="340"/>
                    </a:cubicBezTo>
                    <a:lnTo>
                      <a:pt x="3490" y="3751"/>
                    </a:lnTo>
                    <a:lnTo>
                      <a:pt x="3490" y="7570"/>
                    </a:lnTo>
                    <a:cubicBezTo>
                      <a:pt x="3490" y="7622"/>
                      <a:pt x="3511" y="7673"/>
                      <a:pt x="3548" y="7709"/>
                    </a:cubicBezTo>
                    <a:lnTo>
                      <a:pt x="11586" y="15747"/>
                    </a:lnTo>
                    <a:lnTo>
                      <a:pt x="11586" y="21264"/>
                    </a:lnTo>
                    <a:cubicBezTo>
                      <a:pt x="11586" y="21316"/>
                      <a:pt x="11607" y="21366"/>
                      <a:pt x="11644" y="21404"/>
                    </a:cubicBezTo>
                    <a:lnTo>
                      <a:pt x="15643" y="25403"/>
                    </a:lnTo>
                    <a:cubicBezTo>
                      <a:pt x="15535" y="36986"/>
                      <a:pt x="15626" y="37079"/>
                      <a:pt x="15700" y="37153"/>
                    </a:cubicBezTo>
                    <a:cubicBezTo>
                      <a:pt x="15737" y="37190"/>
                      <a:pt x="15789" y="37213"/>
                      <a:pt x="15841" y="37213"/>
                    </a:cubicBezTo>
                    <a:cubicBezTo>
                      <a:pt x="15951" y="37213"/>
                      <a:pt x="16040" y="37124"/>
                      <a:pt x="16040" y="37014"/>
                    </a:cubicBezTo>
                    <a:cubicBezTo>
                      <a:pt x="16040" y="36990"/>
                      <a:pt x="16035" y="36966"/>
                      <a:pt x="16027" y="36943"/>
                    </a:cubicBezTo>
                    <a:cubicBezTo>
                      <a:pt x="15961" y="36429"/>
                      <a:pt x="15999" y="29745"/>
                      <a:pt x="16040" y="25324"/>
                    </a:cubicBezTo>
                    <a:cubicBezTo>
                      <a:pt x="16040" y="25271"/>
                      <a:pt x="16019" y="25220"/>
                      <a:pt x="15982" y="25182"/>
                    </a:cubicBezTo>
                    <a:lnTo>
                      <a:pt x="11982" y="21181"/>
                    </a:lnTo>
                    <a:lnTo>
                      <a:pt x="11982" y="15665"/>
                    </a:lnTo>
                    <a:cubicBezTo>
                      <a:pt x="11982" y="15612"/>
                      <a:pt x="11960" y="15562"/>
                      <a:pt x="11924" y="15525"/>
                    </a:cubicBezTo>
                    <a:lnTo>
                      <a:pt x="3886" y="7487"/>
                    </a:lnTo>
                    <a:lnTo>
                      <a:pt x="3886" y="3670"/>
                    </a:lnTo>
                    <a:cubicBezTo>
                      <a:pt x="3886" y="3617"/>
                      <a:pt x="3865" y="3567"/>
                      <a:pt x="3828" y="3529"/>
                    </a:cubicBezTo>
                    <a:lnTo>
                      <a:pt x="358" y="59"/>
                    </a:lnTo>
                    <a:cubicBezTo>
                      <a:pt x="319" y="20"/>
                      <a:pt x="269" y="1"/>
                      <a:pt x="21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p:cNvSpPr/>
              <p:nvPr/>
            </p:nvSpPr>
            <p:spPr>
              <a:xfrm>
                <a:off x="8614072" y="4433417"/>
                <a:ext cx="89218" cy="89218"/>
              </a:xfrm>
              <a:custGeom>
                <a:avLst/>
                <a:gdLst/>
                <a:ahLst/>
                <a:cxnLst/>
                <a:rect l="l" t="t" r="r" b="b"/>
                <a:pathLst>
                  <a:path w="2016" h="2016" extrusionOk="0">
                    <a:moveTo>
                      <a:pt x="1007" y="0"/>
                    </a:moveTo>
                    <a:cubicBezTo>
                      <a:pt x="451" y="0"/>
                      <a:pt x="0" y="452"/>
                      <a:pt x="0" y="1007"/>
                    </a:cubicBezTo>
                    <a:cubicBezTo>
                      <a:pt x="0" y="1564"/>
                      <a:pt x="451" y="2016"/>
                      <a:pt x="1007" y="2016"/>
                    </a:cubicBezTo>
                    <a:cubicBezTo>
                      <a:pt x="1564" y="2016"/>
                      <a:pt x="2016" y="1564"/>
                      <a:pt x="2016" y="1007"/>
                    </a:cubicBezTo>
                    <a:cubicBezTo>
                      <a:pt x="2016" y="452"/>
                      <a:pt x="1564"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p:cNvSpPr/>
              <p:nvPr/>
            </p:nvSpPr>
            <p:spPr>
              <a:xfrm>
                <a:off x="8528260" y="4347604"/>
                <a:ext cx="260839" cy="260839"/>
              </a:xfrm>
              <a:custGeom>
                <a:avLst/>
                <a:gdLst/>
                <a:ahLst/>
                <a:cxnLst/>
                <a:rect l="l" t="t" r="r" b="b"/>
                <a:pathLst>
                  <a:path w="5894" h="5894" extrusionOk="0">
                    <a:moveTo>
                      <a:pt x="2946" y="198"/>
                    </a:moveTo>
                    <a:cubicBezTo>
                      <a:pt x="4463" y="198"/>
                      <a:pt x="5696" y="1432"/>
                      <a:pt x="5696" y="2948"/>
                    </a:cubicBezTo>
                    <a:cubicBezTo>
                      <a:pt x="5696" y="4463"/>
                      <a:pt x="4463" y="5696"/>
                      <a:pt x="2946" y="5696"/>
                    </a:cubicBezTo>
                    <a:cubicBezTo>
                      <a:pt x="1431" y="5696"/>
                      <a:pt x="198" y="4463"/>
                      <a:pt x="198" y="2948"/>
                    </a:cubicBezTo>
                    <a:cubicBezTo>
                      <a:pt x="198" y="1431"/>
                      <a:pt x="1431" y="198"/>
                      <a:pt x="2946" y="198"/>
                    </a:cubicBezTo>
                    <a:close/>
                    <a:moveTo>
                      <a:pt x="2946" y="0"/>
                    </a:moveTo>
                    <a:cubicBezTo>
                      <a:pt x="1322" y="0"/>
                      <a:pt x="0" y="1322"/>
                      <a:pt x="0" y="2948"/>
                    </a:cubicBezTo>
                    <a:cubicBezTo>
                      <a:pt x="0" y="4572"/>
                      <a:pt x="1322" y="5894"/>
                      <a:pt x="2946" y="5894"/>
                    </a:cubicBezTo>
                    <a:cubicBezTo>
                      <a:pt x="4572" y="5894"/>
                      <a:pt x="5894" y="4572"/>
                      <a:pt x="5894" y="2948"/>
                    </a:cubicBezTo>
                    <a:cubicBezTo>
                      <a:pt x="5894" y="1322"/>
                      <a:pt x="4572" y="0"/>
                      <a:pt x="2946"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p:cNvSpPr/>
              <p:nvPr/>
            </p:nvSpPr>
            <p:spPr>
              <a:xfrm>
                <a:off x="8387250" y="3589274"/>
                <a:ext cx="140996" cy="141041"/>
              </a:xfrm>
              <a:custGeom>
                <a:avLst/>
                <a:gdLst/>
                <a:ahLst/>
                <a:cxnLst/>
                <a:rect l="l" t="t" r="r" b="b"/>
                <a:pathLst>
                  <a:path w="3186" h="3187" extrusionOk="0">
                    <a:moveTo>
                      <a:pt x="1593" y="1"/>
                    </a:moveTo>
                    <a:cubicBezTo>
                      <a:pt x="713" y="1"/>
                      <a:pt x="0" y="715"/>
                      <a:pt x="0" y="1594"/>
                    </a:cubicBezTo>
                    <a:cubicBezTo>
                      <a:pt x="0" y="2474"/>
                      <a:pt x="713" y="3187"/>
                      <a:pt x="1593" y="3187"/>
                    </a:cubicBezTo>
                    <a:cubicBezTo>
                      <a:pt x="2472" y="3187"/>
                      <a:pt x="3185" y="2474"/>
                      <a:pt x="3185" y="1594"/>
                    </a:cubicBezTo>
                    <a:cubicBezTo>
                      <a:pt x="3185" y="715"/>
                      <a:pt x="2472" y="1"/>
                      <a:pt x="1593"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p:cNvSpPr/>
              <p:nvPr/>
            </p:nvSpPr>
            <p:spPr>
              <a:xfrm>
                <a:off x="8428054" y="3630079"/>
                <a:ext cx="59390" cy="59434"/>
              </a:xfrm>
              <a:custGeom>
                <a:avLst/>
                <a:gdLst/>
                <a:ahLst/>
                <a:cxnLst/>
                <a:rect l="l" t="t" r="r" b="b"/>
                <a:pathLst>
                  <a:path w="1342" h="1343" extrusionOk="0">
                    <a:moveTo>
                      <a:pt x="671" y="1"/>
                    </a:moveTo>
                    <a:cubicBezTo>
                      <a:pt x="301" y="1"/>
                      <a:pt x="0" y="301"/>
                      <a:pt x="0" y="672"/>
                    </a:cubicBezTo>
                    <a:cubicBezTo>
                      <a:pt x="0" y="1042"/>
                      <a:pt x="301" y="1343"/>
                      <a:pt x="671" y="1343"/>
                    </a:cubicBezTo>
                    <a:cubicBezTo>
                      <a:pt x="1041" y="1343"/>
                      <a:pt x="1341" y="1042"/>
                      <a:pt x="1341" y="672"/>
                    </a:cubicBezTo>
                    <a:cubicBezTo>
                      <a:pt x="1341" y="301"/>
                      <a:pt x="1041" y="1"/>
                      <a:pt x="6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29"/>
            <p:cNvGrpSpPr/>
            <p:nvPr/>
          </p:nvGrpSpPr>
          <p:grpSpPr>
            <a:xfrm>
              <a:off x="90860" y="-82702"/>
              <a:ext cx="617358" cy="1172452"/>
              <a:chOff x="14660" y="-82702"/>
              <a:chExt cx="617358" cy="1172452"/>
            </a:xfrm>
          </p:grpSpPr>
          <p:sp>
            <p:nvSpPr>
              <p:cNvPr id="1538" name="Google Shape;1538;p29"/>
              <p:cNvSpPr/>
              <p:nvPr/>
            </p:nvSpPr>
            <p:spPr>
              <a:xfrm rot="-5400000">
                <a:off x="135873" y="207201"/>
                <a:ext cx="786047" cy="206242"/>
              </a:xfrm>
              <a:custGeom>
                <a:avLst/>
                <a:gdLst/>
                <a:ahLst/>
                <a:cxnLst/>
                <a:rect l="l" t="t" r="r" b="b"/>
                <a:pathLst>
                  <a:path w="14380" h="3773" extrusionOk="0">
                    <a:moveTo>
                      <a:pt x="3670" y="0"/>
                    </a:moveTo>
                    <a:cubicBezTo>
                      <a:pt x="3629" y="0"/>
                      <a:pt x="3590" y="17"/>
                      <a:pt x="3562" y="45"/>
                    </a:cubicBezTo>
                    <a:lnTo>
                      <a:pt x="2021" y="1585"/>
                    </a:lnTo>
                    <a:cubicBezTo>
                      <a:pt x="1807" y="1408"/>
                      <a:pt x="1538" y="1297"/>
                      <a:pt x="1237" y="1297"/>
                    </a:cubicBezTo>
                    <a:cubicBezTo>
                      <a:pt x="554" y="1297"/>
                      <a:pt x="1" y="1852"/>
                      <a:pt x="1" y="2535"/>
                    </a:cubicBezTo>
                    <a:cubicBezTo>
                      <a:pt x="1" y="3218"/>
                      <a:pt x="554" y="3773"/>
                      <a:pt x="1237" y="3773"/>
                    </a:cubicBezTo>
                    <a:cubicBezTo>
                      <a:pt x="1921" y="3773"/>
                      <a:pt x="2475" y="3218"/>
                      <a:pt x="2475" y="2535"/>
                    </a:cubicBezTo>
                    <a:cubicBezTo>
                      <a:pt x="2475" y="2262"/>
                      <a:pt x="2384" y="2011"/>
                      <a:pt x="2234" y="1807"/>
                    </a:cubicBezTo>
                    <a:lnTo>
                      <a:pt x="3734" y="308"/>
                    </a:lnTo>
                    <a:lnTo>
                      <a:pt x="14226" y="308"/>
                    </a:lnTo>
                    <a:cubicBezTo>
                      <a:pt x="14311" y="308"/>
                      <a:pt x="14380" y="239"/>
                      <a:pt x="14380" y="154"/>
                    </a:cubicBezTo>
                    <a:cubicBezTo>
                      <a:pt x="14380" y="69"/>
                      <a:pt x="14311" y="0"/>
                      <a:pt x="14226"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p:cNvSpPr/>
              <p:nvPr/>
            </p:nvSpPr>
            <p:spPr>
              <a:xfrm rot="-5400000">
                <a:off x="535866" y="607140"/>
                <a:ext cx="56958" cy="57068"/>
              </a:xfrm>
              <a:custGeom>
                <a:avLst/>
                <a:gdLst/>
                <a:ahLst/>
                <a:cxnLst/>
                <a:rect l="l" t="t" r="r" b="b"/>
                <a:pathLst>
                  <a:path w="1042" h="1044" extrusionOk="0">
                    <a:moveTo>
                      <a:pt x="522" y="1"/>
                    </a:moveTo>
                    <a:cubicBezTo>
                      <a:pt x="233" y="1"/>
                      <a:pt x="0" y="235"/>
                      <a:pt x="0" y="522"/>
                    </a:cubicBezTo>
                    <a:cubicBezTo>
                      <a:pt x="0" y="809"/>
                      <a:pt x="233" y="1043"/>
                      <a:pt x="522" y="1043"/>
                    </a:cubicBezTo>
                    <a:cubicBezTo>
                      <a:pt x="809" y="1043"/>
                      <a:pt x="1042" y="809"/>
                      <a:pt x="1042" y="522"/>
                    </a:cubicBezTo>
                    <a:cubicBezTo>
                      <a:pt x="1042" y="235"/>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p:cNvSpPr/>
              <p:nvPr/>
            </p:nvSpPr>
            <p:spPr>
              <a:xfrm rot="-5400000">
                <a:off x="-199563" y="273479"/>
                <a:ext cx="1114951" cy="402589"/>
              </a:xfrm>
              <a:custGeom>
                <a:avLst/>
                <a:gdLst/>
                <a:ahLst/>
                <a:cxnLst/>
                <a:rect l="l" t="t" r="r" b="b"/>
                <a:pathLst>
                  <a:path w="20397" h="7365" extrusionOk="0">
                    <a:moveTo>
                      <a:pt x="14368" y="1"/>
                    </a:moveTo>
                    <a:cubicBezTo>
                      <a:pt x="14327" y="1"/>
                      <a:pt x="14288" y="16"/>
                      <a:pt x="14259" y="46"/>
                    </a:cubicBezTo>
                    <a:lnTo>
                      <a:pt x="11461" y="2844"/>
                    </a:lnTo>
                    <a:lnTo>
                      <a:pt x="4342" y="2844"/>
                    </a:lnTo>
                    <a:cubicBezTo>
                      <a:pt x="4301" y="2844"/>
                      <a:pt x="4262" y="2859"/>
                      <a:pt x="4233" y="2889"/>
                    </a:cubicBezTo>
                    <a:lnTo>
                      <a:pt x="1980" y="5142"/>
                    </a:lnTo>
                    <a:cubicBezTo>
                      <a:pt x="1771" y="4986"/>
                      <a:pt x="1517" y="4890"/>
                      <a:pt x="1237" y="4890"/>
                    </a:cubicBezTo>
                    <a:cubicBezTo>
                      <a:pt x="554" y="4890"/>
                      <a:pt x="1" y="5445"/>
                      <a:pt x="1" y="6128"/>
                    </a:cubicBezTo>
                    <a:cubicBezTo>
                      <a:pt x="1" y="6811"/>
                      <a:pt x="554" y="7364"/>
                      <a:pt x="1237" y="7364"/>
                    </a:cubicBezTo>
                    <a:cubicBezTo>
                      <a:pt x="1920" y="7364"/>
                      <a:pt x="2475" y="6811"/>
                      <a:pt x="2475" y="6128"/>
                    </a:cubicBezTo>
                    <a:cubicBezTo>
                      <a:pt x="2475" y="5835"/>
                      <a:pt x="2368" y="5569"/>
                      <a:pt x="2199" y="5357"/>
                    </a:cubicBezTo>
                    <a:lnTo>
                      <a:pt x="4405" y="3151"/>
                    </a:lnTo>
                    <a:lnTo>
                      <a:pt x="11524" y="3151"/>
                    </a:lnTo>
                    <a:cubicBezTo>
                      <a:pt x="11566" y="3151"/>
                      <a:pt x="11605" y="3135"/>
                      <a:pt x="11633" y="3106"/>
                    </a:cubicBezTo>
                    <a:lnTo>
                      <a:pt x="14431" y="308"/>
                    </a:lnTo>
                    <a:lnTo>
                      <a:pt x="20243" y="308"/>
                    </a:lnTo>
                    <a:cubicBezTo>
                      <a:pt x="20328" y="308"/>
                      <a:pt x="20397" y="239"/>
                      <a:pt x="20397" y="154"/>
                    </a:cubicBezTo>
                    <a:cubicBezTo>
                      <a:pt x="20397" y="69"/>
                      <a:pt x="20328" y="1"/>
                      <a:pt x="20243"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9"/>
              <p:cNvSpPr/>
              <p:nvPr/>
            </p:nvSpPr>
            <p:spPr>
              <a:xfrm rot="-5400000">
                <a:off x="463055" y="936098"/>
                <a:ext cx="57013" cy="57013"/>
              </a:xfrm>
              <a:custGeom>
                <a:avLst/>
                <a:gdLst/>
                <a:ahLst/>
                <a:cxnLst/>
                <a:rect l="l" t="t" r="r" b="b"/>
                <a:pathLst>
                  <a:path w="1043" h="1043" extrusionOk="0">
                    <a:moveTo>
                      <a:pt x="522" y="1"/>
                    </a:moveTo>
                    <a:cubicBezTo>
                      <a:pt x="234" y="1"/>
                      <a:pt x="1" y="233"/>
                      <a:pt x="1" y="522"/>
                    </a:cubicBezTo>
                    <a:cubicBezTo>
                      <a:pt x="1" y="809"/>
                      <a:pt x="234" y="1042"/>
                      <a:pt x="522" y="1042"/>
                    </a:cubicBezTo>
                    <a:cubicBezTo>
                      <a:pt x="810" y="1042"/>
                      <a:pt x="1042" y="809"/>
                      <a:pt x="1042" y="522"/>
                    </a:cubicBezTo>
                    <a:cubicBezTo>
                      <a:pt x="1042"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9"/>
              <p:cNvSpPr/>
              <p:nvPr/>
            </p:nvSpPr>
            <p:spPr>
              <a:xfrm rot="-5400000">
                <a:off x="-227413" y="159372"/>
                <a:ext cx="702140" cy="217994"/>
              </a:xfrm>
              <a:custGeom>
                <a:avLst/>
                <a:gdLst/>
                <a:ahLst/>
                <a:cxnLst/>
                <a:rect l="l" t="t" r="r" b="b"/>
                <a:pathLst>
                  <a:path w="12845" h="3988" extrusionOk="0">
                    <a:moveTo>
                      <a:pt x="4160" y="0"/>
                    </a:moveTo>
                    <a:cubicBezTo>
                      <a:pt x="4119" y="0"/>
                      <a:pt x="4080" y="16"/>
                      <a:pt x="4052" y="45"/>
                    </a:cubicBezTo>
                    <a:lnTo>
                      <a:pt x="2161" y="1934"/>
                    </a:lnTo>
                    <a:cubicBezTo>
                      <a:pt x="1934" y="1678"/>
                      <a:pt x="1607" y="1514"/>
                      <a:pt x="1238" y="1514"/>
                    </a:cubicBezTo>
                    <a:cubicBezTo>
                      <a:pt x="555" y="1514"/>
                      <a:pt x="0" y="2068"/>
                      <a:pt x="0" y="2751"/>
                    </a:cubicBezTo>
                    <a:cubicBezTo>
                      <a:pt x="0" y="3435"/>
                      <a:pt x="555" y="3988"/>
                      <a:pt x="1238" y="3988"/>
                    </a:cubicBezTo>
                    <a:cubicBezTo>
                      <a:pt x="1921" y="3988"/>
                      <a:pt x="2476" y="3435"/>
                      <a:pt x="2476" y="2751"/>
                    </a:cubicBezTo>
                    <a:cubicBezTo>
                      <a:pt x="2476" y="2549"/>
                      <a:pt x="2423" y="2362"/>
                      <a:pt x="2338" y="2193"/>
                    </a:cubicBezTo>
                    <a:lnTo>
                      <a:pt x="4223" y="308"/>
                    </a:lnTo>
                    <a:lnTo>
                      <a:pt x="12691" y="308"/>
                    </a:lnTo>
                    <a:cubicBezTo>
                      <a:pt x="12776" y="308"/>
                      <a:pt x="12845" y="239"/>
                      <a:pt x="12845" y="154"/>
                    </a:cubicBezTo>
                    <a:cubicBezTo>
                      <a:pt x="12845" y="69"/>
                      <a:pt x="12776" y="0"/>
                      <a:pt x="12691"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9"/>
              <p:cNvSpPr/>
              <p:nvPr/>
            </p:nvSpPr>
            <p:spPr>
              <a:xfrm rot="-5400000">
                <a:off x="136475" y="523260"/>
                <a:ext cx="57068" cy="57013"/>
              </a:xfrm>
              <a:custGeom>
                <a:avLst/>
                <a:gdLst/>
                <a:ahLst/>
                <a:cxnLst/>
                <a:rect l="l" t="t" r="r" b="b"/>
                <a:pathLst>
                  <a:path w="1044" h="1043" extrusionOk="0">
                    <a:moveTo>
                      <a:pt x="522" y="1"/>
                    </a:moveTo>
                    <a:cubicBezTo>
                      <a:pt x="235" y="1"/>
                      <a:pt x="1" y="234"/>
                      <a:pt x="1" y="522"/>
                    </a:cubicBezTo>
                    <a:cubicBezTo>
                      <a:pt x="1" y="810"/>
                      <a:pt x="235" y="1042"/>
                      <a:pt x="522" y="1042"/>
                    </a:cubicBezTo>
                    <a:cubicBezTo>
                      <a:pt x="811" y="1042"/>
                      <a:pt x="1043" y="810"/>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29"/>
              <p:cNvSpPr/>
              <p:nvPr/>
            </p:nvSpPr>
            <p:spPr>
              <a:xfrm rot="-5400000">
                <a:off x="122222" y="921800"/>
                <a:ext cx="85601" cy="85656"/>
              </a:xfrm>
              <a:custGeom>
                <a:avLst/>
                <a:gdLst/>
                <a:ahLst/>
                <a:cxnLst/>
                <a:rect l="l" t="t" r="r" b="b"/>
                <a:pathLst>
                  <a:path w="1566" h="1567" extrusionOk="0">
                    <a:moveTo>
                      <a:pt x="783" y="0"/>
                    </a:moveTo>
                    <a:cubicBezTo>
                      <a:pt x="350" y="0"/>
                      <a:pt x="0" y="351"/>
                      <a:pt x="0" y="783"/>
                    </a:cubicBezTo>
                    <a:cubicBezTo>
                      <a:pt x="0" y="1216"/>
                      <a:pt x="350" y="1567"/>
                      <a:pt x="783" y="1567"/>
                    </a:cubicBezTo>
                    <a:cubicBezTo>
                      <a:pt x="1216" y="1567"/>
                      <a:pt x="1566" y="1216"/>
                      <a:pt x="1566" y="783"/>
                    </a:cubicBezTo>
                    <a:cubicBezTo>
                      <a:pt x="1566" y="351"/>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29"/>
              <p:cNvSpPr/>
              <p:nvPr/>
            </p:nvSpPr>
            <p:spPr>
              <a:xfrm rot="-5400000">
                <a:off x="39873" y="839450"/>
                <a:ext cx="250300" cy="250300"/>
              </a:xfrm>
              <a:custGeom>
                <a:avLst/>
                <a:gdLst/>
                <a:ahLst/>
                <a:cxnLst/>
                <a:rect l="l" t="t" r="r" b="b"/>
                <a:pathLst>
                  <a:path w="4579" h="4579" extrusionOk="0">
                    <a:moveTo>
                      <a:pt x="2289" y="154"/>
                    </a:moveTo>
                    <a:cubicBezTo>
                      <a:pt x="3466" y="154"/>
                      <a:pt x="4425" y="1111"/>
                      <a:pt x="4425" y="2289"/>
                    </a:cubicBezTo>
                    <a:cubicBezTo>
                      <a:pt x="4425" y="3468"/>
                      <a:pt x="3466" y="4425"/>
                      <a:pt x="2289" y="4425"/>
                    </a:cubicBezTo>
                    <a:cubicBezTo>
                      <a:pt x="1112" y="4425"/>
                      <a:pt x="154" y="3466"/>
                      <a:pt x="154" y="2289"/>
                    </a:cubicBezTo>
                    <a:cubicBezTo>
                      <a:pt x="154" y="1111"/>
                      <a:pt x="1112" y="154"/>
                      <a:pt x="2289" y="154"/>
                    </a:cubicBezTo>
                    <a:close/>
                    <a:moveTo>
                      <a:pt x="2289" y="0"/>
                    </a:moveTo>
                    <a:cubicBezTo>
                      <a:pt x="1026" y="0"/>
                      <a:pt x="0" y="1027"/>
                      <a:pt x="0" y="2289"/>
                    </a:cubicBezTo>
                    <a:cubicBezTo>
                      <a:pt x="0" y="3551"/>
                      <a:pt x="1026" y="4579"/>
                      <a:pt x="2289" y="4579"/>
                    </a:cubicBezTo>
                    <a:cubicBezTo>
                      <a:pt x="3552" y="4579"/>
                      <a:pt x="4579" y="3551"/>
                      <a:pt x="4579" y="2289"/>
                    </a:cubicBezTo>
                    <a:cubicBezTo>
                      <a:pt x="4579" y="1027"/>
                      <a:pt x="3552"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6" name="Google Shape;1546;p29"/>
          <p:cNvGrpSpPr/>
          <p:nvPr/>
        </p:nvGrpSpPr>
        <p:grpSpPr>
          <a:xfrm>
            <a:off x="232813" y="144887"/>
            <a:ext cx="8756098" cy="4932295"/>
            <a:chOff x="232813" y="144887"/>
            <a:chExt cx="8756098" cy="4932295"/>
          </a:xfrm>
        </p:grpSpPr>
        <p:grpSp>
          <p:nvGrpSpPr>
            <p:cNvPr id="1547" name="Google Shape;1547;p29"/>
            <p:cNvGrpSpPr/>
            <p:nvPr/>
          </p:nvGrpSpPr>
          <p:grpSpPr>
            <a:xfrm>
              <a:off x="232813" y="144887"/>
              <a:ext cx="680090" cy="1411840"/>
              <a:chOff x="156613" y="144887"/>
              <a:chExt cx="680090" cy="1411840"/>
            </a:xfrm>
          </p:grpSpPr>
          <p:sp>
            <p:nvSpPr>
              <p:cNvPr id="1548" name="Google Shape;1548;p29"/>
              <p:cNvSpPr/>
              <p:nvPr/>
            </p:nvSpPr>
            <p:spPr>
              <a:xfrm rot="-5400000">
                <a:off x="777394" y="332543"/>
                <a:ext cx="59309" cy="59309"/>
              </a:xfrm>
              <a:custGeom>
                <a:avLst/>
                <a:gdLst/>
                <a:ahLst/>
                <a:cxnLst/>
                <a:rect l="l" t="t" r="r" b="b"/>
                <a:pathLst>
                  <a:path w="1085" h="1085" extrusionOk="0">
                    <a:moveTo>
                      <a:pt x="544" y="1"/>
                    </a:moveTo>
                    <a:cubicBezTo>
                      <a:pt x="244" y="1"/>
                      <a:pt x="1" y="243"/>
                      <a:pt x="1" y="542"/>
                    </a:cubicBezTo>
                    <a:cubicBezTo>
                      <a:pt x="1" y="841"/>
                      <a:pt x="244" y="1085"/>
                      <a:pt x="544" y="1085"/>
                    </a:cubicBezTo>
                    <a:cubicBezTo>
                      <a:pt x="843" y="1085"/>
                      <a:pt x="1085" y="841"/>
                      <a:pt x="1085" y="542"/>
                    </a:cubicBezTo>
                    <a:cubicBezTo>
                      <a:pt x="1085" y="243"/>
                      <a:pt x="843" y="1"/>
                      <a:pt x="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p:cNvSpPr/>
              <p:nvPr/>
            </p:nvSpPr>
            <p:spPr>
              <a:xfrm rot="-5400000">
                <a:off x="684905" y="240000"/>
                <a:ext cx="59309" cy="59309"/>
              </a:xfrm>
              <a:custGeom>
                <a:avLst/>
                <a:gdLst/>
                <a:ahLst/>
                <a:cxnLst/>
                <a:rect l="l" t="t" r="r" b="b"/>
                <a:pathLst>
                  <a:path w="1085" h="1085" extrusionOk="0">
                    <a:moveTo>
                      <a:pt x="543" y="0"/>
                    </a:moveTo>
                    <a:cubicBezTo>
                      <a:pt x="243" y="0"/>
                      <a:pt x="1" y="242"/>
                      <a:pt x="1" y="541"/>
                    </a:cubicBezTo>
                    <a:cubicBezTo>
                      <a:pt x="1" y="841"/>
                      <a:pt x="243" y="1084"/>
                      <a:pt x="543" y="1084"/>
                    </a:cubicBezTo>
                    <a:cubicBezTo>
                      <a:pt x="842" y="1084"/>
                      <a:pt x="1085" y="841"/>
                      <a:pt x="1085" y="541"/>
                    </a:cubicBezTo>
                    <a:cubicBezTo>
                      <a:pt x="1085"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p:cNvSpPr/>
              <p:nvPr/>
            </p:nvSpPr>
            <p:spPr>
              <a:xfrm rot="-5400000">
                <a:off x="589738" y="144887"/>
                <a:ext cx="59309" cy="59309"/>
              </a:xfrm>
              <a:custGeom>
                <a:avLst/>
                <a:gdLst/>
                <a:ahLst/>
                <a:cxnLst/>
                <a:rect l="l" t="t" r="r" b="b"/>
                <a:pathLst>
                  <a:path w="1085" h="1085" extrusionOk="0">
                    <a:moveTo>
                      <a:pt x="542" y="1"/>
                    </a:moveTo>
                    <a:cubicBezTo>
                      <a:pt x="243" y="1"/>
                      <a:pt x="1" y="243"/>
                      <a:pt x="1" y="542"/>
                    </a:cubicBezTo>
                    <a:cubicBezTo>
                      <a:pt x="1" y="843"/>
                      <a:pt x="243" y="1085"/>
                      <a:pt x="542" y="1085"/>
                    </a:cubicBezTo>
                    <a:cubicBezTo>
                      <a:pt x="843" y="1085"/>
                      <a:pt x="1085" y="843"/>
                      <a:pt x="1085" y="542"/>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p:cNvSpPr/>
              <p:nvPr/>
            </p:nvSpPr>
            <p:spPr>
              <a:xfrm rot="-5400000">
                <a:off x="344269" y="1497418"/>
                <a:ext cx="59309" cy="59309"/>
              </a:xfrm>
              <a:custGeom>
                <a:avLst/>
                <a:gdLst/>
                <a:ahLst/>
                <a:cxnLst/>
                <a:rect l="l" t="t" r="r" b="b"/>
                <a:pathLst>
                  <a:path w="1085" h="1085" extrusionOk="0">
                    <a:moveTo>
                      <a:pt x="544" y="1"/>
                    </a:moveTo>
                    <a:cubicBezTo>
                      <a:pt x="244" y="1"/>
                      <a:pt x="1" y="243"/>
                      <a:pt x="1" y="542"/>
                    </a:cubicBezTo>
                    <a:cubicBezTo>
                      <a:pt x="1" y="841"/>
                      <a:pt x="244" y="1085"/>
                      <a:pt x="544" y="1085"/>
                    </a:cubicBezTo>
                    <a:cubicBezTo>
                      <a:pt x="843" y="1085"/>
                      <a:pt x="1085" y="841"/>
                      <a:pt x="1085" y="542"/>
                    </a:cubicBezTo>
                    <a:cubicBezTo>
                      <a:pt x="1085" y="243"/>
                      <a:pt x="843" y="1"/>
                      <a:pt x="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9"/>
              <p:cNvSpPr/>
              <p:nvPr/>
            </p:nvSpPr>
            <p:spPr>
              <a:xfrm rot="-5400000">
                <a:off x="251780" y="1404875"/>
                <a:ext cx="59309" cy="59309"/>
              </a:xfrm>
              <a:custGeom>
                <a:avLst/>
                <a:gdLst/>
                <a:ahLst/>
                <a:cxnLst/>
                <a:rect l="l" t="t" r="r" b="b"/>
                <a:pathLst>
                  <a:path w="1085" h="1085" extrusionOk="0">
                    <a:moveTo>
                      <a:pt x="543" y="0"/>
                    </a:moveTo>
                    <a:cubicBezTo>
                      <a:pt x="243" y="0"/>
                      <a:pt x="1" y="242"/>
                      <a:pt x="1" y="541"/>
                    </a:cubicBezTo>
                    <a:cubicBezTo>
                      <a:pt x="1" y="841"/>
                      <a:pt x="243" y="1084"/>
                      <a:pt x="543" y="1084"/>
                    </a:cubicBezTo>
                    <a:cubicBezTo>
                      <a:pt x="842" y="1084"/>
                      <a:pt x="1085" y="841"/>
                      <a:pt x="1085" y="541"/>
                    </a:cubicBezTo>
                    <a:cubicBezTo>
                      <a:pt x="1085"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9"/>
              <p:cNvSpPr/>
              <p:nvPr/>
            </p:nvSpPr>
            <p:spPr>
              <a:xfrm rot="-5400000">
                <a:off x="156613" y="1309762"/>
                <a:ext cx="59309" cy="59309"/>
              </a:xfrm>
              <a:custGeom>
                <a:avLst/>
                <a:gdLst/>
                <a:ahLst/>
                <a:cxnLst/>
                <a:rect l="l" t="t" r="r" b="b"/>
                <a:pathLst>
                  <a:path w="1085" h="1085" extrusionOk="0">
                    <a:moveTo>
                      <a:pt x="542" y="1"/>
                    </a:moveTo>
                    <a:cubicBezTo>
                      <a:pt x="243" y="1"/>
                      <a:pt x="1" y="243"/>
                      <a:pt x="1" y="542"/>
                    </a:cubicBezTo>
                    <a:cubicBezTo>
                      <a:pt x="1" y="843"/>
                      <a:pt x="243" y="1085"/>
                      <a:pt x="542" y="1085"/>
                    </a:cubicBezTo>
                    <a:cubicBezTo>
                      <a:pt x="843" y="1085"/>
                      <a:pt x="1085" y="843"/>
                      <a:pt x="1085" y="542"/>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4" name="Google Shape;1554;p29"/>
            <p:cNvGrpSpPr/>
            <p:nvPr/>
          </p:nvGrpSpPr>
          <p:grpSpPr>
            <a:xfrm>
              <a:off x="7645550" y="3883667"/>
              <a:ext cx="1343360" cy="1193515"/>
              <a:chOff x="7645550" y="3883667"/>
              <a:chExt cx="1343360" cy="1193515"/>
            </a:xfrm>
          </p:grpSpPr>
          <p:sp>
            <p:nvSpPr>
              <p:cNvPr id="1555" name="Google Shape;1555;p29"/>
              <p:cNvSpPr/>
              <p:nvPr/>
            </p:nvSpPr>
            <p:spPr>
              <a:xfrm>
                <a:off x="7837107" y="5016665"/>
                <a:ext cx="60517" cy="60517"/>
              </a:xfrm>
              <a:custGeom>
                <a:avLst/>
                <a:gdLst/>
                <a:ahLst/>
                <a:cxnLst/>
                <a:rect l="l" t="t" r="r" b="b"/>
                <a:pathLst>
                  <a:path w="1396" h="1396" extrusionOk="0">
                    <a:moveTo>
                      <a:pt x="698" y="1"/>
                    </a:moveTo>
                    <a:cubicBezTo>
                      <a:pt x="313" y="1"/>
                      <a:pt x="1" y="313"/>
                      <a:pt x="1" y="698"/>
                    </a:cubicBezTo>
                    <a:cubicBezTo>
                      <a:pt x="1" y="1083"/>
                      <a:pt x="313" y="1395"/>
                      <a:pt x="698" y="1395"/>
                    </a:cubicBezTo>
                    <a:cubicBezTo>
                      <a:pt x="1084" y="1395"/>
                      <a:pt x="1396" y="1083"/>
                      <a:pt x="1396" y="698"/>
                    </a:cubicBezTo>
                    <a:cubicBezTo>
                      <a:pt x="1396" y="313"/>
                      <a:pt x="1084"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9"/>
              <p:cNvSpPr/>
              <p:nvPr/>
            </p:nvSpPr>
            <p:spPr>
              <a:xfrm>
                <a:off x="7742651" y="4922206"/>
                <a:ext cx="60517" cy="60517"/>
              </a:xfrm>
              <a:custGeom>
                <a:avLst/>
                <a:gdLst/>
                <a:ahLst/>
                <a:cxnLst/>
                <a:rect l="l" t="t" r="r" b="b"/>
                <a:pathLst>
                  <a:path w="1396" h="1396" extrusionOk="0">
                    <a:moveTo>
                      <a:pt x="698" y="1"/>
                    </a:moveTo>
                    <a:cubicBezTo>
                      <a:pt x="313" y="1"/>
                      <a:pt x="1" y="313"/>
                      <a:pt x="1" y="698"/>
                    </a:cubicBezTo>
                    <a:cubicBezTo>
                      <a:pt x="1" y="1084"/>
                      <a:pt x="313" y="1396"/>
                      <a:pt x="698" y="1396"/>
                    </a:cubicBezTo>
                    <a:cubicBezTo>
                      <a:pt x="1084" y="1396"/>
                      <a:pt x="1396" y="1084"/>
                      <a:pt x="1396" y="698"/>
                    </a:cubicBezTo>
                    <a:cubicBezTo>
                      <a:pt x="1396" y="313"/>
                      <a:pt x="1084"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9"/>
              <p:cNvSpPr/>
              <p:nvPr/>
            </p:nvSpPr>
            <p:spPr>
              <a:xfrm>
                <a:off x="7645550" y="4825103"/>
                <a:ext cx="60560" cy="60517"/>
              </a:xfrm>
              <a:custGeom>
                <a:avLst/>
                <a:gdLst/>
                <a:ahLst/>
                <a:cxnLst/>
                <a:rect l="l" t="t" r="r" b="b"/>
                <a:pathLst>
                  <a:path w="1397" h="1396" extrusionOk="0">
                    <a:moveTo>
                      <a:pt x="699" y="1"/>
                    </a:moveTo>
                    <a:cubicBezTo>
                      <a:pt x="314" y="1"/>
                      <a:pt x="1" y="313"/>
                      <a:pt x="1" y="698"/>
                    </a:cubicBezTo>
                    <a:cubicBezTo>
                      <a:pt x="1" y="1083"/>
                      <a:pt x="314" y="1395"/>
                      <a:pt x="699" y="1395"/>
                    </a:cubicBezTo>
                    <a:cubicBezTo>
                      <a:pt x="1085" y="1395"/>
                      <a:pt x="1397" y="1083"/>
                      <a:pt x="1397" y="698"/>
                    </a:cubicBezTo>
                    <a:cubicBezTo>
                      <a:pt x="1397" y="313"/>
                      <a:pt x="1085" y="1"/>
                      <a:pt x="6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9"/>
              <p:cNvSpPr/>
              <p:nvPr/>
            </p:nvSpPr>
            <p:spPr>
              <a:xfrm>
                <a:off x="8927086" y="4079235"/>
                <a:ext cx="61824" cy="61868"/>
              </a:xfrm>
              <a:custGeom>
                <a:avLst/>
                <a:gdLst/>
                <a:ahLst/>
                <a:cxnLst/>
                <a:rect l="l" t="t" r="r" b="b"/>
                <a:pathLst>
                  <a:path w="1397" h="1398" extrusionOk="0">
                    <a:moveTo>
                      <a:pt x="699" y="1"/>
                    </a:moveTo>
                    <a:cubicBezTo>
                      <a:pt x="313" y="1"/>
                      <a:pt x="0" y="313"/>
                      <a:pt x="0" y="698"/>
                    </a:cubicBezTo>
                    <a:cubicBezTo>
                      <a:pt x="0" y="1084"/>
                      <a:pt x="313" y="1397"/>
                      <a:pt x="699" y="1397"/>
                    </a:cubicBezTo>
                    <a:cubicBezTo>
                      <a:pt x="1084" y="1397"/>
                      <a:pt x="1396" y="1084"/>
                      <a:pt x="1396" y="698"/>
                    </a:cubicBezTo>
                    <a:cubicBezTo>
                      <a:pt x="1396" y="313"/>
                      <a:pt x="1084" y="1"/>
                      <a:pt x="6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9"/>
              <p:cNvSpPr/>
              <p:nvPr/>
            </p:nvSpPr>
            <p:spPr>
              <a:xfrm>
                <a:off x="8830652" y="3982845"/>
                <a:ext cx="61824" cy="61780"/>
              </a:xfrm>
              <a:custGeom>
                <a:avLst/>
                <a:gdLst/>
                <a:ahLst/>
                <a:cxnLst/>
                <a:rect l="l" t="t" r="r" b="b"/>
                <a:pathLst>
                  <a:path w="1397" h="1396" extrusionOk="0">
                    <a:moveTo>
                      <a:pt x="699" y="0"/>
                    </a:moveTo>
                    <a:cubicBezTo>
                      <a:pt x="314" y="0"/>
                      <a:pt x="0" y="312"/>
                      <a:pt x="0" y="698"/>
                    </a:cubicBezTo>
                    <a:cubicBezTo>
                      <a:pt x="0" y="1083"/>
                      <a:pt x="314" y="1395"/>
                      <a:pt x="699" y="1395"/>
                    </a:cubicBezTo>
                    <a:cubicBezTo>
                      <a:pt x="1084" y="1395"/>
                      <a:pt x="1396" y="1083"/>
                      <a:pt x="1396" y="698"/>
                    </a:cubicBezTo>
                    <a:cubicBezTo>
                      <a:pt x="1396" y="312"/>
                      <a:pt x="1084" y="0"/>
                      <a:pt x="6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9"/>
              <p:cNvSpPr/>
              <p:nvPr/>
            </p:nvSpPr>
            <p:spPr>
              <a:xfrm>
                <a:off x="8731563" y="3883667"/>
                <a:ext cx="61780" cy="61868"/>
              </a:xfrm>
              <a:custGeom>
                <a:avLst/>
                <a:gdLst/>
                <a:ahLst/>
                <a:cxnLst/>
                <a:rect l="l" t="t" r="r" b="b"/>
                <a:pathLst>
                  <a:path w="1396" h="1398" extrusionOk="0">
                    <a:moveTo>
                      <a:pt x="698" y="1"/>
                    </a:moveTo>
                    <a:cubicBezTo>
                      <a:pt x="312" y="1"/>
                      <a:pt x="0" y="314"/>
                      <a:pt x="0" y="700"/>
                    </a:cubicBezTo>
                    <a:cubicBezTo>
                      <a:pt x="0" y="1085"/>
                      <a:pt x="312" y="1397"/>
                      <a:pt x="698" y="1397"/>
                    </a:cubicBezTo>
                    <a:cubicBezTo>
                      <a:pt x="1083" y="1397"/>
                      <a:pt x="1395" y="1085"/>
                      <a:pt x="1395" y="700"/>
                    </a:cubicBezTo>
                    <a:cubicBezTo>
                      <a:pt x="1395" y="314"/>
                      <a:pt x="1083"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763"/>
        <p:cNvGrpSpPr/>
        <p:nvPr/>
      </p:nvGrpSpPr>
      <p:grpSpPr>
        <a:xfrm>
          <a:off x="0" y="0"/>
          <a:ext cx="0" cy="0"/>
          <a:chOff x="0" y="0"/>
          <a:chExt cx="0" cy="0"/>
        </a:xfrm>
      </p:grpSpPr>
      <p:pic>
        <p:nvPicPr>
          <p:cNvPr id="1764" name="Google Shape;1764;p33"/>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grpSp>
        <p:nvGrpSpPr>
          <p:cNvPr id="1765" name="Google Shape;1765;p33"/>
          <p:cNvGrpSpPr/>
          <p:nvPr/>
        </p:nvGrpSpPr>
        <p:grpSpPr>
          <a:xfrm flipH="1">
            <a:off x="158650" y="196831"/>
            <a:ext cx="8822200" cy="4890858"/>
            <a:chOff x="158650" y="196831"/>
            <a:chExt cx="8822200" cy="4890858"/>
          </a:xfrm>
        </p:grpSpPr>
        <p:grpSp>
          <p:nvGrpSpPr>
            <p:cNvPr id="1766" name="Google Shape;1766;p33"/>
            <p:cNvGrpSpPr/>
            <p:nvPr/>
          </p:nvGrpSpPr>
          <p:grpSpPr>
            <a:xfrm>
              <a:off x="713225" y="268300"/>
              <a:ext cx="1344400" cy="271200"/>
              <a:chOff x="3686625" y="4603950"/>
              <a:chExt cx="1344400" cy="271200"/>
            </a:xfrm>
          </p:grpSpPr>
          <p:sp>
            <p:nvSpPr>
              <p:cNvPr id="1767" name="Google Shape;1767;p33"/>
              <p:cNvSpPr/>
              <p:nvPr/>
            </p:nvSpPr>
            <p:spPr>
              <a:xfrm rot="-5400000">
                <a:off x="36389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3"/>
              <p:cNvSpPr/>
              <p:nvPr/>
            </p:nvSpPr>
            <p:spPr>
              <a:xfrm rot="-5400000">
                <a:off x="39310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3"/>
              <p:cNvSpPr/>
              <p:nvPr/>
            </p:nvSpPr>
            <p:spPr>
              <a:xfrm rot="-5400000">
                <a:off x="42232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3"/>
              <p:cNvSpPr/>
              <p:nvPr/>
            </p:nvSpPr>
            <p:spPr>
              <a:xfrm rot="-5400000">
                <a:off x="45153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3"/>
              <p:cNvSpPr/>
              <p:nvPr/>
            </p:nvSpPr>
            <p:spPr>
              <a:xfrm rot="-5400000">
                <a:off x="48075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2" name="Google Shape;1772;p33"/>
            <p:cNvGrpSpPr/>
            <p:nvPr/>
          </p:nvGrpSpPr>
          <p:grpSpPr>
            <a:xfrm rot="10800000" flipH="1">
              <a:off x="158650" y="4066400"/>
              <a:ext cx="2222493" cy="1021289"/>
              <a:chOff x="100325" y="160761"/>
              <a:chExt cx="2222493" cy="1021289"/>
            </a:xfrm>
          </p:grpSpPr>
          <p:sp>
            <p:nvSpPr>
              <p:cNvPr id="1773" name="Google Shape;1773;p33"/>
              <p:cNvSpPr/>
              <p:nvPr/>
            </p:nvSpPr>
            <p:spPr>
              <a:xfrm>
                <a:off x="243516" y="71263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3"/>
              <p:cNvSpPr/>
              <p:nvPr/>
            </p:nvSpPr>
            <p:spPr>
              <a:xfrm>
                <a:off x="100325" y="569450"/>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3"/>
              <p:cNvSpPr/>
              <p:nvPr/>
            </p:nvSpPr>
            <p:spPr>
              <a:xfrm>
                <a:off x="1905818" y="160761"/>
                <a:ext cx="417000" cy="4167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3"/>
              <p:cNvSpPr/>
              <p:nvPr/>
            </p:nvSpPr>
            <p:spPr>
              <a:xfrm rot="-5400000">
                <a:off x="1099099" y="-131715"/>
                <a:ext cx="326396" cy="1296862"/>
              </a:xfrm>
              <a:custGeom>
                <a:avLst/>
                <a:gdLst/>
                <a:ahLst/>
                <a:cxnLst/>
                <a:rect l="l" t="t" r="r" b="b"/>
                <a:pathLst>
                  <a:path w="3704" h="14717" extrusionOk="0">
                    <a:moveTo>
                      <a:pt x="218" y="1"/>
                    </a:moveTo>
                    <a:cubicBezTo>
                      <a:pt x="168" y="1"/>
                      <a:pt x="117" y="20"/>
                      <a:pt x="79" y="59"/>
                    </a:cubicBezTo>
                    <a:cubicBezTo>
                      <a:pt x="1" y="136"/>
                      <a:pt x="1" y="261"/>
                      <a:pt x="79" y="338"/>
                    </a:cubicBezTo>
                    <a:lnTo>
                      <a:pt x="3308" y="3569"/>
                    </a:lnTo>
                    <a:lnTo>
                      <a:pt x="3308" y="14518"/>
                    </a:lnTo>
                    <a:cubicBezTo>
                      <a:pt x="3308" y="14628"/>
                      <a:pt x="3397" y="14717"/>
                      <a:pt x="3506" y="14717"/>
                    </a:cubicBezTo>
                    <a:cubicBezTo>
                      <a:pt x="3616" y="14717"/>
                      <a:pt x="3703" y="14628"/>
                      <a:pt x="3703" y="14518"/>
                    </a:cubicBezTo>
                    <a:lnTo>
                      <a:pt x="3703" y="3486"/>
                    </a:lnTo>
                    <a:cubicBezTo>
                      <a:pt x="3703" y="3434"/>
                      <a:pt x="3683" y="3383"/>
                      <a:pt x="3645" y="3347"/>
                    </a:cubicBezTo>
                    <a:lnTo>
                      <a:pt x="358" y="59"/>
                    </a:lnTo>
                    <a:cubicBezTo>
                      <a:pt x="319" y="20"/>
                      <a:pt x="269" y="1"/>
                      <a:pt x="218"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7" name="Google Shape;1777;p33"/>
            <p:cNvGrpSpPr/>
            <p:nvPr/>
          </p:nvGrpSpPr>
          <p:grpSpPr>
            <a:xfrm rot="-5400000">
              <a:off x="6915358" y="1416516"/>
              <a:ext cx="3285167" cy="845798"/>
              <a:chOff x="5751733" y="4297691"/>
              <a:chExt cx="3285167" cy="845798"/>
            </a:xfrm>
          </p:grpSpPr>
          <p:sp>
            <p:nvSpPr>
              <p:cNvPr id="1778" name="Google Shape;1778;p33"/>
              <p:cNvSpPr/>
              <p:nvPr/>
            </p:nvSpPr>
            <p:spPr>
              <a:xfrm flipH="1">
                <a:off x="6071276" y="4605900"/>
                <a:ext cx="2358631" cy="39449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3"/>
              <p:cNvSpPr/>
              <p:nvPr/>
            </p:nvSpPr>
            <p:spPr>
              <a:xfrm>
                <a:off x="8424000" y="4297691"/>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3"/>
              <p:cNvSpPr/>
              <p:nvPr/>
            </p:nvSpPr>
            <p:spPr>
              <a:xfrm>
                <a:off x="5751733" y="481708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1" name="Google Shape;1781;p33"/>
            <p:cNvGrpSpPr/>
            <p:nvPr/>
          </p:nvGrpSpPr>
          <p:grpSpPr>
            <a:xfrm flipH="1">
              <a:off x="7541750" y="4351725"/>
              <a:ext cx="1439100" cy="504550"/>
              <a:chOff x="2539675" y="122850"/>
              <a:chExt cx="1439100" cy="504550"/>
            </a:xfrm>
          </p:grpSpPr>
          <p:sp>
            <p:nvSpPr>
              <p:cNvPr id="1782" name="Google Shape;1782;p33"/>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3"/>
              <p:cNvSpPr/>
              <p:nvPr/>
            </p:nvSpPr>
            <p:spPr>
              <a:xfrm>
                <a:off x="2539675" y="12285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84" name="Google Shape;1784;p33"/>
          <p:cNvGrpSpPr/>
          <p:nvPr/>
        </p:nvGrpSpPr>
        <p:grpSpPr>
          <a:xfrm flipH="1">
            <a:off x="-113379" y="147944"/>
            <a:ext cx="9219936" cy="5061256"/>
            <a:chOff x="76428" y="147944"/>
            <a:chExt cx="9219936" cy="5061256"/>
          </a:xfrm>
        </p:grpSpPr>
        <p:grpSp>
          <p:nvGrpSpPr>
            <p:cNvPr id="1785" name="Google Shape;1785;p33"/>
            <p:cNvGrpSpPr/>
            <p:nvPr/>
          </p:nvGrpSpPr>
          <p:grpSpPr>
            <a:xfrm>
              <a:off x="8036363" y="147944"/>
              <a:ext cx="1260001" cy="1682408"/>
              <a:chOff x="8036363" y="147944"/>
              <a:chExt cx="1260001" cy="1682408"/>
            </a:xfrm>
          </p:grpSpPr>
          <p:sp>
            <p:nvSpPr>
              <p:cNvPr id="1786" name="Google Shape;1786;p33"/>
              <p:cNvSpPr/>
              <p:nvPr/>
            </p:nvSpPr>
            <p:spPr>
              <a:xfrm rot="-5400000" flipH="1">
                <a:off x="8597834" y="-286011"/>
                <a:ext cx="188422" cy="1056333"/>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3"/>
              <p:cNvSpPr/>
              <p:nvPr/>
            </p:nvSpPr>
            <p:spPr>
              <a:xfrm rot="-5400000" flipH="1">
                <a:off x="8624066" y="225534"/>
                <a:ext cx="236820" cy="236769"/>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3"/>
              <p:cNvSpPr/>
              <p:nvPr/>
            </p:nvSpPr>
            <p:spPr>
              <a:xfrm rot="-5400000" flipH="1">
                <a:off x="8200954" y="245416"/>
                <a:ext cx="53931" cy="53931"/>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3"/>
              <p:cNvSpPr/>
              <p:nvPr/>
            </p:nvSpPr>
            <p:spPr>
              <a:xfrm rot="-5400000" flipH="1">
                <a:off x="8701992" y="303408"/>
                <a:ext cx="80974" cy="81026"/>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3"/>
              <p:cNvSpPr/>
              <p:nvPr/>
            </p:nvSpPr>
            <p:spPr>
              <a:xfrm rot="-5400000" flipH="1">
                <a:off x="8386087" y="-13816"/>
                <a:ext cx="484344" cy="1183792"/>
              </a:xfrm>
              <a:custGeom>
                <a:avLst/>
                <a:gdLst/>
                <a:ahLst/>
                <a:cxnLst/>
                <a:rect l="l" t="t" r="r" b="b"/>
                <a:pathLst>
                  <a:path w="9367" h="22894" extrusionOk="0">
                    <a:moveTo>
                      <a:pt x="1897" y="1"/>
                    </a:moveTo>
                    <a:cubicBezTo>
                      <a:pt x="1214" y="1"/>
                      <a:pt x="661" y="555"/>
                      <a:pt x="661" y="1238"/>
                    </a:cubicBezTo>
                    <a:cubicBezTo>
                      <a:pt x="661" y="1847"/>
                      <a:pt x="1103" y="2352"/>
                      <a:pt x="1683" y="2454"/>
                    </a:cubicBezTo>
                    <a:lnTo>
                      <a:pt x="1683" y="8153"/>
                    </a:lnTo>
                    <a:lnTo>
                      <a:pt x="46" y="9790"/>
                    </a:lnTo>
                    <a:cubicBezTo>
                      <a:pt x="17" y="9819"/>
                      <a:pt x="1" y="9858"/>
                      <a:pt x="1" y="9899"/>
                    </a:cubicBezTo>
                    <a:lnTo>
                      <a:pt x="1" y="13697"/>
                    </a:lnTo>
                    <a:cubicBezTo>
                      <a:pt x="1" y="13738"/>
                      <a:pt x="17" y="13778"/>
                      <a:pt x="46" y="13806"/>
                    </a:cubicBezTo>
                    <a:lnTo>
                      <a:pt x="9090" y="22849"/>
                    </a:lnTo>
                    <a:cubicBezTo>
                      <a:pt x="9119" y="22879"/>
                      <a:pt x="9158" y="22894"/>
                      <a:pt x="9198" y="22894"/>
                    </a:cubicBezTo>
                    <a:cubicBezTo>
                      <a:pt x="9237" y="22894"/>
                      <a:pt x="9276" y="22879"/>
                      <a:pt x="9307" y="22849"/>
                    </a:cubicBezTo>
                    <a:cubicBezTo>
                      <a:pt x="9366" y="22790"/>
                      <a:pt x="9366" y="22692"/>
                      <a:pt x="9307" y="22631"/>
                    </a:cubicBezTo>
                    <a:lnTo>
                      <a:pt x="308" y="13634"/>
                    </a:lnTo>
                    <a:lnTo>
                      <a:pt x="308" y="9963"/>
                    </a:lnTo>
                    <a:lnTo>
                      <a:pt x="1946" y="8326"/>
                    </a:lnTo>
                    <a:cubicBezTo>
                      <a:pt x="1974" y="8297"/>
                      <a:pt x="1991" y="8258"/>
                      <a:pt x="1991" y="8217"/>
                    </a:cubicBezTo>
                    <a:lnTo>
                      <a:pt x="1991" y="2466"/>
                    </a:lnTo>
                    <a:cubicBezTo>
                      <a:pt x="2629" y="2417"/>
                      <a:pt x="3135" y="1890"/>
                      <a:pt x="3135" y="1238"/>
                    </a:cubicBezTo>
                    <a:cubicBezTo>
                      <a:pt x="3135" y="555"/>
                      <a:pt x="2580" y="1"/>
                      <a:pt x="1897"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3"/>
              <p:cNvSpPr/>
              <p:nvPr/>
            </p:nvSpPr>
            <p:spPr>
              <a:xfrm rot="-5400000" flipH="1">
                <a:off x="8073387" y="407060"/>
                <a:ext cx="53983" cy="53879"/>
              </a:xfrm>
              <a:custGeom>
                <a:avLst/>
                <a:gdLst/>
                <a:ahLst/>
                <a:cxnLst/>
                <a:rect l="l" t="t" r="r" b="b"/>
                <a:pathLst>
                  <a:path w="1044" h="1042" extrusionOk="0">
                    <a:moveTo>
                      <a:pt x="522" y="0"/>
                    </a:moveTo>
                    <a:cubicBezTo>
                      <a:pt x="235" y="0"/>
                      <a:pt x="1" y="233"/>
                      <a:pt x="1" y="521"/>
                    </a:cubicBezTo>
                    <a:cubicBezTo>
                      <a:pt x="1" y="809"/>
                      <a:pt x="235" y="1042"/>
                      <a:pt x="522" y="1042"/>
                    </a:cubicBezTo>
                    <a:cubicBezTo>
                      <a:pt x="811" y="1042"/>
                      <a:pt x="1043" y="809"/>
                      <a:pt x="1043" y="521"/>
                    </a:cubicBezTo>
                    <a:cubicBezTo>
                      <a:pt x="1043" y="233"/>
                      <a:pt x="81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3"/>
              <p:cNvSpPr/>
              <p:nvPr/>
            </p:nvSpPr>
            <p:spPr>
              <a:xfrm rot="-5400000" flipH="1">
                <a:off x="8627065" y="857681"/>
                <a:ext cx="128028" cy="127976"/>
              </a:xfrm>
              <a:custGeom>
                <a:avLst/>
                <a:gdLst/>
                <a:ahLst/>
                <a:cxnLst/>
                <a:rect l="l" t="t" r="r" b="b"/>
                <a:pathLst>
                  <a:path w="2476" h="2475" extrusionOk="0">
                    <a:moveTo>
                      <a:pt x="1237" y="0"/>
                    </a:moveTo>
                    <a:cubicBezTo>
                      <a:pt x="555" y="0"/>
                      <a:pt x="1" y="555"/>
                      <a:pt x="1" y="1238"/>
                    </a:cubicBezTo>
                    <a:cubicBezTo>
                      <a:pt x="1" y="1921"/>
                      <a:pt x="555" y="2474"/>
                      <a:pt x="1237" y="2474"/>
                    </a:cubicBezTo>
                    <a:cubicBezTo>
                      <a:pt x="1921" y="2474"/>
                      <a:pt x="2475" y="1921"/>
                      <a:pt x="2475" y="1238"/>
                    </a:cubicBezTo>
                    <a:cubicBezTo>
                      <a:pt x="2475" y="555"/>
                      <a:pt x="1921" y="0"/>
                      <a:pt x="12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3"/>
              <p:cNvSpPr/>
              <p:nvPr/>
            </p:nvSpPr>
            <p:spPr>
              <a:xfrm rot="-5400000" flipH="1">
                <a:off x="8664166" y="894679"/>
                <a:ext cx="53879" cy="53983"/>
              </a:xfrm>
              <a:custGeom>
                <a:avLst/>
                <a:gdLst/>
                <a:ahLst/>
                <a:cxnLst/>
                <a:rect l="l" t="t" r="r" b="b"/>
                <a:pathLst>
                  <a:path w="1042" h="1044" extrusionOk="0">
                    <a:moveTo>
                      <a:pt x="522" y="1"/>
                    </a:moveTo>
                    <a:cubicBezTo>
                      <a:pt x="233" y="1"/>
                      <a:pt x="0" y="235"/>
                      <a:pt x="0" y="522"/>
                    </a:cubicBezTo>
                    <a:cubicBezTo>
                      <a:pt x="0" y="809"/>
                      <a:pt x="233" y="1043"/>
                      <a:pt x="522" y="1043"/>
                    </a:cubicBezTo>
                    <a:cubicBezTo>
                      <a:pt x="809" y="1043"/>
                      <a:pt x="1042" y="809"/>
                      <a:pt x="1042" y="522"/>
                    </a:cubicBezTo>
                    <a:cubicBezTo>
                      <a:pt x="1042" y="233"/>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3"/>
              <p:cNvSpPr/>
              <p:nvPr/>
            </p:nvSpPr>
            <p:spPr>
              <a:xfrm rot="-5400000" flipH="1">
                <a:off x="8904891" y="702457"/>
                <a:ext cx="92712" cy="537861"/>
              </a:xfrm>
              <a:custGeom>
                <a:avLst/>
                <a:gdLst/>
                <a:ahLst/>
                <a:cxnLst/>
                <a:rect l="l" t="t" r="r" b="b"/>
                <a:pathLst>
                  <a:path w="1793" h="10402" extrusionOk="0">
                    <a:moveTo>
                      <a:pt x="1639" y="10402"/>
                    </a:moveTo>
                    <a:cubicBezTo>
                      <a:pt x="1554" y="10402"/>
                      <a:pt x="1485" y="10333"/>
                      <a:pt x="1485" y="10248"/>
                    </a:cubicBezTo>
                    <a:lnTo>
                      <a:pt x="1485" y="1703"/>
                    </a:lnTo>
                    <a:lnTo>
                      <a:pt x="61" y="279"/>
                    </a:lnTo>
                    <a:cubicBezTo>
                      <a:pt x="1" y="218"/>
                      <a:pt x="1" y="121"/>
                      <a:pt x="61" y="61"/>
                    </a:cubicBezTo>
                    <a:cubicBezTo>
                      <a:pt x="121" y="1"/>
                      <a:pt x="218" y="1"/>
                      <a:pt x="278" y="61"/>
                    </a:cubicBezTo>
                    <a:lnTo>
                      <a:pt x="1748" y="1531"/>
                    </a:lnTo>
                    <a:cubicBezTo>
                      <a:pt x="1776" y="1559"/>
                      <a:pt x="1793" y="1598"/>
                      <a:pt x="1793" y="1639"/>
                    </a:cubicBezTo>
                    <a:lnTo>
                      <a:pt x="1793" y="10248"/>
                    </a:lnTo>
                    <a:cubicBezTo>
                      <a:pt x="1793" y="10333"/>
                      <a:pt x="1724" y="10402"/>
                      <a:pt x="1639" y="10402"/>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3"/>
              <p:cNvSpPr/>
              <p:nvPr/>
            </p:nvSpPr>
            <p:spPr>
              <a:xfrm rot="-5400000" flipH="1">
                <a:off x="8561084" y="789644"/>
                <a:ext cx="553994" cy="916567"/>
              </a:xfrm>
              <a:custGeom>
                <a:avLst/>
                <a:gdLst/>
                <a:ahLst/>
                <a:cxnLst/>
                <a:rect l="l" t="t" r="r" b="b"/>
                <a:pathLst>
                  <a:path w="10714" h="17726" extrusionOk="0">
                    <a:moveTo>
                      <a:pt x="1237" y="0"/>
                    </a:moveTo>
                    <a:cubicBezTo>
                      <a:pt x="553" y="0"/>
                      <a:pt x="0" y="553"/>
                      <a:pt x="0" y="1237"/>
                    </a:cubicBezTo>
                    <a:cubicBezTo>
                      <a:pt x="0" y="1920"/>
                      <a:pt x="553" y="2474"/>
                      <a:pt x="1237" y="2474"/>
                    </a:cubicBezTo>
                    <a:cubicBezTo>
                      <a:pt x="1539" y="2474"/>
                      <a:pt x="1813" y="2362"/>
                      <a:pt x="2026" y="2182"/>
                    </a:cubicBezTo>
                    <a:lnTo>
                      <a:pt x="5616" y="5771"/>
                    </a:lnTo>
                    <a:lnTo>
                      <a:pt x="5616" y="12797"/>
                    </a:lnTo>
                    <a:cubicBezTo>
                      <a:pt x="5616" y="12839"/>
                      <a:pt x="5632" y="12878"/>
                      <a:pt x="5662" y="12906"/>
                    </a:cubicBezTo>
                    <a:cubicBezTo>
                      <a:pt x="5662" y="12906"/>
                      <a:pt x="10291" y="17537"/>
                      <a:pt x="10437" y="17681"/>
                    </a:cubicBezTo>
                    <a:cubicBezTo>
                      <a:pt x="10466" y="17711"/>
                      <a:pt x="10505" y="17726"/>
                      <a:pt x="10544" y="17726"/>
                    </a:cubicBezTo>
                    <a:cubicBezTo>
                      <a:pt x="10584" y="17726"/>
                      <a:pt x="10623" y="17710"/>
                      <a:pt x="10654" y="17681"/>
                    </a:cubicBezTo>
                    <a:cubicBezTo>
                      <a:pt x="10713" y="17620"/>
                      <a:pt x="10713" y="17524"/>
                      <a:pt x="10653" y="17463"/>
                    </a:cubicBezTo>
                    <a:lnTo>
                      <a:pt x="10654" y="17463"/>
                    </a:lnTo>
                    <a:cubicBezTo>
                      <a:pt x="10517" y="17327"/>
                      <a:pt x="6402" y="13211"/>
                      <a:pt x="5924" y="12733"/>
                    </a:cubicBezTo>
                    <a:lnTo>
                      <a:pt x="5924" y="5708"/>
                    </a:lnTo>
                    <a:cubicBezTo>
                      <a:pt x="5924" y="5667"/>
                      <a:pt x="5908" y="5627"/>
                      <a:pt x="5879" y="5599"/>
                    </a:cubicBezTo>
                    <a:lnTo>
                      <a:pt x="2238" y="1959"/>
                    </a:lnTo>
                    <a:cubicBezTo>
                      <a:pt x="2386" y="1754"/>
                      <a:pt x="2475" y="1507"/>
                      <a:pt x="2475" y="1237"/>
                    </a:cubicBezTo>
                    <a:cubicBezTo>
                      <a:pt x="2475" y="553"/>
                      <a:pt x="1920" y="0"/>
                      <a:pt x="1237"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3"/>
              <p:cNvSpPr/>
              <p:nvPr/>
            </p:nvSpPr>
            <p:spPr>
              <a:xfrm rot="-5400000" flipH="1">
                <a:off x="8416769" y="1007954"/>
                <a:ext cx="53931" cy="53931"/>
              </a:xfrm>
              <a:custGeom>
                <a:avLst/>
                <a:gdLst/>
                <a:ahLst/>
                <a:cxnLst/>
                <a:rect l="l" t="t" r="r" b="b"/>
                <a:pathLst>
                  <a:path w="1043" h="1043" extrusionOk="0">
                    <a:moveTo>
                      <a:pt x="521" y="0"/>
                    </a:moveTo>
                    <a:cubicBezTo>
                      <a:pt x="234" y="0"/>
                      <a:pt x="1" y="234"/>
                      <a:pt x="1" y="522"/>
                    </a:cubicBezTo>
                    <a:cubicBezTo>
                      <a:pt x="1" y="809"/>
                      <a:pt x="234" y="1043"/>
                      <a:pt x="521" y="1043"/>
                    </a:cubicBezTo>
                    <a:cubicBezTo>
                      <a:pt x="809" y="1043"/>
                      <a:pt x="1042" y="810"/>
                      <a:pt x="1042" y="522"/>
                    </a:cubicBezTo>
                    <a:cubicBezTo>
                      <a:pt x="1042"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3"/>
              <p:cNvSpPr/>
              <p:nvPr/>
            </p:nvSpPr>
            <p:spPr>
              <a:xfrm rot="-5400000" flipH="1">
                <a:off x="8556514" y="1141804"/>
                <a:ext cx="236820" cy="236872"/>
              </a:xfrm>
              <a:custGeom>
                <a:avLst/>
                <a:gdLst/>
                <a:ahLst/>
                <a:cxnLst/>
                <a:rect l="l" t="t" r="r" b="b"/>
                <a:pathLst>
                  <a:path w="4580" h="4581" extrusionOk="0">
                    <a:moveTo>
                      <a:pt x="2290" y="156"/>
                    </a:moveTo>
                    <a:cubicBezTo>
                      <a:pt x="3468" y="156"/>
                      <a:pt x="4426" y="1113"/>
                      <a:pt x="4426" y="2291"/>
                    </a:cubicBezTo>
                    <a:cubicBezTo>
                      <a:pt x="4426" y="3468"/>
                      <a:pt x="3468" y="4427"/>
                      <a:pt x="2290" y="4427"/>
                    </a:cubicBezTo>
                    <a:cubicBezTo>
                      <a:pt x="1113" y="4427"/>
                      <a:pt x="154" y="3468"/>
                      <a:pt x="154" y="2291"/>
                    </a:cubicBezTo>
                    <a:cubicBezTo>
                      <a:pt x="154" y="1113"/>
                      <a:pt x="1113" y="156"/>
                      <a:pt x="2290" y="156"/>
                    </a:cubicBezTo>
                    <a:close/>
                    <a:moveTo>
                      <a:pt x="2290" y="1"/>
                    </a:moveTo>
                    <a:cubicBezTo>
                      <a:pt x="1028" y="1"/>
                      <a:pt x="1" y="1028"/>
                      <a:pt x="1" y="2291"/>
                    </a:cubicBezTo>
                    <a:cubicBezTo>
                      <a:pt x="1" y="3553"/>
                      <a:pt x="1028" y="4580"/>
                      <a:pt x="2290" y="4580"/>
                    </a:cubicBezTo>
                    <a:cubicBezTo>
                      <a:pt x="3553" y="4580"/>
                      <a:pt x="4579" y="3553"/>
                      <a:pt x="4579" y="2291"/>
                    </a:cubicBezTo>
                    <a:cubicBezTo>
                      <a:pt x="4579" y="1028"/>
                      <a:pt x="3553" y="1"/>
                      <a:pt x="2290"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3"/>
              <p:cNvSpPr/>
              <p:nvPr/>
            </p:nvSpPr>
            <p:spPr>
              <a:xfrm rot="-5400000" flipH="1">
                <a:off x="8634414" y="1219756"/>
                <a:ext cx="81026" cy="81026"/>
              </a:xfrm>
              <a:custGeom>
                <a:avLst/>
                <a:gdLst/>
                <a:ahLst/>
                <a:cxnLst/>
                <a:rect l="l" t="t" r="r" b="b"/>
                <a:pathLst>
                  <a:path w="1567" h="1567" extrusionOk="0">
                    <a:moveTo>
                      <a:pt x="783" y="1"/>
                    </a:moveTo>
                    <a:cubicBezTo>
                      <a:pt x="351" y="1"/>
                      <a:pt x="1" y="351"/>
                      <a:pt x="1" y="784"/>
                    </a:cubicBezTo>
                    <a:cubicBezTo>
                      <a:pt x="1" y="1216"/>
                      <a:pt x="351" y="1566"/>
                      <a:pt x="783" y="1566"/>
                    </a:cubicBezTo>
                    <a:cubicBezTo>
                      <a:pt x="1216" y="1566"/>
                      <a:pt x="1566" y="1216"/>
                      <a:pt x="1566" y="784"/>
                    </a:cubicBezTo>
                    <a:cubicBezTo>
                      <a:pt x="1566" y="351"/>
                      <a:pt x="1216"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3"/>
              <p:cNvSpPr/>
              <p:nvPr/>
            </p:nvSpPr>
            <p:spPr>
              <a:xfrm rot="-5400000" flipH="1">
                <a:off x="8796336" y="1534788"/>
                <a:ext cx="236820" cy="236820"/>
              </a:xfrm>
              <a:custGeom>
                <a:avLst/>
                <a:gdLst/>
                <a:ahLst/>
                <a:cxnLst/>
                <a:rect l="l" t="t" r="r" b="b"/>
                <a:pathLst>
                  <a:path w="4580" h="4580" extrusionOk="0">
                    <a:moveTo>
                      <a:pt x="2291" y="154"/>
                    </a:moveTo>
                    <a:cubicBezTo>
                      <a:pt x="3468" y="154"/>
                      <a:pt x="4426" y="1113"/>
                      <a:pt x="4426" y="2290"/>
                    </a:cubicBezTo>
                    <a:cubicBezTo>
                      <a:pt x="4426" y="3468"/>
                      <a:pt x="3468" y="4427"/>
                      <a:pt x="2291" y="4427"/>
                    </a:cubicBezTo>
                    <a:cubicBezTo>
                      <a:pt x="1113" y="4427"/>
                      <a:pt x="155" y="3468"/>
                      <a:pt x="155" y="2290"/>
                    </a:cubicBezTo>
                    <a:cubicBezTo>
                      <a:pt x="155" y="1113"/>
                      <a:pt x="1113" y="154"/>
                      <a:pt x="2291" y="154"/>
                    </a:cubicBezTo>
                    <a:close/>
                    <a:moveTo>
                      <a:pt x="2291" y="1"/>
                    </a:moveTo>
                    <a:cubicBezTo>
                      <a:pt x="1028" y="1"/>
                      <a:pt x="1" y="1028"/>
                      <a:pt x="1" y="2290"/>
                    </a:cubicBezTo>
                    <a:cubicBezTo>
                      <a:pt x="1" y="3553"/>
                      <a:pt x="1028" y="4579"/>
                      <a:pt x="2291" y="4579"/>
                    </a:cubicBezTo>
                    <a:cubicBezTo>
                      <a:pt x="3553" y="4579"/>
                      <a:pt x="4579" y="3553"/>
                      <a:pt x="4579" y="2290"/>
                    </a:cubicBezTo>
                    <a:cubicBezTo>
                      <a:pt x="4579" y="1028"/>
                      <a:pt x="3553" y="1"/>
                      <a:pt x="2291"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3"/>
              <p:cNvSpPr/>
              <p:nvPr/>
            </p:nvSpPr>
            <p:spPr>
              <a:xfrm rot="-5400000" flipH="1">
                <a:off x="8874287" y="1612740"/>
                <a:ext cx="80974" cy="81026"/>
              </a:xfrm>
              <a:custGeom>
                <a:avLst/>
                <a:gdLst/>
                <a:ahLst/>
                <a:cxnLst/>
                <a:rect l="l" t="t" r="r" b="b"/>
                <a:pathLst>
                  <a:path w="1566" h="1567" extrusionOk="0">
                    <a:moveTo>
                      <a:pt x="783" y="1"/>
                    </a:moveTo>
                    <a:cubicBezTo>
                      <a:pt x="350" y="1"/>
                      <a:pt x="0" y="351"/>
                      <a:pt x="0" y="783"/>
                    </a:cubicBezTo>
                    <a:cubicBezTo>
                      <a:pt x="0" y="1216"/>
                      <a:pt x="350" y="1566"/>
                      <a:pt x="783" y="1566"/>
                    </a:cubicBezTo>
                    <a:cubicBezTo>
                      <a:pt x="1215" y="1566"/>
                      <a:pt x="1565" y="1216"/>
                      <a:pt x="1565" y="783"/>
                    </a:cubicBezTo>
                    <a:cubicBezTo>
                      <a:pt x="1565" y="351"/>
                      <a:pt x="1215"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3"/>
              <p:cNvSpPr/>
              <p:nvPr/>
            </p:nvSpPr>
            <p:spPr>
              <a:xfrm rot="-5400000" flipH="1">
                <a:off x="8783632" y="1393812"/>
                <a:ext cx="185061" cy="688020"/>
              </a:xfrm>
              <a:custGeom>
                <a:avLst/>
                <a:gdLst/>
                <a:ahLst/>
                <a:cxnLst/>
                <a:rect l="l" t="t" r="r" b="b"/>
                <a:pathLst>
                  <a:path w="3579" h="13306" extrusionOk="0">
                    <a:moveTo>
                      <a:pt x="2341" y="0"/>
                    </a:moveTo>
                    <a:cubicBezTo>
                      <a:pt x="1657" y="0"/>
                      <a:pt x="1104" y="555"/>
                      <a:pt x="1104" y="1237"/>
                    </a:cubicBezTo>
                    <a:cubicBezTo>
                      <a:pt x="1104" y="1875"/>
                      <a:pt x="1588" y="2393"/>
                      <a:pt x="2206" y="2462"/>
                    </a:cubicBezTo>
                    <a:lnTo>
                      <a:pt x="2206" y="5094"/>
                    </a:lnTo>
                    <a:lnTo>
                      <a:pt x="45" y="7256"/>
                    </a:lnTo>
                    <a:cubicBezTo>
                      <a:pt x="17" y="7285"/>
                      <a:pt x="0" y="7324"/>
                      <a:pt x="0" y="7365"/>
                    </a:cubicBezTo>
                    <a:lnTo>
                      <a:pt x="0" y="13152"/>
                    </a:lnTo>
                    <a:cubicBezTo>
                      <a:pt x="0" y="13237"/>
                      <a:pt x="69" y="13306"/>
                      <a:pt x="154" y="13306"/>
                    </a:cubicBezTo>
                    <a:cubicBezTo>
                      <a:pt x="239" y="13306"/>
                      <a:pt x="307" y="13237"/>
                      <a:pt x="307" y="13152"/>
                    </a:cubicBezTo>
                    <a:lnTo>
                      <a:pt x="307" y="7429"/>
                    </a:lnTo>
                    <a:lnTo>
                      <a:pt x="2468" y="5267"/>
                    </a:lnTo>
                    <a:cubicBezTo>
                      <a:pt x="2498" y="5238"/>
                      <a:pt x="2513" y="5199"/>
                      <a:pt x="2513" y="5158"/>
                    </a:cubicBezTo>
                    <a:lnTo>
                      <a:pt x="2513" y="2457"/>
                    </a:lnTo>
                    <a:cubicBezTo>
                      <a:pt x="3115" y="2373"/>
                      <a:pt x="3578" y="1862"/>
                      <a:pt x="3578" y="1238"/>
                    </a:cubicBezTo>
                    <a:lnTo>
                      <a:pt x="3578" y="1237"/>
                    </a:lnTo>
                    <a:cubicBezTo>
                      <a:pt x="3578" y="555"/>
                      <a:pt x="3024" y="0"/>
                      <a:pt x="2341"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3"/>
              <p:cNvSpPr/>
              <p:nvPr/>
            </p:nvSpPr>
            <p:spPr>
              <a:xfrm rot="-5400000" flipH="1">
                <a:off x="8569151" y="1739376"/>
                <a:ext cx="53983" cy="53931"/>
              </a:xfrm>
              <a:custGeom>
                <a:avLst/>
                <a:gdLst/>
                <a:ahLst/>
                <a:cxnLst/>
                <a:rect l="l" t="t" r="r" b="b"/>
                <a:pathLst>
                  <a:path w="1044" h="1043" extrusionOk="0">
                    <a:moveTo>
                      <a:pt x="522" y="1"/>
                    </a:moveTo>
                    <a:cubicBezTo>
                      <a:pt x="234" y="1"/>
                      <a:pt x="0" y="233"/>
                      <a:pt x="0" y="521"/>
                    </a:cubicBezTo>
                    <a:cubicBezTo>
                      <a:pt x="0" y="809"/>
                      <a:pt x="234" y="1042"/>
                      <a:pt x="522" y="1042"/>
                    </a:cubicBezTo>
                    <a:cubicBezTo>
                      <a:pt x="810" y="1042"/>
                      <a:pt x="1043" y="809"/>
                      <a:pt x="1043" y="521"/>
                    </a:cubicBezTo>
                    <a:cubicBezTo>
                      <a:pt x="1043"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3" name="Google Shape;1803;p33"/>
            <p:cNvGrpSpPr/>
            <p:nvPr/>
          </p:nvGrpSpPr>
          <p:grpSpPr>
            <a:xfrm>
              <a:off x="76428" y="3878198"/>
              <a:ext cx="947059" cy="1331003"/>
              <a:chOff x="5463078" y="3878198"/>
              <a:chExt cx="947059" cy="1331003"/>
            </a:xfrm>
          </p:grpSpPr>
          <p:sp>
            <p:nvSpPr>
              <p:cNvPr id="1804" name="Google Shape;1804;p33"/>
              <p:cNvSpPr/>
              <p:nvPr/>
            </p:nvSpPr>
            <p:spPr>
              <a:xfrm>
                <a:off x="5925793" y="4025353"/>
                <a:ext cx="484344" cy="1183792"/>
              </a:xfrm>
              <a:custGeom>
                <a:avLst/>
                <a:gdLst/>
                <a:ahLst/>
                <a:cxnLst/>
                <a:rect l="l" t="t" r="r" b="b"/>
                <a:pathLst>
                  <a:path w="9367" h="22894" extrusionOk="0">
                    <a:moveTo>
                      <a:pt x="1897" y="1"/>
                    </a:moveTo>
                    <a:cubicBezTo>
                      <a:pt x="1214" y="1"/>
                      <a:pt x="661" y="555"/>
                      <a:pt x="661" y="1238"/>
                    </a:cubicBezTo>
                    <a:cubicBezTo>
                      <a:pt x="661" y="1847"/>
                      <a:pt x="1103" y="2352"/>
                      <a:pt x="1683" y="2454"/>
                    </a:cubicBezTo>
                    <a:lnTo>
                      <a:pt x="1683" y="8153"/>
                    </a:lnTo>
                    <a:lnTo>
                      <a:pt x="46" y="9790"/>
                    </a:lnTo>
                    <a:cubicBezTo>
                      <a:pt x="17" y="9819"/>
                      <a:pt x="1" y="9858"/>
                      <a:pt x="1" y="9899"/>
                    </a:cubicBezTo>
                    <a:lnTo>
                      <a:pt x="1" y="13697"/>
                    </a:lnTo>
                    <a:cubicBezTo>
                      <a:pt x="1" y="13738"/>
                      <a:pt x="17" y="13778"/>
                      <a:pt x="46" y="13806"/>
                    </a:cubicBezTo>
                    <a:lnTo>
                      <a:pt x="9090" y="22849"/>
                    </a:lnTo>
                    <a:cubicBezTo>
                      <a:pt x="9119" y="22879"/>
                      <a:pt x="9158" y="22894"/>
                      <a:pt x="9198" y="22894"/>
                    </a:cubicBezTo>
                    <a:cubicBezTo>
                      <a:pt x="9237" y="22894"/>
                      <a:pt x="9276" y="22879"/>
                      <a:pt x="9307" y="22849"/>
                    </a:cubicBezTo>
                    <a:cubicBezTo>
                      <a:pt x="9366" y="22790"/>
                      <a:pt x="9366" y="22692"/>
                      <a:pt x="9307" y="22631"/>
                    </a:cubicBezTo>
                    <a:lnTo>
                      <a:pt x="308" y="13634"/>
                    </a:lnTo>
                    <a:lnTo>
                      <a:pt x="308" y="9963"/>
                    </a:lnTo>
                    <a:lnTo>
                      <a:pt x="1946" y="8326"/>
                    </a:lnTo>
                    <a:cubicBezTo>
                      <a:pt x="1974" y="8297"/>
                      <a:pt x="1991" y="8258"/>
                      <a:pt x="1991" y="8217"/>
                    </a:cubicBezTo>
                    <a:lnTo>
                      <a:pt x="1991" y="2466"/>
                    </a:lnTo>
                    <a:cubicBezTo>
                      <a:pt x="2629" y="2417"/>
                      <a:pt x="3135" y="1890"/>
                      <a:pt x="3135" y="1238"/>
                    </a:cubicBezTo>
                    <a:cubicBezTo>
                      <a:pt x="3135" y="555"/>
                      <a:pt x="2580" y="1"/>
                      <a:pt x="1897"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3"/>
              <p:cNvSpPr/>
              <p:nvPr/>
            </p:nvSpPr>
            <p:spPr>
              <a:xfrm>
                <a:off x="5996893" y="4062429"/>
                <a:ext cx="53983" cy="53879"/>
              </a:xfrm>
              <a:custGeom>
                <a:avLst/>
                <a:gdLst/>
                <a:ahLst/>
                <a:cxnLst/>
                <a:rect l="l" t="t" r="r" b="b"/>
                <a:pathLst>
                  <a:path w="1044" h="1042" extrusionOk="0">
                    <a:moveTo>
                      <a:pt x="522" y="0"/>
                    </a:moveTo>
                    <a:cubicBezTo>
                      <a:pt x="235" y="0"/>
                      <a:pt x="1" y="233"/>
                      <a:pt x="1" y="521"/>
                    </a:cubicBezTo>
                    <a:cubicBezTo>
                      <a:pt x="1" y="809"/>
                      <a:pt x="235" y="1042"/>
                      <a:pt x="522" y="1042"/>
                    </a:cubicBezTo>
                    <a:cubicBezTo>
                      <a:pt x="811" y="1042"/>
                      <a:pt x="1043" y="809"/>
                      <a:pt x="1043" y="521"/>
                    </a:cubicBezTo>
                    <a:cubicBezTo>
                      <a:pt x="1043" y="233"/>
                      <a:pt x="81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06" name="Google Shape;1806;p33"/>
              <p:cNvGrpSpPr/>
              <p:nvPr/>
            </p:nvGrpSpPr>
            <p:grpSpPr>
              <a:xfrm>
                <a:off x="5463078" y="3878198"/>
                <a:ext cx="274737" cy="274677"/>
                <a:chOff x="1111176" y="-150810"/>
                <a:chExt cx="231748" cy="231697"/>
              </a:xfrm>
            </p:grpSpPr>
            <p:sp>
              <p:nvSpPr>
                <p:cNvPr id="1807" name="Google Shape;1807;p33"/>
                <p:cNvSpPr/>
                <p:nvPr/>
              </p:nvSpPr>
              <p:spPr>
                <a:xfrm rot="-5400000">
                  <a:off x="1187406" y="-74582"/>
                  <a:ext cx="79240" cy="79290"/>
                </a:xfrm>
                <a:custGeom>
                  <a:avLst/>
                  <a:gdLst/>
                  <a:ahLst/>
                  <a:cxnLst/>
                  <a:rect l="l" t="t" r="r" b="b"/>
                  <a:pathLst>
                    <a:path w="1566" h="1567" extrusionOk="0">
                      <a:moveTo>
                        <a:pt x="783" y="1"/>
                      </a:moveTo>
                      <a:cubicBezTo>
                        <a:pt x="350" y="1"/>
                        <a:pt x="0" y="352"/>
                        <a:pt x="0" y="784"/>
                      </a:cubicBezTo>
                      <a:cubicBezTo>
                        <a:pt x="0" y="1216"/>
                        <a:pt x="350" y="1567"/>
                        <a:pt x="783" y="1567"/>
                      </a:cubicBezTo>
                      <a:cubicBezTo>
                        <a:pt x="1216" y="1567"/>
                        <a:pt x="1565" y="1216"/>
                        <a:pt x="1565" y="784"/>
                      </a:cubicBezTo>
                      <a:cubicBezTo>
                        <a:pt x="1565" y="352"/>
                        <a:pt x="1216" y="1"/>
                        <a:pt x="783" y="1"/>
                      </a:cubicBezTo>
                      <a:close/>
                    </a:path>
                  </a:pathLst>
                </a:custGeom>
                <a:solidFill>
                  <a:schemeClr val="dk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3"/>
                <p:cNvSpPr/>
                <p:nvPr/>
              </p:nvSpPr>
              <p:spPr>
                <a:xfrm rot="-5400000">
                  <a:off x="1111201" y="-150836"/>
                  <a:ext cx="231697" cy="231748"/>
                </a:xfrm>
                <a:custGeom>
                  <a:avLst/>
                  <a:gdLst/>
                  <a:ahLst/>
                  <a:cxnLst/>
                  <a:rect l="l" t="t" r="r" b="b"/>
                  <a:pathLst>
                    <a:path w="4579" h="4580" extrusionOk="0">
                      <a:moveTo>
                        <a:pt x="2289" y="154"/>
                      </a:moveTo>
                      <a:cubicBezTo>
                        <a:pt x="3466" y="154"/>
                        <a:pt x="4425" y="1112"/>
                        <a:pt x="4425" y="2290"/>
                      </a:cubicBezTo>
                      <a:cubicBezTo>
                        <a:pt x="4425" y="3468"/>
                        <a:pt x="3466" y="4425"/>
                        <a:pt x="2289" y="4425"/>
                      </a:cubicBezTo>
                      <a:cubicBezTo>
                        <a:pt x="1111" y="4425"/>
                        <a:pt x="154" y="3468"/>
                        <a:pt x="154" y="2290"/>
                      </a:cubicBezTo>
                      <a:cubicBezTo>
                        <a:pt x="154" y="1113"/>
                        <a:pt x="1111" y="154"/>
                        <a:pt x="2289" y="154"/>
                      </a:cubicBezTo>
                      <a:close/>
                      <a:moveTo>
                        <a:pt x="2289" y="0"/>
                      </a:moveTo>
                      <a:cubicBezTo>
                        <a:pt x="1026" y="0"/>
                        <a:pt x="0" y="1028"/>
                        <a:pt x="0" y="2290"/>
                      </a:cubicBezTo>
                      <a:cubicBezTo>
                        <a:pt x="0" y="3552"/>
                        <a:pt x="1026" y="4579"/>
                        <a:pt x="2289" y="4579"/>
                      </a:cubicBezTo>
                      <a:cubicBezTo>
                        <a:pt x="3551" y="4579"/>
                        <a:pt x="4579" y="3552"/>
                        <a:pt x="4579" y="2290"/>
                      </a:cubicBezTo>
                      <a:cubicBezTo>
                        <a:pt x="4579" y="1028"/>
                        <a:pt x="3551"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09" name="Google Shape;1809;p33"/>
              <p:cNvSpPr/>
              <p:nvPr/>
            </p:nvSpPr>
            <p:spPr>
              <a:xfrm>
                <a:off x="5737830" y="4152868"/>
                <a:ext cx="188422" cy="1056333"/>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3"/>
              <p:cNvSpPr/>
              <p:nvPr/>
            </p:nvSpPr>
            <p:spPr>
              <a:xfrm>
                <a:off x="5835302" y="4189944"/>
                <a:ext cx="53931" cy="53931"/>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3"/>
              <p:cNvSpPr/>
              <p:nvPr/>
            </p:nvSpPr>
            <p:spPr>
              <a:xfrm>
                <a:off x="5576031" y="4457126"/>
                <a:ext cx="138369" cy="752034"/>
              </a:xfrm>
              <a:custGeom>
                <a:avLst/>
                <a:gdLst/>
                <a:ahLst/>
                <a:cxnLst/>
                <a:rect l="l" t="t" r="r" b="b"/>
                <a:pathLst>
                  <a:path w="2676" h="14544" extrusionOk="0">
                    <a:moveTo>
                      <a:pt x="1438" y="0"/>
                    </a:moveTo>
                    <a:cubicBezTo>
                      <a:pt x="755" y="0"/>
                      <a:pt x="200" y="555"/>
                      <a:pt x="200" y="1238"/>
                    </a:cubicBezTo>
                    <a:cubicBezTo>
                      <a:pt x="200" y="1525"/>
                      <a:pt x="302" y="1786"/>
                      <a:pt x="466" y="1996"/>
                    </a:cubicBezTo>
                    <a:lnTo>
                      <a:pt x="45" y="2417"/>
                    </a:lnTo>
                    <a:cubicBezTo>
                      <a:pt x="17" y="2445"/>
                      <a:pt x="1" y="2484"/>
                      <a:pt x="1" y="2526"/>
                    </a:cubicBezTo>
                    <a:lnTo>
                      <a:pt x="1" y="8856"/>
                    </a:lnTo>
                    <a:cubicBezTo>
                      <a:pt x="1" y="8896"/>
                      <a:pt x="17" y="8935"/>
                      <a:pt x="45" y="8965"/>
                    </a:cubicBezTo>
                    <a:lnTo>
                      <a:pt x="1990" y="10908"/>
                    </a:lnTo>
                    <a:lnTo>
                      <a:pt x="1990" y="14390"/>
                    </a:lnTo>
                    <a:cubicBezTo>
                      <a:pt x="1990" y="14475"/>
                      <a:pt x="2059" y="14544"/>
                      <a:pt x="2144" y="14544"/>
                    </a:cubicBezTo>
                    <a:cubicBezTo>
                      <a:pt x="2229" y="14544"/>
                      <a:pt x="2297" y="14475"/>
                      <a:pt x="2297" y="14390"/>
                    </a:cubicBezTo>
                    <a:lnTo>
                      <a:pt x="2297" y="10846"/>
                    </a:lnTo>
                    <a:cubicBezTo>
                      <a:pt x="2297" y="10804"/>
                      <a:pt x="2281" y="10765"/>
                      <a:pt x="2253" y="10737"/>
                    </a:cubicBezTo>
                    <a:lnTo>
                      <a:pt x="308" y="8792"/>
                    </a:lnTo>
                    <a:lnTo>
                      <a:pt x="308" y="2589"/>
                    </a:lnTo>
                    <a:lnTo>
                      <a:pt x="684" y="2213"/>
                    </a:lnTo>
                    <a:lnTo>
                      <a:pt x="685" y="2213"/>
                    </a:lnTo>
                    <a:cubicBezTo>
                      <a:pt x="894" y="2375"/>
                      <a:pt x="1153" y="2475"/>
                      <a:pt x="1438" y="2475"/>
                    </a:cubicBezTo>
                    <a:cubicBezTo>
                      <a:pt x="2121" y="2475"/>
                      <a:pt x="2676" y="1921"/>
                      <a:pt x="2676" y="1238"/>
                    </a:cubicBezTo>
                    <a:cubicBezTo>
                      <a:pt x="2676" y="555"/>
                      <a:pt x="2121" y="0"/>
                      <a:pt x="1438"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3"/>
              <p:cNvSpPr/>
              <p:nvPr/>
            </p:nvSpPr>
            <p:spPr>
              <a:xfrm>
                <a:off x="5623397" y="4494150"/>
                <a:ext cx="53983" cy="53983"/>
              </a:xfrm>
              <a:custGeom>
                <a:avLst/>
                <a:gdLst/>
                <a:ahLst/>
                <a:cxnLst/>
                <a:rect l="l" t="t" r="r" b="b"/>
                <a:pathLst>
                  <a:path w="1044" h="1044" extrusionOk="0">
                    <a:moveTo>
                      <a:pt x="522" y="1"/>
                    </a:moveTo>
                    <a:cubicBezTo>
                      <a:pt x="235" y="1"/>
                      <a:pt x="1" y="234"/>
                      <a:pt x="1" y="522"/>
                    </a:cubicBezTo>
                    <a:cubicBezTo>
                      <a:pt x="1" y="809"/>
                      <a:pt x="235" y="1044"/>
                      <a:pt x="522" y="1044"/>
                    </a:cubicBezTo>
                    <a:cubicBezTo>
                      <a:pt x="809" y="1044"/>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3"/>
              <p:cNvSpPr/>
              <p:nvPr/>
            </p:nvSpPr>
            <p:spPr>
              <a:xfrm>
                <a:off x="5815394" y="4613081"/>
                <a:ext cx="236820" cy="236769"/>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3"/>
              <p:cNvSpPr/>
              <p:nvPr/>
            </p:nvSpPr>
            <p:spPr>
              <a:xfrm>
                <a:off x="5893320" y="4690956"/>
                <a:ext cx="80974" cy="81026"/>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15" name="Google Shape;1815;p33"/>
          <p:cNvGrpSpPr/>
          <p:nvPr/>
        </p:nvGrpSpPr>
        <p:grpSpPr>
          <a:xfrm>
            <a:off x="488002" y="593782"/>
            <a:ext cx="8366378" cy="4301138"/>
            <a:chOff x="488002" y="593782"/>
            <a:chExt cx="8366378" cy="4301138"/>
          </a:xfrm>
        </p:grpSpPr>
        <p:grpSp>
          <p:nvGrpSpPr>
            <p:cNvPr id="1816" name="Google Shape;1816;p33"/>
            <p:cNvGrpSpPr/>
            <p:nvPr/>
          </p:nvGrpSpPr>
          <p:grpSpPr>
            <a:xfrm flipH="1">
              <a:off x="488002" y="593782"/>
              <a:ext cx="327473" cy="1061849"/>
              <a:chOff x="8367510" y="593782"/>
              <a:chExt cx="327473" cy="1061849"/>
            </a:xfrm>
          </p:grpSpPr>
          <p:sp>
            <p:nvSpPr>
              <p:cNvPr id="1817" name="Google Shape;1817;p33"/>
              <p:cNvSpPr/>
              <p:nvPr/>
            </p:nvSpPr>
            <p:spPr>
              <a:xfrm rot="-5400000" flipH="1">
                <a:off x="8367510" y="593782"/>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3"/>
              <p:cNvSpPr/>
              <p:nvPr/>
            </p:nvSpPr>
            <p:spPr>
              <a:xfrm rot="-5400000" flipH="1">
                <a:off x="8457484" y="683756"/>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3"/>
              <p:cNvSpPr/>
              <p:nvPr/>
            </p:nvSpPr>
            <p:spPr>
              <a:xfrm rot="-5400000" flipH="1">
                <a:off x="8545028" y="771248"/>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3"/>
              <p:cNvSpPr/>
              <p:nvPr/>
            </p:nvSpPr>
            <p:spPr>
              <a:xfrm rot="-5400000" flipH="1">
                <a:off x="8461362" y="1422010"/>
                <a:ext cx="56103" cy="56103"/>
              </a:xfrm>
              <a:custGeom>
                <a:avLst/>
                <a:gdLst/>
                <a:ahLst/>
                <a:cxnLst/>
                <a:rect l="l" t="t" r="r" b="b"/>
                <a:pathLst>
                  <a:path w="1085" h="1085" extrusionOk="0">
                    <a:moveTo>
                      <a:pt x="543" y="0"/>
                    </a:moveTo>
                    <a:cubicBezTo>
                      <a:pt x="243" y="0"/>
                      <a:pt x="1" y="243"/>
                      <a:pt x="1" y="543"/>
                    </a:cubicBezTo>
                    <a:cubicBezTo>
                      <a:pt x="1" y="842"/>
                      <a:pt x="243" y="1084"/>
                      <a:pt x="543" y="1084"/>
                    </a:cubicBezTo>
                    <a:cubicBezTo>
                      <a:pt x="842" y="1084"/>
                      <a:pt x="1085" y="842"/>
                      <a:pt x="1085" y="543"/>
                    </a:cubicBezTo>
                    <a:cubicBezTo>
                      <a:pt x="1085" y="243"/>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3"/>
              <p:cNvSpPr/>
              <p:nvPr/>
            </p:nvSpPr>
            <p:spPr>
              <a:xfrm rot="-5400000" flipH="1">
                <a:off x="8551337" y="1511984"/>
                <a:ext cx="56103" cy="56103"/>
              </a:xfrm>
              <a:custGeom>
                <a:avLst/>
                <a:gdLst/>
                <a:ahLst/>
                <a:cxnLst/>
                <a:rect l="l" t="t" r="r" b="b"/>
                <a:pathLst>
                  <a:path w="1085" h="1085" extrusionOk="0">
                    <a:moveTo>
                      <a:pt x="542" y="0"/>
                    </a:moveTo>
                    <a:cubicBezTo>
                      <a:pt x="243" y="0"/>
                      <a:pt x="1" y="243"/>
                      <a:pt x="1" y="542"/>
                    </a:cubicBezTo>
                    <a:cubicBezTo>
                      <a:pt x="1" y="842"/>
                      <a:pt x="243" y="1084"/>
                      <a:pt x="542" y="1084"/>
                    </a:cubicBezTo>
                    <a:cubicBezTo>
                      <a:pt x="843" y="1084"/>
                      <a:pt x="1085" y="842"/>
                      <a:pt x="1085" y="542"/>
                    </a:cubicBezTo>
                    <a:cubicBezTo>
                      <a:pt x="1085" y="243"/>
                      <a:pt x="843"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3"/>
              <p:cNvSpPr/>
              <p:nvPr/>
            </p:nvSpPr>
            <p:spPr>
              <a:xfrm rot="-5400000" flipH="1">
                <a:off x="8638881" y="1599528"/>
                <a:ext cx="56103" cy="56103"/>
              </a:xfrm>
              <a:custGeom>
                <a:avLst/>
                <a:gdLst/>
                <a:ahLst/>
                <a:cxnLst/>
                <a:rect l="l" t="t" r="r" b="b"/>
                <a:pathLst>
                  <a:path w="1085" h="1085" extrusionOk="0">
                    <a:moveTo>
                      <a:pt x="542" y="0"/>
                    </a:moveTo>
                    <a:cubicBezTo>
                      <a:pt x="243" y="0"/>
                      <a:pt x="1" y="243"/>
                      <a:pt x="1" y="542"/>
                    </a:cubicBezTo>
                    <a:cubicBezTo>
                      <a:pt x="1" y="842"/>
                      <a:pt x="243" y="1084"/>
                      <a:pt x="542" y="1084"/>
                    </a:cubicBezTo>
                    <a:cubicBezTo>
                      <a:pt x="841" y="1084"/>
                      <a:pt x="1085" y="842"/>
                      <a:pt x="1085" y="542"/>
                    </a:cubicBezTo>
                    <a:cubicBezTo>
                      <a:pt x="1085" y="243"/>
                      <a:pt x="841"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3" name="Google Shape;1823;p33"/>
            <p:cNvGrpSpPr/>
            <p:nvPr/>
          </p:nvGrpSpPr>
          <p:grpSpPr>
            <a:xfrm flipH="1">
              <a:off x="8152399" y="4661300"/>
              <a:ext cx="233569" cy="233621"/>
              <a:chOff x="6183667" y="4661300"/>
              <a:chExt cx="233569" cy="233621"/>
            </a:xfrm>
          </p:grpSpPr>
          <p:sp>
            <p:nvSpPr>
              <p:cNvPr id="1824" name="Google Shape;1824;p33"/>
              <p:cNvSpPr/>
              <p:nvPr/>
            </p:nvSpPr>
            <p:spPr>
              <a:xfrm>
                <a:off x="6183667" y="4661300"/>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3"/>
              <p:cNvSpPr/>
              <p:nvPr/>
            </p:nvSpPr>
            <p:spPr>
              <a:xfrm>
                <a:off x="6273642" y="4751274"/>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3"/>
              <p:cNvSpPr/>
              <p:nvPr/>
            </p:nvSpPr>
            <p:spPr>
              <a:xfrm>
                <a:off x="6361134" y="4838818"/>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7" name="Google Shape;1827;p33"/>
            <p:cNvGrpSpPr/>
            <p:nvPr/>
          </p:nvGrpSpPr>
          <p:grpSpPr>
            <a:xfrm flipH="1">
              <a:off x="8620811" y="3644575"/>
              <a:ext cx="233569" cy="233621"/>
              <a:chOff x="6183667" y="4661300"/>
              <a:chExt cx="233569" cy="233621"/>
            </a:xfrm>
          </p:grpSpPr>
          <p:sp>
            <p:nvSpPr>
              <p:cNvPr id="1828" name="Google Shape;1828;p33"/>
              <p:cNvSpPr/>
              <p:nvPr/>
            </p:nvSpPr>
            <p:spPr>
              <a:xfrm>
                <a:off x="6183667" y="4661300"/>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3"/>
              <p:cNvSpPr/>
              <p:nvPr/>
            </p:nvSpPr>
            <p:spPr>
              <a:xfrm>
                <a:off x="6273642" y="4751274"/>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3"/>
              <p:cNvSpPr/>
              <p:nvPr/>
            </p:nvSpPr>
            <p:spPr>
              <a:xfrm>
                <a:off x="6361134" y="4838818"/>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831"/>
        <p:cNvGrpSpPr/>
        <p:nvPr/>
      </p:nvGrpSpPr>
      <p:grpSpPr>
        <a:xfrm>
          <a:off x="0" y="0"/>
          <a:ext cx="0" cy="0"/>
          <a:chOff x="0" y="0"/>
          <a:chExt cx="0" cy="0"/>
        </a:xfrm>
      </p:grpSpPr>
      <p:pic>
        <p:nvPicPr>
          <p:cNvPr id="1832" name="Google Shape;1832;p34"/>
          <p:cNvPicPr preferRelativeResize="0"/>
          <p:nvPr/>
        </p:nvPicPr>
        <p:blipFill>
          <a:blip r:embed="rId2">
            <a:alphaModFix amt="79000"/>
          </a:blip>
          <a:stretch>
            <a:fillRect/>
          </a:stretch>
        </p:blipFill>
        <p:spPr>
          <a:xfrm rot="10800000" flipH="1">
            <a:off x="0" y="0"/>
            <a:ext cx="9144000" cy="5143500"/>
          </a:xfrm>
          <a:prstGeom prst="rect">
            <a:avLst/>
          </a:prstGeom>
          <a:noFill/>
          <a:ln>
            <a:noFill/>
          </a:ln>
        </p:spPr>
      </p:pic>
      <p:grpSp>
        <p:nvGrpSpPr>
          <p:cNvPr id="1833" name="Google Shape;1833;p34"/>
          <p:cNvGrpSpPr/>
          <p:nvPr/>
        </p:nvGrpSpPr>
        <p:grpSpPr>
          <a:xfrm>
            <a:off x="158650" y="116591"/>
            <a:ext cx="8822200" cy="4935749"/>
            <a:chOff x="158650" y="116591"/>
            <a:chExt cx="8822200" cy="4935749"/>
          </a:xfrm>
        </p:grpSpPr>
        <p:grpSp>
          <p:nvGrpSpPr>
            <p:cNvPr id="1834" name="Google Shape;1834;p34"/>
            <p:cNvGrpSpPr/>
            <p:nvPr/>
          </p:nvGrpSpPr>
          <p:grpSpPr>
            <a:xfrm>
              <a:off x="713225" y="268300"/>
              <a:ext cx="1344400" cy="271200"/>
              <a:chOff x="3686625" y="4603950"/>
              <a:chExt cx="1344400" cy="271200"/>
            </a:xfrm>
          </p:grpSpPr>
          <p:sp>
            <p:nvSpPr>
              <p:cNvPr id="1835" name="Google Shape;1835;p34"/>
              <p:cNvSpPr/>
              <p:nvPr/>
            </p:nvSpPr>
            <p:spPr>
              <a:xfrm rot="-5400000">
                <a:off x="36389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4"/>
              <p:cNvSpPr/>
              <p:nvPr/>
            </p:nvSpPr>
            <p:spPr>
              <a:xfrm rot="-5400000">
                <a:off x="39310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4"/>
              <p:cNvSpPr/>
              <p:nvPr/>
            </p:nvSpPr>
            <p:spPr>
              <a:xfrm rot="-5400000">
                <a:off x="42232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4"/>
              <p:cNvSpPr/>
              <p:nvPr/>
            </p:nvSpPr>
            <p:spPr>
              <a:xfrm rot="-5400000">
                <a:off x="451537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4"/>
              <p:cNvSpPr/>
              <p:nvPr/>
            </p:nvSpPr>
            <p:spPr>
              <a:xfrm rot="-5400000">
                <a:off x="4807525" y="4651650"/>
                <a:ext cx="2712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0" name="Google Shape;1840;p34"/>
            <p:cNvGrpSpPr/>
            <p:nvPr/>
          </p:nvGrpSpPr>
          <p:grpSpPr>
            <a:xfrm rot="10800000" flipH="1">
              <a:off x="158650" y="4066400"/>
              <a:ext cx="2268450" cy="985940"/>
              <a:chOff x="100325" y="196110"/>
              <a:chExt cx="2268450" cy="985940"/>
            </a:xfrm>
          </p:grpSpPr>
          <p:sp>
            <p:nvSpPr>
              <p:cNvPr id="1841" name="Google Shape;1841;p34"/>
              <p:cNvSpPr/>
              <p:nvPr/>
            </p:nvSpPr>
            <p:spPr>
              <a:xfrm>
                <a:off x="243516" y="712638"/>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4"/>
              <p:cNvSpPr/>
              <p:nvPr/>
            </p:nvSpPr>
            <p:spPr>
              <a:xfrm>
                <a:off x="100325" y="569450"/>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4"/>
              <p:cNvSpPr/>
              <p:nvPr/>
            </p:nvSpPr>
            <p:spPr>
              <a:xfrm>
                <a:off x="1951775" y="196110"/>
                <a:ext cx="417000" cy="4167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4"/>
              <p:cNvSpPr/>
              <p:nvPr/>
            </p:nvSpPr>
            <p:spPr>
              <a:xfrm rot="-5400000">
                <a:off x="1140145" y="-98990"/>
                <a:ext cx="326396" cy="1296862"/>
              </a:xfrm>
              <a:custGeom>
                <a:avLst/>
                <a:gdLst/>
                <a:ahLst/>
                <a:cxnLst/>
                <a:rect l="l" t="t" r="r" b="b"/>
                <a:pathLst>
                  <a:path w="3704" h="14717" extrusionOk="0">
                    <a:moveTo>
                      <a:pt x="218" y="1"/>
                    </a:moveTo>
                    <a:cubicBezTo>
                      <a:pt x="168" y="1"/>
                      <a:pt x="117" y="20"/>
                      <a:pt x="79" y="59"/>
                    </a:cubicBezTo>
                    <a:cubicBezTo>
                      <a:pt x="1" y="136"/>
                      <a:pt x="1" y="261"/>
                      <a:pt x="79" y="338"/>
                    </a:cubicBezTo>
                    <a:lnTo>
                      <a:pt x="3308" y="3569"/>
                    </a:lnTo>
                    <a:lnTo>
                      <a:pt x="3308" y="14518"/>
                    </a:lnTo>
                    <a:cubicBezTo>
                      <a:pt x="3308" y="14628"/>
                      <a:pt x="3397" y="14717"/>
                      <a:pt x="3506" y="14717"/>
                    </a:cubicBezTo>
                    <a:cubicBezTo>
                      <a:pt x="3616" y="14717"/>
                      <a:pt x="3703" y="14628"/>
                      <a:pt x="3703" y="14518"/>
                    </a:cubicBezTo>
                    <a:lnTo>
                      <a:pt x="3703" y="3486"/>
                    </a:lnTo>
                    <a:cubicBezTo>
                      <a:pt x="3703" y="3434"/>
                      <a:pt x="3683" y="3383"/>
                      <a:pt x="3645" y="3347"/>
                    </a:cubicBezTo>
                    <a:lnTo>
                      <a:pt x="358" y="59"/>
                    </a:lnTo>
                    <a:cubicBezTo>
                      <a:pt x="319" y="20"/>
                      <a:pt x="269" y="1"/>
                      <a:pt x="218" y="1"/>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5" name="Google Shape;1845;p34"/>
            <p:cNvGrpSpPr/>
            <p:nvPr/>
          </p:nvGrpSpPr>
          <p:grpSpPr>
            <a:xfrm>
              <a:off x="5688834" y="116591"/>
              <a:ext cx="3292016" cy="834014"/>
              <a:chOff x="5744884" y="4297691"/>
              <a:chExt cx="3292016" cy="834014"/>
            </a:xfrm>
          </p:grpSpPr>
          <p:sp>
            <p:nvSpPr>
              <p:cNvPr id="1846" name="Google Shape;1846;p34"/>
              <p:cNvSpPr/>
              <p:nvPr/>
            </p:nvSpPr>
            <p:spPr>
              <a:xfrm flipH="1">
                <a:off x="6071264" y="4604000"/>
                <a:ext cx="2358631" cy="39449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4"/>
              <p:cNvSpPr/>
              <p:nvPr/>
            </p:nvSpPr>
            <p:spPr>
              <a:xfrm>
                <a:off x="8424000" y="4297691"/>
                <a:ext cx="612900" cy="612600"/>
              </a:xfrm>
              <a:prstGeom prst="donut">
                <a:avLst>
                  <a:gd name="adj" fmla="val 10906"/>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4"/>
              <p:cNvSpPr/>
              <p:nvPr/>
            </p:nvSpPr>
            <p:spPr>
              <a:xfrm>
                <a:off x="5744884" y="4805305"/>
                <a:ext cx="326400" cy="326400"/>
              </a:xfrm>
              <a:prstGeom prst="ellipse">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9" name="Google Shape;1849;p34"/>
            <p:cNvGrpSpPr/>
            <p:nvPr/>
          </p:nvGrpSpPr>
          <p:grpSpPr>
            <a:xfrm rot="-5400000">
              <a:off x="7963500" y="4015075"/>
              <a:ext cx="1439100" cy="504550"/>
              <a:chOff x="2539675" y="122850"/>
              <a:chExt cx="1439100" cy="504550"/>
            </a:xfrm>
          </p:grpSpPr>
          <p:sp>
            <p:nvSpPr>
              <p:cNvPr id="1850" name="Google Shape;1850;p34"/>
              <p:cNvSpPr/>
              <p:nvPr/>
            </p:nvSpPr>
            <p:spPr>
              <a:xfrm>
                <a:off x="2539675" y="451600"/>
                <a:ext cx="14391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4"/>
              <p:cNvSpPr/>
              <p:nvPr/>
            </p:nvSpPr>
            <p:spPr>
              <a:xfrm>
                <a:off x="2539675" y="122850"/>
                <a:ext cx="680700" cy="175800"/>
              </a:xfrm>
              <a:prstGeom prst="roundRect">
                <a:avLst>
                  <a:gd name="adj" fmla="val 50000"/>
                </a:avLst>
              </a:prstGeom>
              <a:solidFill>
                <a:srgbClr val="0054AC">
                  <a:alpha val="40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52" name="Google Shape;1852;p34"/>
          <p:cNvGrpSpPr/>
          <p:nvPr/>
        </p:nvGrpSpPr>
        <p:grpSpPr>
          <a:xfrm>
            <a:off x="107271" y="-51901"/>
            <a:ext cx="8958929" cy="5195381"/>
            <a:chOff x="107271" y="-51901"/>
            <a:chExt cx="8958929" cy="5195381"/>
          </a:xfrm>
        </p:grpSpPr>
        <p:grpSp>
          <p:nvGrpSpPr>
            <p:cNvPr id="1853" name="Google Shape;1853;p34"/>
            <p:cNvGrpSpPr/>
            <p:nvPr/>
          </p:nvGrpSpPr>
          <p:grpSpPr>
            <a:xfrm>
              <a:off x="8555518" y="-51901"/>
              <a:ext cx="510681" cy="1614501"/>
              <a:chOff x="8555518" y="-51901"/>
              <a:chExt cx="510681" cy="1614501"/>
            </a:xfrm>
          </p:grpSpPr>
          <p:sp>
            <p:nvSpPr>
              <p:cNvPr id="1854" name="Google Shape;1854;p34"/>
              <p:cNvSpPr/>
              <p:nvPr/>
            </p:nvSpPr>
            <p:spPr>
              <a:xfrm rot="5400000">
                <a:off x="8470563" y="373037"/>
                <a:ext cx="1020574" cy="17069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4"/>
              <p:cNvSpPr/>
              <p:nvPr/>
            </p:nvSpPr>
            <p:spPr>
              <a:xfrm rot="5400000">
                <a:off x="7989565" y="577158"/>
                <a:ext cx="1499216" cy="241097"/>
              </a:xfrm>
              <a:custGeom>
                <a:avLst/>
                <a:gdLst/>
                <a:ahLst/>
                <a:cxnLst/>
                <a:rect l="l" t="t" r="r" b="b"/>
                <a:pathLst>
                  <a:path w="24469" h="3935" extrusionOk="0">
                    <a:moveTo>
                      <a:pt x="20637" y="1"/>
                    </a:moveTo>
                    <a:cubicBezTo>
                      <a:pt x="20596" y="1"/>
                      <a:pt x="20557" y="17"/>
                      <a:pt x="20529" y="47"/>
                    </a:cubicBezTo>
                    <a:lnTo>
                      <a:pt x="16947" y="3627"/>
                    </a:lnTo>
                    <a:lnTo>
                      <a:pt x="6092" y="3627"/>
                    </a:lnTo>
                    <a:lnTo>
                      <a:pt x="4400" y="1936"/>
                    </a:lnTo>
                    <a:cubicBezTo>
                      <a:pt x="4372" y="1907"/>
                      <a:pt x="4332" y="1891"/>
                      <a:pt x="4291" y="1891"/>
                    </a:cubicBezTo>
                    <a:lnTo>
                      <a:pt x="154" y="1891"/>
                    </a:lnTo>
                    <a:cubicBezTo>
                      <a:pt x="69" y="1891"/>
                      <a:pt x="0" y="1959"/>
                      <a:pt x="0" y="2045"/>
                    </a:cubicBezTo>
                    <a:cubicBezTo>
                      <a:pt x="0" y="2130"/>
                      <a:pt x="69" y="2198"/>
                      <a:pt x="154" y="2198"/>
                    </a:cubicBezTo>
                    <a:lnTo>
                      <a:pt x="4227" y="2198"/>
                    </a:lnTo>
                    <a:lnTo>
                      <a:pt x="5919" y="3890"/>
                    </a:lnTo>
                    <a:cubicBezTo>
                      <a:pt x="5949" y="3918"/>
                      <a:pt x="5988" y="3935"/>
                      <a:pt x="6028" y="3935"/>
                    </a:cubicBezTo>
                    <a:lnTo>
                      <a:pt x="17010" y="3935"/>
                    </a:lnTo>
                    <a:cubicBezTo>
                      <a:pt x="17051" y="3935"/>
                      <a:pt x="17090" y="3918"/>
                      <a:pt x="17119" y="3890"/>
                    </a:cubicBezTo>
                    <a:lnTo>
                      <a:pt x="20701" y="308"/>
                    </a:lnTo>
                    <a:lnTo>
                      <a:pt x="24315" y="308"/>
                    </a:lnTo>
                    <a:cubicBezTo>
                      <a:pt x="24400" y="308"/>
                      <a:pt x="24469" y="239"/>
                      <a:pt x="24469" y="154"/>
                    </a:cubicBezTo>
                    <a:cubicBezTo>
                      <a:pt x="24469" y="70"/>
                      <a:pt x="24400" y="1"/>
                      <a:pt x="2431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4"/>
              <p:cNvSpPr/>
              <p:nvPr/>
            </p:nvSpPr>
            <p:spPr>
              <a:xfrm rot="5400000">
                <a:off x="8856964" y="387949"/>
                <a:ext cx="95949" cy="95949"/>
              </a:xfrm>
              <a:custGeom>
                <a:avLst/>
                <a:gdLst/>
                <a:ahLst/>
                <a:cxnLst/>
                <a:rect l="l" t="t" r="r" b="b"/>
                <a:pathLst>
                  <a:path w="1566" h="1566" extrusionOk="0">
                    <a:moveTo>
                      <a:pt x="783" y="0"/>
                    </a:moveTo>
                    <a:cubicBezTo>
                      <a:pt x="350" y="0"/>
                      <a:pt x="0" y="350"/>
                      <a:pt x="0" y="783"/>
                    </a:cubicBezTo>
                    <a:cubicBezTo>
                      <a:pt x="0" y="1215"/>
                      <a:pt x="350" y="1565"/>
                      <a:pt x="783" y="1565"/>
                    </a:cubicBezTo>
                    <a:cubicBezTo>
                      <a:pt x="1216" y="1565"/>
                      <a:pt x="1566" y="1215"/>
                      <a:pt x="1566" y="783"/>
                    </a:cubicBezTo>
                    <a:cubicBezTo>
                      <a:pt x="1566" y="350"/>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4"/>
              <p:cNvSpPr/>
              <p:nvPr/>
            </p:nvSpPr>
            <p:spPr>
              <a:xfrm rot="5400000">
                <a:off x="8764659" y="295647"/>
                <a:ext cx="280555" cy="280617"/>
              </a:xfrm>
              <a:custGeom>
                <a:avLst/>
                <a:gdLst/>
                <a:ahLst/>
                <a:cxnLst/>
                <a:rect l="l" t="t" r="r" b="b"/>
                <a:pathLst>
                  <a:path w="4579" h="4580" extrusionOk="0">
                    <a:moveTo>
                      <a:pt x="2289" y="155"/>
                    </a:moveTo>
                    <a:cubicBezTo>
                      <a:pt x="3466" y="155"/>
                      <a:pt x="4425" y="1112"/>
                      <a:pt x="4425" y="2290"/>
                    </a:cubicBezTo>
                    <a:cubicBezTo>
                      <a:pt x="4425" y="3467"/>
                      <a:pt x="3466" y="4426"/>
                      <a:pt x="2289" y="4426"/>
                    </a:cubicBezTo>
                    <a:cubicBezTo>
                      <a:pt x="1112" y="4426"/>
                      <a:pt x="154" y="3467"/>
                      <a:pt x="154" y="2290"/>
                    </a:cubicBezTo>
                    <a:cubicBezTo>
                      <a:pt x="154" y="1112"/>
                      <a:pt x="1112" y="155"/>
                      <a:pt x="2289" y="155"/>
                    </a:cubicBezTo>
                    <a:close/>
                    <a:moveTo>
                      <a:pt x="2289" y="1"/>
                    </a:moveTo>
                    <a:cubicBezTo>
                      <a:pt x="1026" y="1"/>
                      <a:pt x="0" y="1028"/>
                      <a:pt x="0" y="2290"/>
                    </a:cubicBezTo>
                    <a:cubicBezTo>
                      <a:pt x="0" y="3552"/>
                      <a:pt x="1026" y="4580"/>
                      <a:pt x="2289" y="4580"/>
                    </a:cubicBezTo>
                    <a:cubicBezTo>
                      <a:pt x="3552" y="4580"/>
                      <a:pt x="4579" y="3552"/>
                      <a:pt x="4579" y="2290"/>
                    </a:cubicBezTo>
                    <a:cubicBezTo>
                      <a:pt x="4579" y="1028"/>
                      <a:pt x="3552" y="1"/>
                      <a:pt x="228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4"/>
              <p:cNvSpPr/>
              <p:nvPr/>
            </p:nvSpPr>
            <p:spPr>
              <a:xfrm rot="5400000">
                <a:off x="8802250" y="1171640"/>
                <a:ext cx="96010" cy="96010"/>
              </a:xfrm>
              <a:custGeom>
                <a:avLst/>
                <a:gdLst/>
                <a:ahLst/>
                <a:cxnLst/>
                <a:rect l="l" t="t" r="r" b="b"/>
                <a:pathLst>
                  <a:path w="1567" h="1567" extrusionOk="0">
                    <a:moveTo>
                      <a:pt x="784" y="1"/>
                    </a:moveTo>
                    <a:cubicBezTo>
                      <a:pt x="352" y="1"/>
                      <a:pt x="1" y="352"/>
                      <a:pt x="1" y="783"/>
                    </a:cubicBezTo>
                    <a:cubicBezTo>
                      <a:pt x="1" y="1216"/>
                      <a:pt x="352" y="1567"/>
                      <a:pt x="784" y="1567"/>
                    </a:cubicBezTo>
                    <a:cubicBezTo>
                      <a:pt x="1216" y="1567"/>
                      <a:pt x="1567" y="1216"/>
                      <a:pt x="1567" y="783"/>
                    </a:cubicBezTo>
                    <a:cubicBezTo>
                      <a:pt x="1567" y="352"/>
                      <a:pt x="1216"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4"/>
              <p:cNvSpPr/>
              <p:nvPr/>
            </p:nvSpPr>
            <p:spPr>
              <a:xfrm rot="5400000">
                <a:off x="8709915" y="1079369"/>
                <a:ext cx="280617" cy="280617"/>
              </a:xfrm>
              <a:custGeom>
                <a:avLst/>
                <a:gdLst/>
                <a:ahLst/>
                <a:cxnLst/>
                <a:rect l="l" t="t" r="r" b="b"/>
                <a:pathLst>
                  <a:path w="4580" h="4580" extrusionOk="0">
                    <a:moveTo>
                      <a:pt x="2290" y="154"/>
                    </a:moveTo>
                    <a:cubicBezTo>
                      <a:pt x="3468" y="154"/>
                      <a:pt x="4425" y="1112"/>
                      <a:pt x="4425" y="2289"/>
                    </a:cubicBezTo>
                    <a:cubicBezTo>
                      <a:pt x="4425" y="3468"/>
                      <a:pt x="3468" y="4425"/>
                      <a:pt x="2290" y="4425"/>
                    </a:cubicBezTo>
                    <a:cubicBezTo>
                      <a:pt x="1113" y="4425"/>
                      <a:pt x="154" y="3468"/>
                      <a:pt x="154" y="2289"/>
                    </a:cubicBezTo>
                    <a:cubicBezTo>
                      <a:pt x="154" y="1112"/>
                      <a:pt x="1113" y="154"/>
                      <a:pt x="2290" y="154"/>
                    </a:cubicBezTo>
                    <a:close/>
                    <a:moveTo>
                      <a:pt x="2290" y="1"/>
                    </a:moveTo>
                    <a:cubicBezTo>
                      <a:pt x="1028" y="1"/>
                      <a:pt x="0" y="1028"/>
                      <a:pt x="0" y="2289"/>
                    </a:cubicBezTo>
                    <a:cubicBezTo>
                      <a:pt x="0" y="3552"/>
                      <a:pt x="1028" y="4579"/>
                      <a:pt x="2290" y="4579"/>
                    </a:cubicBezTo>
                    <a:cubicBezTo>
                      <a:pt x="3553" y="4579"/>
                      <a:pt x="4579" y="3552"/>
                      <a:pt x="4579" y="2289"/>
                    </a:cubicBezTo>
                    <a:cubicBezTo>
                      <a:pt x="4579" y="1028"/>
                      <a:pt x="3552"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4"/>
              <p:cNvSpPr/>
              <p:nvPr/>
            </p:nvSpPr>
            <p:spPr>
              <a:xfrm rot="5400000">
                <a:off x="8555518" y="748211"/>
                <a:ext cx="145087" cy="145087"/>
              </a:xfrm>
              <a:custGeom>
                <a:avLst/>
                <a:gdLst/>
                <a:ahLst/>
                <a:cxnLst/>
                <a:rect l="l" t="t" r="r" b="b"/>
                <a:pathLst>
                  <a:path w="2368" h="2368" extrusionOk="0">
                    <a:moveTo>
                      <a:pt x="1184" y="154"/>
                    </a:moveTo>
                    <a:cubicBezTo>
                      <a:pt x="1751" y="154"/>
                      <a:pt x="2214" y="617"/>
                      <a:pt x="2214" y="1184"/>
                    </a:cubicBezTo>
                    <a:cubicBezTo>
                      <a:pt x="2214" y="1752"/>
                      <a:pt x="1751" y="2214"/>
                      <a:pt x="1184" y="2214"/>
                    </a:cubicBezTo>
                    <a:cubicBezTo>
                      <a:pt x="616" y="2214"/>
                      <a:pt x="155" y="1752"/>
                      <a:pt x="155" y="1184"/>
                    </a:cubicBezTo>
                    <a:cubicBezTo>
                      <a:pt x="155" y="617"/>
                      <a:pt x="616" y="154"/>
                      <a:pt x="1184" y="154"/>
                    </a:cubicBezTo>
                    <a:close/>
                    <a:moveTo>
                      <a:pt x="1184" y="1"/>
                    </a:moveTo>
                    <a:cubicBezTo>
                      <a:pt x="531" y="1"/>
                      <a:pt x="1" y="532"/>
                      <a:pt x="1" y="1184"/>
                    </a:cubicBezTo>
                    <a:cubicBezTo>
                      <a:pt x="1" y="1837"/>
                      <a:pt x="531" y="2368"/>
                      <a:pt x="1184" y="2368"/>
                    </a:cubicBezTo>
                    <a:cubicBezTo>
                      <a:pt x="1836" y="2368"/>
                      <a:pt x="2367" y="1837"/>
                      <a:pt x="2367" y="1184"/>
                    </a:cubicBezTo>
                    <a:cubicBezTo>
                      <a:pt x="2367" y="532"/>
                      <a:pt x="1836" y="1"/>
                      <a:pt x="118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4"/>
              <p:cNvSpPr/>
              <p:nvPr/>
            </p:nvSpPr>
            <p:spPr>
              <a:xfrm rot="5400000">
                <a:off x="8829085" y="883431"/>
                <a:ext cx="151643" cy="151643"/>
              </a:xfrm>
              <a:custGeom>
                <a:avLst/>
                <a:gdLst/>
                <a:ahLst/>
                <a:cxnLst/>
                <a:rect l="l" t="t" r="r" b="b"/>
                <a:pathLst>
                  <a:path w="2475" h="2475" extrusionOk="0">
                    <a:moveTo>
                      <a:pt x="1237" y="0"/>
                    </a:moveTo>
                    <a:cubicBezTo>
                      <a:pt x="554" y="0"/>
                      <a:pt x="1" y="553"/>
                      <a:pt x="1" y="1237"/>
                    </a:cubicBezTo>
                    <a:cubicBezTo>
                      <a:pt x="1" y="1920"/>
                      <a:pt x="554" y="2474"/>
                      <a:pt x="1237" y="2474"/>
                    </a:cubicBezTo>
                    <a:cubicBezTo>
                      <a:pt x="1922" y="2474"/>
                      <a:pt x="2475" y="1920"/>
                      <a:pt x="2475" y="1237"/>
                    </a:cubicBezTo>
                    <a:cubicBezTo>
                      <a:pt x="2475" y="553"/>
                      <a:pt x="1922" y="0"/>
                      <a:pt x="1237"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4"/>
              <p:cNvSpPr/>
              <p:nvPr/>
            </p:nvSpPr>
            <p:spPr>
              <a:xfrm rot="5400000">
                <a:off x="8873016" y="927300"/>
                <a:ext cx="63843" cy="63966"/>
              </a:xfrm>
              <a:custGeom>
                <a:avLst/>
                <a:gdLst/>
                <a:ahLst/>
                <a:cxnLst/>
                <a:rect l="l" t="t" r="r" b="b"/>
                <a:pathLst>
                  <a:path w="1042" h="1044" extrusionOk="0">
                    <a:moveTo>
                      <a:pt x="520" y="0"/>
                    </a:moveTo>
                    <a:cubicBezTo>
                      <a:pt x="233" y="0"/>
                      <a:pt x="0" y="234"/>
                      <a:pt x="0" y="522"/>
                    </a:cubicBezTo>
                    <a:cubicBezTo>
                      <a:pt x="0" y="810"/>
                      <a:pt x="233" y="1043"/>
                      <a:pt x="520" y="1043"/>
                    </a:cubicBezTo>
                    <a:cubicBezTo>
                      <a:pt x="809" y="1043"/>
                      <a:pt x="1042" y="810"/>
                      <a:pt x="1042" y="522"/>
                    </a:cubicBezTo>
                    <a:cubicBezTo>
                      <a:pt x="1042" y="234"/>
                      <a:pt x="809" y="0"/>
                      <a:pt x="5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4"/>
              <p:cNvSpPr/>
              <p:nvPr/>
            </p:nvSpPr>
            <p:spPr>
              <a:xfrm rot="5400000">
                <a:off x="8774433" y="1410957"/>
                <a:ext cx="151643" cy="151643"/>
              </a:xfrm>
              <a:custGeom>
                <a:avLst/>
                <a:gdLst/>
                <a:ahLst/>
                <a:cxnLst/>
                <a:rect l="l" t="t" r="r" b="b"/>
                <a:pathLst>
                  <a:path w="2475" h="2475" extrusionOk="0">
                    <a:moveTo>
                      <a:pt x="1238" y="1"/>
                    </a:moveTo>
                    <a:cubicBezTo>
                      <a:pt x="555" y="1"/>
                      <a:pt x="0" y="554"/>
                      <a:pt x="0" y="1237"/>
                    </a:cubicBezTo>
                    <a:cubicBezTo>
                      <a:pt x="0" y="1921"/>
                      <a:pt x="555" y="2475"/>
                      <a:pt x="1238" y="2475"/>
                    </a:cubicBezTo>
                    <a:cubicBezTo>
                      <a:pt x="1922" y="2475"/>
                      <a:pt x="2475" y="1921"/>
                      <a:pt x="2475" y="1237"/>
                    </a:cubicBezTo>
                    <a:cubicBezTo>
                      <a:pt x="2475" y="554"/>
                      <a:pt x="1922" y="1"/>
                      <a:pt x="1238"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4"/>
              <p:cNvSpPr/>
              <p:nvPr/>
            </p:nvSpPr>
            <p:spPr>
              <a:xfrm rot="5400000">
                <a:off x="8818272" y="1454856"/>
                <a:ext cx="63905" cy="63843"/>
              </a:xfrm>
              <a:custGeom>
                <a:avLst/>
                <a:gdLst/>
                <a:ahLst/>
                <a:cxnLst/>
                <a:rect l="l" t="t" r="r" b="b"/>
                <a:pathLst>
                  <a:path w="1043" h="1042" extrusionOk="0">
                    <a:moveTo>
                      <a:pt x="522" y="0"/>
                    </a:moveTo>
                    <a:cubicBezTo>
                      <a:pt x="234" y="0"/>
                      <a:pt x="1" y="233"/>
                      <a:pt x="1" y="520"/>
                    </a:cubicBezTo>
                    <a:cubicBezTo>
                      <a:pt x="1" y="809"/>
                      <a:pt x="234" y="1042"/>
                      <a:pt x="522" y="1042"/>
                    </a:cubicBezTo>
                    <a:cubicBezTo>
                      <a:pt x="809" y="1042"/>
                      <a:pt x="1042" y="809"/>
                      <a:pt x="1042" y="520"/>
                    </a:cubicBezTo>
                    <a:cubicBezTo>
                      <a:pt x="1042" y="233"/>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5" name="Google Shape;1865;p34"/>
            <p:cNvGrpSpPr/>
            <p:nvPr/>
          </p:nvGrpSpPr>
          <p:grpSpPr>
            <a:xfrm>
              <a:off x="107271" y="3767598"/>
              <a:ext cx="419518" cy="1375882"/>
              <a:chOff x="107271" y="3767598"/>
              <a:chExt cx="419518" cy="1375882"/>
            </a:xfrm>
          </p:grpSpPr>
          <p:sp>
            <p:nvSpPr>
              <p:cNvPr id="1866" name="Google Shape;1866;p34"/>
              <p:cNvSpPr/>
              <p:nvPr/>
            </p:nvSpPr>
            <p:spPr>
              <a:xfrm>
                <a:off x="326305" y="4019527"/>
                <a:ext cx="200484" cy="1123953"/>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4"/>
              <p:cNvSpPr/>
              <p:nvPr/>
            </p:nvSpPr>
            <p:spPr>
              <a:xfrm>
                <a:off x="430016" y="4058976"/>
                <a:ext cx="57383" cy="57383"/>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4"/>
              <p:cNvSpPr/>
              <p:nvPr/>
            </p:nvSpPr>
            <p:spPr>
              <a:xfrm>
                <a:off x="154150" y="4343260"/>
                <a:ext cx="147227" cy="800175"/>
              </a:xfrm>
              <a:custGeom>
                <a:avLst/>
                <a:gdLst/>
                <a:ahLst/>
                <a:cxnLst/>
                <a:rect l="l" t="t" r="r" b="b"/>
                <a:pathLst>
                  <a:path w="2676" h="14544" extrusionOk="0">
                    <a:moveTo>
                      <a:pt x="1438" y="0"/>
                    </a:moveTo>
                    <a:cubicBezTo>
                      <a:pt x="755" y="0"/>
                      <a:pt x="200" y="555"/>
                      <a:pt x="200" y="1238"/>
                    </a:cubicBezTo>
                    <a:cubicBezTo>
                      <a:pt x="200" y="1525"/>
                      <a:pt x="302" y="1786"/>
                      <a:pt x="466" y="1996"/>
                    </a:cubicBezTo>
                    <a:lnTo>
                      <a:pt x="45" y="2417"/>
                    </a:lnTo>
                    <a:cubicBezTo>
                      <a:pt x="17" y="2445"/>
                      <a:pt x="1" y="2484"/>
                      <a:pt x="1" y="2526"/>
                    </a:cubicBezTo>
                    <a:lnTo>
                      <a:pt x="1" y="8856"/>
                    </a:lnTo>
                    <a:cubicBezTo>
                      <a:pt x="1" y="8896"/>
                      <a:pt x="17" y="8935"/>
                      <a:pt x="45" y="8965"/>
                    </a:cubicBezTo>
                    <a:lnTo>
                      <a:pt x="1990" y="10908"/>
                    </a:lnTo>
                    <a:lnTo>
                      <a:pt x="1990" y="14390"/>
                    </a:lnTo>
                    <a:cubicBezTo>
                      <a:pt x="1990" y="14475"/>
                      <a:pt x="2059" y="14544"/>
                      <a:pt x="2144" y="14544"/>
                    </a:cubicBezTo>
                    <a:cubicBezTo>
                      <a:pt x="2229" y="14544"/>
                      <a:pt x="2297" y="14475"/>
                      <a:pt x="2297" y="14390"/>
                    </a:cubicBezTo>
                    <a:lnTo>
                      <a:pt x="2297" y="10846"/>
                    </a:lnTo>
                    <a:cubicBezTo>
                      <a:pt x="2297" y="10804"/>
                      <a:pt x="2281" y="10765"/>
                      <a:pt x="2253" y="10737"/>
                    </a:cubicBezTo>
                    <a:lnTo>
                      <a:pt x="308" y="8792"/>
                    </a:lnTo>
                    <a:lnTo>
                      <a:pt x="308" y="2589"/>
                    </a:lnTo>
                    <a:lnTo>
                      <a:pt x="684" y="2213"/>
                    </a:lnTo>
                    <a:lnTo>
                      <a:pt x="685" y="2213"/>
                    </a:lnTo>
                    <a:cubicBezTo>
                      <a:pt x="894" y="2375"/>
                      <a:pt x="1153" y="2475"/>
                      <a:pt x="1438" y="2475"/>
                    </a:cubicBezTo>
                    <a:cubicBezTo>
                      <a:pt x="2121" y="2475"/>
                      <a:pt x="2676" y="1921"/>
                      <a:pt x="2676" y="1238"/>
                    </a:cubicBezTo>
                    <a:cubicBezTo>
                      <a:pt x="2676" y="555"/>
                      <a:pt x="2121" y="0"/>
                      <a:pt x="143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4"/>
              <p:cNvSpPr/>
              <p:nvPr/>
            </p:nvSpPr>
            <p:spPr>
              <a:xfrm>
                <a:off x="204547" y="4382654"/>
                <a:ext cx="57438" cy="57438"/>
              </a:xfrm>
              <a:custGeom>
                <a:avLst/>
                <a:gdLst/>
                <a:ahLst/>
                <a:cxnLst/>
                <a:rect l="l" t="t" r="r" b="b"/>
                <a:pathLst>
                  <a:path w="1044" h="1044" extrusionOk="0">
                    <a:moveTo>
                      <a:pt x="522" y="1"/>
                    </a:moveTo>
                    <a:cubicBezTo>
                      <a:pt x="235" y="1"/>
                      <a:pt x="1" y="234"/>
                      <a:pt x="1" y="522"/>
                    </a:cubicBezTo>
                    <a:cubicBezTo>
                      <a:pt x="1" y="809"/>
                      <a:pt x="235" y="1044"/>
                      <a:pt x="522" y="1044"/>
                    </a:cubicBezTo>
                    <a:cubicBezTo>
                      <a:pt x="809" y="1044"/>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4"/>
              <p:cNvSpPr/>
              <p:nvPr/>
            </p:nvSpPr>
            <p:spPr>
              <a:xfrm>
                <a:off x="190185" y="3850456"/>
                <a:ext cx="86157" cy="86212"/>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4"/>
              <p:cNvSpPr/>
              <p:nvPr/>
            </p:nvSpPr>
            <p:spPr>
              <a:xfrm>
                <a:off x="107271" y="3767598"/>
                <a:ext cx="251980" cy="251925"/>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72" name="Google Shape;1872;p34"/>
          <p:cNvGrpSpPr/>
          <p:nvPr/>
        </p:nvGrpSpPr>
        <p:grpSpPr>
          <a:xfrm>
            <a:off x="302292" y="111137"/>
            <a:ext cx="8280548" cy="4769581"/>
            <a:chOff x="302292" y="111137"/>
            <a:chExt cx="8280548" cy="4769581"/>
          </a:xfrm>
        </p:grpSpPr>
        <p:grpSp>
          <p:nvGrpSpPr>
            <p:cNvPr id="1873" name="Google Shape;1873;p34"/>
            <p:cNvGrpSpPr/>
            <p:nvPr/>
          </p:nvGrpSpPr>
          <p:grpSpPr>
            <a:xfrm>
              <a:off x="302292" y="3519018"/>
              <a:ext cx="248519" cy="248575"/>
              <a:chOff x="800679" y="4236193"/>
              <a:chExt cx="248519" cy="248575"/>
            </a:xfrm>
          </p:grpSpPr>
          <p:sp>
            <p:nvSpPr>
              <p:cNvPr id="1874" name="Google Shape;1874;p34"/>
              <p:cNvSpPr/>
              <p:nvPr/>
            </p:nvSpPr>
            <p:spPr>
              <a:xfrm>
                <a:off x="989505" y="4425073"/>
                <a:ext cx="59694" cy="59694"/>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4"/>
              <p:cNvSpPr/>
              <p:nvPr/>
            </p:nvSpPr>
            <p:spPr>
              <a:xfrm>
                <a:off x="896413" y="4331926"/>
                <a:ext cx="59694" cy="59694"/>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4"/>
              <p:cNvSpPr/>
              <p:nvPr/>
            </p:nvSpPr>
            <p:spPr>
              <a:xfrm>
                <a:off x="800679" y="4236193"/>
                <a:ext cx="59694" cy="59694"/>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7" name="Google Shape;1877;p34"/>
            <p:cNvGrpSpPr/>
            <p:nvPr/>
          </p:nvGrpSpPr>
          <p:grpSpPr>
            <a:xfrm>
              <a:off x="551729" y="4632143"/>
              <a:ext cx="248519" cy="248575"/>
              <a:chOff x="800679" y="4236193"/>
              <a:chExt cx="248519" cy="248575"/>
            </a:xfrm>
          </p:grpSpPr>
          <p:sp>
            <p:nvSpPr>
              <p:cNvPr id="1878" name="Google Shape;1878;p34"/>
              <p:cNvSpPr/>
              <p:nvPr/>
            </p:nvSpPr>
            <p:spPr>
              <a:xfrm>
                <a:off x="989505" y="4425073"/>
                <a:ext cx="59694" cy="59694"/>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4"/>
              <p:cNvSpPr/>
              <p:nvPr/>
            </p:nvSpPr>
            <p:spPr>
              <a:xfrm>
                <a:off x="896413" y="4331926"/>
                <a:ext cx="59694" cy="59694"/>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4"/>
              <p:cNvSpPr/>
              <p:nvPr/>
            </p:nvSpPr>
            <p:spPr>
              <a:xfrm>
                <a:off x="800679" y="4236193"/>
                <a:ext cx="59694" cy="59694"/>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1" name="Google Shape;1881;p34"/>
            <p:cNvGrpSpPr/>
            <p:nvPr/>
          </p:nvGrpSpPr>
          <p:grpSpPr>
            <a:xfrm>
              <a:off x="8306024" y="111137"/>
              <a:ext cx="276816" cy="276814"/>
              <a:chOff x="8306024" y="111137"/>
              <a:chExt cx="276816" cy="276814"/>
            </a:xfrm>
          </p:grpSpPr>
          <p:sp>
            <p:nvSpPr>
              <p:cNvPr id="1882" name="Google Shape;1882;p34"/>
              <p:cNvSpPr/>
              <p:nvPr/>
            </p:nvSpPr>
            <p:spPr>
              <a:xfrm rot="5400000">
                <a:off x="8306024" y="321473"/>
                <a:ext cx="66478" cy="66478"/>
              </a:xfrm>
              <a:custGeom>
                <a:avLst/>
                <a:gdLst/>
                <a:ahLst/>
                <a:cxnLst/>
                <a:rect l="l" t="t" r="r" b="b"/>
                <a:pathLst>
                  <a:path w="1085" h="1085" extrusionOk="0">
                    <a:moveTo>
                      <a:pt x="543" y="1"/>
                    </a:moveTo>
                    <a:cubicBezTo>
                      <a:pt x="242" y="1"/>
                      <a:pt x="0" y="243"/>
                      <a:pt x="0" y="542"/>
                    </a:cubicBezTo>
                    <a:cubicBezTo>
                      <a:pt x="0" y="843"/>
                      <a:pt x="242" y="1085"/>
                      <a:pt x="543" y="1085"/>
                    </a:cubicBezTo>
                    <a:cubicBezTo>
                      <a:pt x="842" y="1085"/>
                      <a:pt x="1084" y="843"/>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3" name="Google Shape;1883;p34"/>
              <p:cNvGrpSpPr/>
              <p:nvPr/>
            </p:nvGrpSpPr>
            <p:grpSpPr>
              <a:xfrm>
                <a:off x="8409692" y="111137"/>
                <a:ext cx="173148" cy="173086"/>
                <a:chOff x="8409692" y="111137"/>
                <a:chExt cx="173148" cy="173086"/>
              </a:xfrm>
            </p:grpSpPr>
            <p:sp>
              <p:nvSpPr>
                <p:cNvPr id="1884" name="Google Shape;1884;p34"/>
                <p:cNvSpPr/>
                <p:nvPr/>
              </p:nvSpPr>
              <p:spPr>
                <a:xfrm rot="5400000">
                  <a:off x="8409692" y="217745"/>
                  <a:ext cx="66478" cy="66478"/>
                </a:xfrm>
                <a:custGeom>
                  <a:avLst/>
                  <a:gdLst/>
                  <a:ahLst/>
                  <a:cxnLst/>
                  <a:rect l="l" t="t" r="r" b="b"/>
                  <a:pathLst>
                    <a:path w="1085" h="1085" extrusionOk="0">
                      <a:moveTo>
                        <a:pt x="543" y="0"/>
                      </a:moveTo>
                      <a:cubicBezTo>
                        <a:pt x="243" y="0"/>
                        <a:pt x="0" y="242"/>
                        <a:pt x="0" y="541"/>
                      </a:cubicBezTo>
                      <a:cubicBezTo>
                        <a:pt x="0" y="842"/>
                        <a:pt x="243" y="1084"/>
                        <a:pt x="543" y="1084"/>
                      </a:cubicBezTo>
                      <a:cubicBezTo>
                        <a:pt x="842" y="1084"/>
                        <a:pt x="1084" y="842"/>
                        <a:pt x="1084" y="541"/>
                      </a:cubicBezTo>
                      <a:cubicBezTo>
                        <a:pt x="1084"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34"/>
                <p:cNvSpPr/>
                <p:nvPr/>
              </p:nvSpPr>
              <p:spPr>
                <a:xfrm rot="5400000">
                  <a:off x="8516362" y="111137"/>
                  <a:ext cx="66478" cy="66478"/>
                </a:xfrm>
                <a:custGeom>
                  <a:avLst/>
                  <a:gdLst/>
                  <a:ahLst/>
                  <a:cxnLst/>
                  <a:rect l="l" t="t" r="r" b="b"/>
                  <a:pathLst>
                    <a:path w="1085" h="1085" extrusionOk="0">
                      <a:moveTo>
                        <a:pt x="543" y="1"/>
                      </a:moveTo>
                      <a:cubicBezTo>
                        <a:pt x="242" y="1"/>
                        <a:pt x="0" y="243"/>
                        <a:pt x="0" y="544"/>
                      </a:cubicBezTo>
                      <a:cubicBezTo>
                        <a:pt x="0" y="843"/>
                        <a:pt x="242" y="1085"/>
                        <a:pt x="543" y="1085"/>
                      </a:cubicBezTo>
                      <a:cubicBezTo>
                        <a:pt x="842" y="1085"/>
                        <a:pt x="1084" y="843"/>
                        <a:pt x="1084" y="544"/>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Roboto Mono"/>
              <a:buNone/>
              <a:defRPr sz="3200">
                <a:solidFill>
                  <a:schemeClr val="dk1"/>
                </a:solidFill>
                <a:latin typeface="Roboto Mono"/>
                <a:ea typeface="Roboto Mono"/>
                <a:cs typeface="Roboto Mono"/>
                <a:sym typeface="Roboto Mono"/>
              </a:defRPr>
            </a:lvl1pPr>
            <a:lvl2pPr lvl="1" rtl="0">
              <a:spcBef>
                <a:spcPts val="0"/>
              </a:spcBef>
              <a:spcAft>
                <a:spcPts val="0"/>
              </a:spcAft>
              <a:buClr>
                <a:schemeClr val="dk1"/>
              </a:buClr>
              <a:buSzPts val="3200"/>
              <a:buFont typeface="Roboto Mono"/>
              <a:buNone/>
              <a:defRPr sz="3200">
                <a:solidFill>
                  <a:schemeClr val="dk1"/>
                </a:solidFill>
                <a:latin typeface="Roboto Mono"/>
                <a:ea typeface="Roboto Mono"/>
                <a:cs typeface="Roboto Mono"/>
                <a:sym typeface="Roboto Mono"/>
              </a:defRPr>
            </a:lvl2pPr>
            <a:lvl3pPr lvl="2" rtl="0">
              <a:spcBef>
                <a:spcPts val="0"/>
              </a:spcBef>
              <a:spcAft>
                <a:spcPts val="0"/>
              </a:spcAft>
              <a:buClr>
                <a:schemeClr val="dk1"/>
              </a:buClr>
              <a:buSzPts val="3200"/>
              <a:buFont typeface="Roboto Mono"/>
              <a:buNone/>
              <a:defRPr sz="3200">
                <a:solidFill>
                  <a:schemeClr val="dk1"/>
                </a:solidFill>
                <a:latin typeface="Roboto Mono"/>
                <a:ea typeface="Roboto Mono"/>
                <a:cs typeface="Roboto Mono"/>
                <a:sym typeface="Roboto Mono"/>
              </a:defRPr>
            </a:lvl3pPr>
            <a:lvl4pPr lvl="3" rtl="0">
              <a:spcBef>
                <a:spcPts val="0"/>
              </a:spcBef>
              <a:spcAft>
                <a:spcPts val="0"/>
              </a:spcAft>
              <a:buClr>
                <a:schemeClr val="dk1"/>
              </a:buClr>
              <a:buSzPts val="3200"/>
              <a:buFont typeface="Roboto Mono"/>
              <a:buNone/>
              <a:defRPr sz="3200">
                <a:solidFill>
                  <a:schemeClr val="dk1"/>
                </a:solidFill>
                <a:latin typeface="Roboto Mono"/>
                <a:ea typeface="Roboto Mono"/>
                <a:cs typeface="Roboto Mono"/>
                <a:sym typeface="Roboto Mono"/>
              </a:defRPr>
            </a:lvl4pPr>
            <a:lvl5pPr lvl="4" rtl="0">
              <a:spcBef>
                <a:spcPts val="0"/>
              </a:spcBef>
              <a:spcAft>
                <a:spcPts val="0"/>
              </a:spcAft>
              <a:buClr>
                <a:schemeClr val="dk1"/>
              </a:buClr>
              <a:buSzPts val="3200"/>
              <a:buFont typeface="Roboto Mono"/>
              <a:buNone/>
              <a:defRPr sz="3200">
                <a:solidFill>
                  <a:schemeClr val="dk1"/>
                </a:solidFill>
                <a:latin typeface="Roboto Mono"/>
                <a:ea typeface="Roboto Mono"/>
                <a:cs typeface="Roboto Mono"/>
                <a:sym typeface="Roboto Mono"/>
              </a:defRPr>
            </a:lvl5pPr>
            <a:lvl6pPr lvl="5" rtl="0">
              <a:spcBef>
                <a:spcPts val="0"/>
              </a:spcBef>
              <a:spcAft>
                <a:spcPts val="0"/>
              </a:spcAft>
              <a:buClr>
                <a:schemeClr val="dk1"/>
              </a:buClr>
              <a:buSzPts val="3200"/>
              <a:buFont typeface="Roboto Mono"/>
              <a:buNone/>
              <a:defRPr sz="3200">
                <a:solidFill>
                  <a:schemeClr val="dk1"/>
                </a:solidFill>
                <a:latin typeface="Roboto Mono"/>
                <a:ea typeface="Roboto Mono"/>
                <a:cs typeface="Roboto Mono"/>
                <a:sym typeface="Roboto Mono"/>
              </a:defRPr>
            </a:lvl6pPr>
            <a:lvl7pPr lvl="6" rtl="0">
              <a:spcBef>
                <a:spcPts val="0"/>
              </a:spcBef>
              <a:spcAft>
                <a:spcPts val="0"/>
              </a:spcAft>
              <a:buClr>
                <a:schemeClr val="dk1"/>
              </a:buClr>
              <a:buSzPts val="3200"/>
              <a:buFont typeface="Roboto Mono"/>
              <a:buNone/>
              <a:defRPr sz="3200">
                <a:solidFill>
                  <a:schemeClr val="dk1"/>
                </a:solidFill>
                <a:latin typeface="Roboto Mono"/>
                <a:ea typeface="Roboto Mono"/>
                <a:cs typeface="Roboto Mono"/>
                <a:sym typeface="Roboto Mono"/>
              </a:defRPr>
            </a:lvl7pPr>
            <a:lvl8pPr lvl="7" rtl="0">
              <a:spcBef>
                <a:spcPts val="0"/>
              </a:spcBef>
              <a:spcAft>
                <a:spcPts val="0"/>
              </a:spcAft>
              <a:buClr>
                <a:schemeClr val="dk1"/>
              </a:buClr>
              <a:buSzPts val="3200"/>
              <a:buFont typeface="Roboto Mono"/>
              <a:buNone/>
              <a:defRPr sz="3200">
                <a:solidFill>
                  <a:schemeClr val="dk1"/>
                </a:solidFill>
                <a:latin typeface="Roboto Mono"/>
                <a:ea typeface="Roboto Mono"/>
                <a:cs typeface="Roboto Mono"/>
                <a:sym typeface="Roboto Mono"/>
              </a:defRPr>
            </a:lvl8pPr>
            <a:lvl9pPr lvl="8" rtl="0">
              <a:spcBef>
                <a:spcPts val="0"/>
              </a:spcBef>
              <a:spcAft>
                <a:spcPts val="0"/>
              </a:spcAft>
              <a:buClr>
                <a:schemeClr val="dk1"/>
              </a:buClr>
              <a:buSzPts val="3200"/>
              <a:buFont typeface="Roboto Mono"/>
              <a:buNone/>
              <a:defRPr sz="3200">
                <a:solidFill>
                  <a:schemeClr val="dk1"/>
                </a:solidFill>
                <a:latin typeface="Roboto Mono"/>
                <a:ea typeface="Roboto Mono"/>
                <a:cs typeface="Roboto Mono"/>
                <a:sym typeface="Roboto Mon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1pPr>
            <a:lvl2pPr marL="914400" lvl="1" indent="-317500">
              <a:lnSpc>
                <a:spcPct val="100000"/>
              </a:lnSpc>
              <a:spcBef>
                <a:spcPts val="16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2pPr>
            <a:lvl3pPr marL="1371600" lvl="2" indent="-317500">
              <a:lnSpc>
                <a:spcPct val="100000"/>
              </a:lnSpc>
              <a:spcBef>
                <a:spcPts val="16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3pPr>
            <a:lvl4pPr marL="1828800" lvl="3" indent="-317500">
              <a:lnSpc>
                <a:spcPct val="100000"/>
              </a:lnSpc>
              <a:spcBef>
                <a:spcPts val="16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4pPr>
            <a:lvl5pPr marL="2286000" lvl="4" indent="-317500">
              <a:lnSpc>
                <a:spcPct val="100000"/>
              </a:lnSpc>
              <a:spcBef>
                <a:spcPts val="16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5pPr>
            <a:lvl6pPr marL="2743200" lvl="5" indent="-317500">
              <a:lnSpc>
                <a:spcPct val="100000"/>
              </a:lnSpc>
              <a:spcBef>
                <a:spcPts val="16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6pPr>
            <a:lvl7pPr marL="3200400" lvl="6" indent="-317500">
              <a:lnSpc>
                <a:spcPct val="100000"/>
              </a:lnSpc>
              <a:spcBef>
                <a:spcPts val="16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7pPr>
            <a:lvl8pPr marL="3657600" lvl="7" indent="-317500">
              <a:lnSpc>
                <a:spcPct val="100000"/>
              </a:lnSpc>
              <a:spcBef>
                <a:spcPts val="16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8pPr>
            <a:lvl9pPr marL="4114800" lvl="8" indent="-317500">
              <a:lnSpc>
                <a:spcPct val="100000"/>
              </a:lnSpc>
              <a:spcBef>
                <a:spcPts val="1600"/>
              </a:spcBef>
              <a:spcAft>
                <a:spcPts val="1600"/>
              </a:spcAft>
              <a:buClr>
                <a:schemeClr val="dk1"/>
              </a:buClr>
              <a:buSzPts val="1400"/>
              <a:buFont typeface="Golos Text"/>
              <a:buChar char="■"/>
              <a:defRPr>
                <a:solidFill>
                  <a:schemeClr val="dk1"/>
                </a:solidFill>
                <a:latin typeface="Golos Text"/>
                <a:ea typeface="Golos Text"/>
                <a:cs typeface="Golos Text"/>
                <a:sym typeface="Golos Tex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1" r:id="rId12"/>
    <p:sldLayoutId id="2147483663" r:id="rId13"/>
    <p:sldLayoutId id="2147483672" r:id="rId14"/>
    <p:sldLayoutId id="2147483674" r:id="rId15"/>
    <p:sldLayoutId id="2147483675" r:id="rId16"/>
    <p:sldLayoutId id="2147483679" r:id="rId17"/>
    <p:sldLayoutId id="2147483680"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sp>
        <p:nvSpPr>
          <p:cNvPr id="1896" name="Google Shape;1896;p38"/>
          <p:cNvSpPr txBox="1">
            <a:spLocks noGrp="1"/>
          </p:cNvSpPr>
          <p:nvPr>
            <p:ph type="ctrTitle"/>
          </p:nvPr>
        </p:nvSpPr>
        <p:spPr>
          <a:xfrm>
            <a:off x="533400" y="1519529"/>
            <a:ext cx="6568469" cy="1807657"/>
          </a:xfrm>
          <a:prstGeom prst="rect">
            <a:avLst/>
          </a:prstGeom>
        </p:spPr>
        <p:txBody>
          <a:bodyPr spcFirstLastPara="1" wrap="square" lIns="91425" tIns="91425" rIns="91425" bIns="91425" anchor="b" anchorCtr="0">
            <a:no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US" sz="2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Digital Dependency: The Impact of Auto-Suggestions in Keyboards on Spelling and Writing Skills</a:t>
            </a:r>
            <a:endParaRPr lang="en-US" sz="2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898" name="Google Shape;1898;p38"/>
          <p:cNvGrpSpPr/>
          <p:nvPr/>
        </p:nvGrpSpPr>
        <p:grpSpPr>
          <a:xfrm>
            <a:off x="777562" y="-76204"/>
            <a:ext cx="3170770" cy="1162283"/>
            <a:chOff x="777562" y="-76204"/>
            <a:chExt cx="3170770" cy="1162283"/>
          </a:xfrm>
        </p:grpSpPr>
        <p:sp>
          <p:nvSpPr>
            <p:cNvPr id="1899" name="Google Shape;1899;p38"/>
            <p:cNvSpPr/>
            <p:nvPr/>
          </p:nvSpPr>
          <p:spPr>
            <a:xfrm rot="-5400000">
              <a:off x="3075054" y="76684"/>
              <a:ext cx="875835" cy="570060"/>
            </a:xfrm>
            <a:custGeom>
              <a:avLst/>
              <a:gdLst/>
              <a:ahLst/>
              <a:cxnLst/>
              <a:rect l="l" t="t" r="r" b="b"/>
              <a:pathLst>
                <a:path w="17309" h="11266" extrusionOk="0">
                  <a:moveTo>
                    <a:pt x="1239" y="0"/>
                  </a:moveTo>
                  <a:cubicBezTo>
                    <a:pt x="555" y="0"/>
                    <a:pt x="1" y="555"/>
                    <a:pt x="1" y="1238"/>
                  </a:cubicBezTo>
                  <a:cubicBezTo>
                    <a:pt x="1" y="1921"/>
                    <a:pt x="555" y="2476"/>
                    <a:pt x="1239" y="2476"/>
                  </a:cubicBezTo>
                  <a:cubicBezTo>
                    <a:pt x="1525" y="2476"/>
                    <a:pt x="1785" y="2374"/>
                    <a:pt x="1994" y="2211"/>
                  </a:cubicBezTo>
                  <a:lnTo>
                    <a:pt x="3382" y="3600"/>
                  </a:lnTo>
                  <a:lnTo>
                    <a:pt x="3382" y="5884"/>
                  </a:lnTo>
                  <a:cubicBezTo>
                    <a:pt x="3382" y="5925"/>
                    <a:pt x="3399" y="5964"/>
                    <a:pt x="3428" y="5993"/>
                  </a:cubicBezTo>
                  <a:lnTo>
                    <a:pt x="5480" y="8046"/>
                  </a:lnTo>
                  <a:cubicBezTo>
                    <a:pt x="5509" y="8074"/>
                    <a:pt x="5548" y="8091"/>
                    <a:pt x="5589" y="8091"/>
                  </a:cubicBezTo>
                  <a:lnTo>
                    <a:pt x="13901" y="8091"/>
                  </a:lnTo>
                  <a:lnTo>
                    <a:pt x="17030" y="11220"/>
                  </a:lnTo>
                  <a:cubicBezTo>
                    <a:pt x="17061" y="11250"/>
                    <a:pt x="17100" y="11265"/>
                    <a:pt x="17139" y="11265"/>
                  </a:cubicBezTo>
                  <a:cubicBezTo>
                    <a:pt x="17179" y="11265"/>
                    <a:pt x="17218" y="11250"/>
                    <a:pt x="17248" y="11220"/>
                  </a:cubicBezTo>
                  <a:cubicBezTo>
                    <a:pt x="17308" y="11160"/>
                    <a:pt x="17308" y="11063"/>
                    <a:pt x="17248" y="11003"/>
                  </a:cubicBezTo>
                  <a:lnTo>
                    <a:pt x="14074" y="7829"/>
                  </a:lnTo>
                  <a:cubicBezTo>
                    <a:pt x="14045" y="7799"/>
                    <a:pt x="14006" y="7782"/>
                    <a:pt x="13965" y="7782"/>
                  </a:cubicBezTo>
                  <a:lnTo>
                    <a:pt x="5653" y="7782"/>
                  </a:lnTo>
                  <a:lnTo>
                    <a:pt x="3691" y="5820"/>
                  </a:lnTo>
                  <a:lnTo>
                    <a:pt x="3691" y="3536"/>
                  </a:lnTo>
                  <a:cubicBezTo>
                    <a:pt x="3691" y="3495"/>
                    <a:pt x="3674" y="3456"/>
                    <a:pt x="3644" y="3427"/>
                  </a:cubicBezTo>
                  <a:lnTo>
                    <a:pt x="2212" y="1993"/>
                  </a:lnTo>
                  <a:cubicBezTo>
                    <a:pt x="2375" y="1784"/>
                    <a:pt x="2475" y="1524"/>
                    <a:pt x="2475" y="1238"/>
                  </a:cubicBezTo>
                  <a:cubicBezTo>
                    <a:pt x="2475" y="555"/>
                    <a:pt x="1922" y="0"/>
                    <a:pt x="123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8"/>
            <p:cNvSpPr/>
            <p:nvPr/>
          </p:nvSpPr>
          <p:spPr>
            <a:xfrm rot="-5400000">
              <a:off x="3264223" y="710575"/>
              <a:ext cx="52725" cy="52826"/>
            </a:xfrm>
            <a:custGeom>
              <a:avLst/>
              <a:gdLst/>
              <a:ahLst/>
              <a:cxnLst/>
              <a:rect l="l" t="t" r="r" b="b"/>
              <a:pathLst>
                <a:path w="1042" h="1044" extrusionOk="0">
                  <a:moveTo>
                    <a:pt x="522" y="1"/>
                  </a:moveTo>
                  <a:cubicBezTo>
                    <a:pt x="233" y="1"/>
                    <a:pt x="0" y="235"/>
                    <a:pt x="0" y="522"/>
                  </a:cubicBezTo>
                  <a:cubicBezTo>
                    <a:pt x="0" y="809"/>
                    <a:pt x="233" y="1043"/>
                    <a:pt x="522" y="1043"/>
                  </a:cubicBezTo>
                  <a:cubicBezTo>
                    <a:pt x="809" y="1043"/>
                    <a:pt x="1042" y="809"/>
                    <a:pt x="1042" y="522"/>
                  </a:cubicBezTo>
                  <a:cubicBezTo>
                    <a:pt x="1042" y="235"/>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8"/>
            <p:cNvSpPr/>
            <p:nvPr/>
          </p:nvSpPr>
          <p:spPr>
            <a:xfrm rot="-5400000">
              <a:off x="2429519" y="181451"/>
              <a:ext cx="816380" cy="332138"/>
            </a:xfrm>
            <a:custGeom>
              <a:avLst/>
              <a:gdLst/>
              <a:ahLst/>
              <a:cxnLst/>
              <a:rect l="l" t="t" r="r" b="b"/>
              <a:pathLst>
                <a:path w="16134" h="6564" extrusionOk="0">
                  <a:moveTo>
                    <a:pt x="15965" y="1"/>
                  </a:moveTo>
                  <a:cubicBezTo>
                    <a:pt x="15926" y="1"/>
                    <a:pt x="15886" y="16"/>
                    <a:pt x="15856" y="46"/>
                  </a:cubicBezTo>
                  <a:lnTo>
                    <a:pt x="12384" y="3518"/>
                  </a:lnTo>
                  <a:lnTo>
                    <a:pt x="3033" y="3518"/>
                  </a:lnTo>
                  <a:cubicBezTo>
                    <a:pt x="2992" y="3518"/>
                    <a:pt x="2953" y="3535"/>
                    <a:pt x="2924" y="3563"/>
                  </a:cubicBezTo>
                  <a:lnTo>
                    <a:pt x="2070" y="4417"/>
                  </a:lnTo>
                  <a:cubicBezTo>
                    <a:pt x="1850" y="4216"/>
                    <a:pt x="1560" y="4089"/>
                    <a:pt x="1237" y="4089"/>
                  </a:cubicBezTo>
                  <a:cubicBezTo>
                    <a:pt x="554" y="4089"/>
                    <a:pt x="1" y="4643"/>
                    <a:pt x="1" y="5327"/>
                  </a:cubicBezTo>
                  <a:cubicBezTo>
                    <a:pt x="1" y="6010"/>
                    <a:pt x="554" y="6563"/>
                    <a:pt x="1237" y="6563"/>
                  </a:cubicBezTo>
                  <a:cubicBezTo>
                    <a:pt x="1921" y="6563"/>
                    <a:pt x="2475" y="6010"/>
                    <a:pt x="2475" y="5327"/>
                  </a:cubicBezTo>
                  <a:cubicBezTo>
                    <a:pt x="2475" y="5076"/>
                    <a:pt x="2399" y="4844"/>
                    <a:pt x="2272" y="4649"/>
                  </a:cubicBezTo>
                  <a:lnTo>
                    <a:pt x="3096" y="3825"/>
                  </a:lnTo>
                  <a:lnTo>
                    <a:pt x="12448" y="3825"/>
                  </a:lnTo>
                  <a:cubicBezTo>
                    <a:pt x="12488" y="3825"/>
                    <a:pt x="12527" y="3809"/>
                    <a:pt x="12557" y="3781"/>
                  </a:cubicBezTo>
                  <a:lnTo>
                    <a:pt x="16074" y="264"/>
                  </a:lnTo>
                  <a:cubicBezTo>
                    <a:pt x="16134" y="203"/>
                    <a:pt x="16134" y="106"/>
                    <a:pt x="16074" y="46"/>
                  </a:cubicBezTo>
                  <a:cubicBezTo>
                    <a:pt x="16043" y="16"/>
                    <a:pt x="16004" y="1"/>
                    <a:pt x="1596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8"/>
            <p:cNvSpPr/>
            <p:nvPr/>
          </p:nvSpPr>
          <p:spPr>
            <a:xfrm rot="-5400000">
              <a:off x="2914826" y="666654"/>
              <a:ext cx="52725" cy="52826"/>
            </a:xfrm>
            <a:custGeom>
              <a:avLst/>
              <a:gdLst/>
              <a:ahLst/>
              <a:cxnLst/>
              <a:rect l="l" t="t" r="r" b="b"/>
              <a:pathLst>
                <a:path w="1042" h="1044" extrusionOk="0">
                  <a:moveTo>
                    <a:pt x="520" y="0"/>
                  </a:moveTo>
                  <a:cubicBezTo>
                    <a:pt x="233" y="0"/>
                    <a:pt x="0" y="233"/>
                    <a:pt x="0" y="522"/>
                  </a:cubicBezTo>
                  <a:cubicBezTo>
                    <a:pt x="0" y="809"/>
                    <a:pt x="233" y="1043"/>
                    <a:pt x="520" y="1043"/>
                  </a:cubicBezTo>
                  <a:cubicBezTo>
                    <a:pt x="809" y="1043"/>
                    <a:pt x="1042" y="809"/>
                    <a:pt x="1042" y="522"/>
                  </a:cubicBezTo>
                  <a:cubicBezTo>
                    <a:pt x="1042" y="233"/>
                    <a:pt x="809" y="0"/>
                    <a:pt x="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8"/>
            <p:cNvSpPr/>
            <p:nvPr/>
          </p:nvSpPr>
          <p:spPr>
            <a:xfrm rot="-5400000">
              <a:off x="2465575" y="428254"/>
              <a:ext cx="1146697" cy="168953"/>
            </a:xfrm>
            <a:custGeom>
              <a:avLst/>
              <a:gdLst/>
              <a:ahLst/>
              <a:cxnLst/>
              <a:rect l="l" t="t" r="r" b="b"/>
              <a:pathLst>
                <a:path w="22662" h="3339" extrusionOk="0">
                  <a:moveTo>
                    <a:pt x="1237" y="0"/>
                  </a:moveTo>
                  <a:cubicBezTo>
                    <a:pt x="554" y="0"/>
                    <a:pt x="1" y="553"/>
                    <a:pt x="1" y="1237"/>
                  </a:cubicBezTo>
                  <a:cubicBezTo>
                    <a:pt x="1" y="1920"/>
                    <a:pt x="554" y="2475"/>
                    <a:pt x="1237" y="2475"/>
                  </a:cubicBezTo>
                  <a:cubicBezTo>
                    <a:pt x="1562" y="2475"/>
                    <a:pt x="1857" y="2347"/>
                    <a:pt x="2076" y="2141"/>
                  </a:cubicBezTo>
                  <a:lnTo>
                    <a:pt x="3230" y="3294"/>
                  </a:lnTo>
                  <a:cubicBezTo>
                    <a:pt x="3259" y="3323"/>
                    <a:pt x="3298" y="3339"/>
                    <a:pt x="3339" y="3339"/>
                  </a:cubicBezTo>
                  <a:lnTo>
                    <a:pt x="7566" y="3339"/>
                  </a:lnTo>
                  <a:cubicBezTo>
                    <a:pt x="7608" y="3339"/>
                    <a:pt x="7647" y="3323"/>
                    <a:pt x="7675" y="3294"/>
                  </a:cubicBezTo>
                  <a:lnTo>
                    <a:pt x="8719" y="2251"/>
                  </a:lnTo>
                  <a:lnTo>
                    <a:pt x="13252" y="2251"/>
                  </a:lnTo>
                  <a:cubicBezTo>
                    <a:pt x="13292" y="2251"/>
                    <a:pt x="13331" y="2235"/>
                    <a:pt x="13360" y="2206"/>
                  </a:cubicBezTo>
                  <a:lnTo>
                    <a:pt x="15246" y="319"/>
                  </a:lnTo>
                  <a:lnTo>
                    <a:pt x="20131" y="319"/>
                  </a:lnTo>
                  <a:lnTo>
                    <a:pt x="22385" y="2575"/>
                  </a:lnTo>
                  <a:cubicBezTo>
                    <a:pt x="22415" y="2605"/>
                    <a:pt x="22455" y="2619"/>
                    <a:pt x="22494" y="2619"/>
                  </a:cubicBezTo>
                  <a:cubicBezTo>
                    <a:pt x="22533" y="2619"/>
                    <a:pt x="22572" y="2605"/>
                    <a:pt x="22603" y="2575"/>
                  </a:cubicBezTo>
                  <a:cubicBezTo>
                    <a:pt x="22662" y="2515"/>
                    <a:pt x="22662" y="2417"/>
                    <a:pt x="22603" y="2358"/>
                  </a:cubicBezTo>
                  <a:lnTo>
                    <a:pt x="20303" y="57"/>
                  </a:lnTo>
                  <a:cubicBezTo>
                    <a:pt x="20274" y="29"/>
                    <a:pt x="20235" y="12"/>
                    <a:pt x="20193" y="12"/>
                  </a:cubicBezTo>
                  <a:lnTo>
                    <a:pt x="15182" y="12"/>
                  </a:lnTo>
                  <a:cubicBezTo>
                    <a:pt x="15141" y="12"/>
                    <a:pt x="15102" y="29"/>
                    <a:pt x="15073" y="57"/>
                  </a:cubicBezTo>
                  <a:lnTo>
                    <a:pt x="13188" y="1944"/>
                  </a:lnTo>
                  <a:lnTo>
                    <a:pt x="8655" y="1944"/>
                  </a:lnTo>
                  <a:cubicBezTo>
                    <a:pt x="8614" y="1944"/>
                    <a:pt x="8575" y="1959"/>
                    <a:pt x="8547" y="1989"/>
                  </a:cubicBezTo>
                  <a:lnTo>
                    <a:pt x="7503" y="3031"/>
                  </a:lnTo>
                  <a:lnTo>
                    <a:pt x="3402" y="3031"/>
                  </a:lnTo>
                  <a:lnTo>
                    <a:pt x="2276" y="1906"/>
                  </a:lnTo>
                  <a:cubicBezTo>
                    <a:pt x="2400" y="1712"/>
                    <a:pt x="2475" y="1484"/>
                    <a:pt x="2475" y="1237"/>
                  </a:cubicBezTo>
                  <a:cubicBezTo>
                    <a:pt x="2475" y="553"/>
                    <a:pt x="1920" y="0"/>
                    <a:pt x="1237"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8"/>
            <p:cNvSpPr/>
            <p:nvPr/>
          </p:nvSpPr>
          <p:spPr>
            <a:xfrm rot="-5400000">
              <a:off x="2990651" y="997048"/>
              <a:ext cx="52776" cy="52826"/>
            </a:xfrm>
            <a:custGeom>
              <a:avLst/>
              <a:gdLst/>
              <a:ahLst/>
              <a:cxnLst/>
              <a:rect l="l" t="t" r="r" b="b"/>
              <a:pathLst>
                <a:path w="1043" h="1044" extrusionOk="0">
                  <a:moveTo>
                    <a:pt x="521" y="0"/>
                  </a:moveTo>
                  <a:cubicBezTo>
                    <a:pt x="234" y="0"/>
                    <a:pt x="1" y="233"/>
                    <a:pt x="1" y="522"/>
                  </a:cubicBezTo>
                  <a:cubicBezTo>
                    <a:pt x="1" y="809"/>
                    <a:pt x="234" y="1043"/>
                    <a:pt x="521" y="1043"/>
                  </a:cubicBezTo>
                  <a:cubicBezTo>
                    <a:pt x="810" y="1043"/>
                    <a:pt x="1042" y="809"/>
                    <a:pt x="1042" y="522"/>
                  </a:cubicBezTo>
                  <a:cubicBezTo>
                    <a:pt x="1042" y="233"/>
                    <a:pt x="810"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8"/>
            <p:cNvSpPr/>
            <p:nvPr/>
          </p:nvSpPr>
          <p:spPr>
            <a:xfrm rot="-5400000">
              <a:off x="2236301" y="192962"/>
              <a:ext cx="727628" cy="190914"/>
            </a:xfrm>
            <a:custGeom>
              <a:avLst/>
              <a:gdLst/>
              <a:ahLst/>
              <a:cxnLst/>
              <a:rect l="l" t="t" r="r" b="b"/>
              <a:pathLst>
                <a:path w="14380" h="3773" extrusionOk="0">
                  <a:moveTo>
                    <a:pt x="3670" y="0"/>
                  </a:moveTo>
                  <a:cubicBezTo>
                    <a:pt x="3629" y="0"/>
                    <a:pt x="3590" y="17"/>
                    <a:pt x="3562" y="45"/>
                  </a:cubicBezTo>
                  <a:lnTo>
                    <a:pt x="2021" y="1585"/>
                  </a:lnTo>
                  <a:cubicBezTo>
                    <a:pt x="1807" y="1408"/>
                    <a:pt x="1538" y="1297"/>
                    <a:pt x="1237" y="1297"/>
                  </a:cubicBezTo>
                  <a:cubicBezTo>
                    <a:pt x="554" y="1297"/>
                    <a:pt x="1" y="1852"/>
                    <a:pt x="1" y="2535"/>
                  </a:cubicBezTo>
                  <a:cubicBezTo>
                    <a:pt x="1" y="3218"/>
                    <a:pt x="554" y="3773"/>
                    <a:pt x="1237" y="3773"/>
                  </a:cubicBezTo>
                  <a:cubicBezTo>
                    <a:pt x="1921" y="3773"/>
                    <a:pt x="2475" y="3218"/>
                    <a:pt x="2475" y="2535"/>
                  </a:cubicBezTo>
                  <a:cubicBezTo>
                    <a:pt x="2475" y="2262"/>
                    <a:pt x="2384" y="2011"/>
                    <a:pt x="2234" y="1807"/>
                  </a:cubicBezTo>
                  <a:lnTo>
                    <a:pt x="3734" y="308"/>
                  </a:lnTo>
                  <a:lnTo>
                    <a:pt x="14226" y="308"/>
                  </a:lnTo>
                  <a:cubicBezTo>
                    <a:pt x="14311" y="308"/>
                    <a:pt x="14380" y="239"/>
                    <a:pt x="14380" y="154"/>
                  </a:cubicBezTo>
                  <a:cubicBezTo>
                    <a:pt x="14380" y="69"/>
                    <a:pt x="14311" y="0"/>
                    <a:pt x="14226"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8"/>
            <p:cNvSpPr/>
            <p:nvPr/>
          </p:nvSpPr>
          <p:spPr>
            <a:xfrm rot="-5400000">
              <a:off x="2606568" y="563177"/>
              <a:ext cx="52725" cy="52826"/>
            </a:xfrm>
            <a:custGeom>
              <a:avLst/>
              <a:gdLst/>
              <a:ahLst/>
              <a:cxnLst/>
              <a:rect l="l" t="t" r="r" b="b"/>
              <a:pathLst>
                <a:path w="1042" h="1044" extrusionOk="0">
                  <a:moveTo>
                    <a:pt x="522" y="1"/>
                  </a:moveTo>
                  <a:cubicBezTo>
                    <a:pt x="233" y="1"/>
                    <a:pt x="0" y="235"/>
                    <a:pt x="0" y="522"/>
                  </a:cubicBezTo>
                  <a:cubicBezTo>
                    <a:pt x="0" y="809"/>
                    <a:pt x="233" y="1043"/>
                    <a:pt x="522" y="1043"/>
                  </a:cubicBezTo>
                  <a:cubicBezTo>
                    <a:pt x="809" y="1043"/>
                    <a:pt x="1042" y="809"/>
                    <a:pt x="1042" y="522"/>
                  </a:cubicBezTo>
                  <a:cubicBezTo>
                    <a:pt x="1042" y="235"/>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8"/>
            <p:cNvSpPr/>
            <p:nvPr/>
          </p:nvSpPr>
          <p:spPr>
            <a:xfrm rot="-5400000">
              <a:off x="1925792" y="254316"/>
              <a:ext cx="1032088" cy="372669"/>
            </a:xfrm>
            <a:custGeom>
              <a:avLst/>
              <a:gdLst/>
              <a:ahLst/>
              <a:cxnLst/>
              <a:rect l="l" t="t" r="r" b="b"/>
              <a:pathLst>
                <a:path w="20397" h="7365" extrusionOk="0">
                  <a:moveTo>
                    <a:pt x="14368" y="1"/>
                  </a:moveTo>
                  <a:cubicBezTo>
                    <a:pt x="14327" y="1"/>
                    <a:pt x="14288" y="16"/>
                    <a:pt x="14259" y="46"/>
                  </a:cubicBezTo>
                  <a:lnTo>
                    <a:pt x="11461" y="2844"/>
                  </a:lnTo>
                  <a:lnTo>
                    <a:pt x="4342" y="2844"/>
                  </a:lnTo>
                  <a:cubicBezTo>
                    <a:pt x="4301" y="2844"/>
                    <a:pt x="4262" y="2859"/>
                    <a:pt x="4233" y="2889"/>
                  </a:cubicBezTo>
                  <a:lnTo>
                    <a:pt x="1980" y="5142"/>
                  </a:lnTo>
                  <a:cubicBezTo>
                    <a:pt x="1771" y="4986"/>
                    <a:pt x="1517" y="4890"/>
                    <a:pt x="1237" y="4890"/>
                  </a:cubicBezTo>
                  <a:cubicBezTo>
                    <a:pt x="554" y="4890"/>
                    <a:pt x="1" y="5445"/>
                    <a:pt x="1" y="6128"/>
                  </a:cubicBezTo>
                  <a:cubicBezTo>
                    <a:pt x="1" y="6811"/>
                    <a:pt x="554" y="7364"/>
                    <a:pt x="1237" y="7364"/>
                  </a:cubicBezTo>
                  <a:cubicBezTo>
                    <a:pt x="1920" y="7364"/>
                    <a:pt x="2475" y="6811"/>
                    <a:pt x="2475" y="6128"/>
                  </a:cubicBezTo>
                  <a:cubicBezTo>
                    <a:pt x="2475" y="5835"/>
                    <a:pt x="2368" y="5569"/>
                    <a:pt x="2199" y="5357"/>
                  </a:cubicBezTo>
                  <a:lnTo>
                    <a:pt x="4405" y="3151"/>
                  </a:lnTo>
                  <a:lnTo>
                    <a:pt x="11524" y="3151"/>
                  </a:lnTo>
                  <a:cubicBezTo>
                    <a:pt x="11566" y="3151"/>
                    <a:pt x="11605" y="3135"/>
                    <a:pt x="11633" y="3106"/>
                  </a:cubicBezTo>
                  <a:lnTo>
                    <a:pt x="14431" y="308"/>
                  </a:lnTo>
                  <a:lnTo>
                    <a:pt x="20243" y="308"/>
                  </a:lnTo>
                  <a:cubicBezTo>
                    <a:pt x="20328" y="308"/>
                    <a:pt x="20397" y="239"/>
                    <a:pt x="20397" y="154"/>
                  </a:cubicBezTo>
                  <a:cubicBezTo>
                    <a:pt x="20397" y="69"/>
                    <a:pt x="20328" y="1"/>
                    <a:pt x="20243"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8"/>
            <p:cNvSpPr/>
            <p:nvPr/>
          </p:nvSpPr>
          <p:spPr>
            <a:xfrm rot="-5400000">
              <a:off x="2539168" y="867689"/>
              <a:ext cx="52776" cy="52776"/>
            </a:xfrm>
            <a:custGeom>
              <a:avLst/>
              <a:gdLst/>
              <a:ahLst/>
              <a:cxnLst/>
              <a:rect l="l" t="t" r="r" b="b"/>
              <a:pathLst>
                <a:path w="1043" h="1043" extrusionOk="0">
                  <a:moveTo>
                    <a:pt x="522" y="1"/>
                  </a:moveTo>
                  <a:cubicBezTo>
                    <a:pt x="234" y="1"/>
                    <a:pt x="1" y="233"/>
                    <a:pt x="1" y="522"/>
                  </a:cubicBezTo>
                  <a:cubicBezTo>
                    <a:pt x="1" y="809"/>
                    <a:pt x="234" y="1042"/>
                    <a:pt x="522" y="1042"/>
                  </a:cubicBezTo>
                  <a:cubicBezTo>
                    <a:pt x="810" y="1042"/>
                    <a:pt x="1042" y="809"/>
                    <a:pt x="1042" y="522"/>
                  </a:cubicBezTo>
                  <a:cubicBezTo>
                    <a:pt x="1042"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8"/>
            <p:cNvSpPr/>
            <p:nvPr/>
          </p:nvSpPr>
          <p:spPr>
            <a:xfrm rot="-5400000">
              <a:off x="1611712" y="25451"/>
              <a:ext cx="815824" cy="612513"/>
            </a:xfrm>
            <a:custGeom>
              <a:avLst/>
              <a:gdLst/>
              <a:ahLst/>
              <a:cxnLst/>
              <a:rect l="l" t="t" r="r" b="b"/>
              <a:pathLst>
                <a:path w="16123" h="12105" extrusionOk="0">
                  <a:moveTo>
                    <a:pt x="15953" y="0"/>
                  </a:moveTo>
                  <a:cubicBezTo>
                    <a:pt x="15914" y="0"/>
                    <a:pt x="15874" y="15"/>
                    <a:pt x="15844" y="45"/>
                  </a:cubicBezTo>
                  <a:lnTo>
                    <a:pt x="10731" y="5158"/>
                  </a:lnTo>
                  <a:lnTo>
                    <a:pt x="4716" y="5158"/>
                  </a:lnTo>
                  <a:cubicBezTo>
                    <a:pt x="4676" y="5158"/>
                    <a:pt x="4636" y="5175"/>
                    <a:pt x="4608" y="5203"/>
                  </a:cubicBezTo>
                  <a:lnTo>
                    <a:pt x="3421" y="6390"/>
                  </a:lnTo>
                  <a:cubicBezTo>
                    <a:pt x="3392" y="6420"/>
                    <a:pt x="3376" y="6459"/>
                    <a:pt x="3376" y="6500"/>
                  </a:cubicBezTo>
                  <a:lnTo>
                    <a:pt x="3376" y="8694"/>
                  </a:lnTo>
                  <a:lnTo>
                    <a:pt x="2093" y="9977"/>
                  </a:lnTo>
                  <a:cubicBezTo>
                    <a:pt x="1871" y="9763"/>
                    <a:pt x="1571" y="9631"/>
                    <a:pt x="1237" y="9631"/>
                  </a:cubicBezTo>
                  <a:cubicBezTo>
                    <a:pt x="554" y="9631"/>
                    <a:pt x="1" y="10185"/>
                    <a:pt x="1" y="10868"/>
                  </a:cubicBezTo>
                  <a:cubicBezTo>
                    <a:pt x="1" y="11552"/>
                    <a:pt x="554" y="12105"/>
                    <a:pt x="1237" y="12105"/>
                  </a:cubicBezTo>
                  <a:cubicBezTo>
                    <a:pt x="1921" y="12105"/>
                    <a:pt x="2475" y="11552"/>
                    <a:pt x="2475" y="10868"/>
                  </a:cubicBezTo>
                  <a:cubicBezTo>
                    <a:pt x="2475" y="10628"/>
                    <a:pt x="2404" y="10407"/>
                    <a:pt x="2287" y="10218"/>
                  </a:cubicBezTo>
                  <a:lnTo>
                    <a:pt x="3638" y="8866"/>
                  </a:lnTo>
                  <a:cubicBezTo>
                    <a:pt x="3667" y="8837"/>
                    <a:pt x="3683" y="8798"/>
                    <a:pt x="3683" y="8757"/>
                  </a:cubicBezTo>
                  <a:lnTo>
                    <a:pt x="3683" y="6563"/>
                  </a:lnTo>
                  <a:lnTo>
                    <a:pt x="4780" y="5466"/>
                  </a:lnTo>
                  <a:lnTo>
                    <a:pt x="10795" y="5466"/>
                  </a:lnTo>
                  <a:cubicBezTo>
                    <a:pt x="10835" y="5466"/>
                    <a:pt x="10874" y="5450"/>
                    <a:pt x="10904" y="5421"/>
                  </a:cubicBezTo>
                  <a:lnTo>
                    <a:pt x="16062" y="263"/>
                  </a:lnTo>
                  <a:cubicBezTo>
                    <a:pt x="16122" y="203"/>
                    <a:pt x="16122" y="106"/>
                    <a:pt x="16062" y="45"/>
                  </a:cubicBezTo>
                  <a:cubicBezTo>
                    <a:pt x="16032" y="15"/>
                    <a:pt x="15992" y="0"/>
                    <a:pt x="15953"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8"/>
            <p:cNvSpPr/>
            <p:nvPr/>
          </p:nvSpPr>
          <p:spPr>
            <a:xfrm rot="-5400000">
              <a:off x="2236906" y="650589"/>
              <a:ext cx="52725" cy="52776"/>
            </a:xfrm>
            <a:custGeom>
              <a:avLst/>
              <a:gdLst/>
              <a:ahLst/>
              <a:cxnLst/>
              <a:rect l="l" t="t" r="r" b="b"/>
              <a:pathLst>
                <a:path w="1042" h="1043" extrusionOk="0">
                  <a:moveTo>
                    <a:pt x="520" y="1"/>
                  </a:moveTo>
                  <a:cubicBezTo>
                    <a:pt x="233" y="1"/>
                    <a:pt x="0" y="234"/>
                    <a:pt x="0" y="522"/>
                  </a:cubicBezTo>
                  <a:cubicBezTo>
                    <a:pt x="0" y="810"/>
                    <a:pt x="233" y="1042"/>
                    <a:pt x="520" y="1042"/>
                  </a:cubicBezTo>
                  <a:cubicBezTo>
                    <a:pt x="809" y="1042"/>
                    <a:pt x="1042" y="810"/>
                    <a:pt x="1042" y="522"/>
                  </a:cubicBezTo>
                  <a:cubicBezTo>
                    <a:pt x="1042" y="234"/>
                    <a:pt x="809" y="1"/>
                    <a:pt x="5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8"/>
            <p:cNvSpPr/>
            <p:nvPr/>
          </p:nvSpPr>
          <p:spPr>
            <a:xfrm rot="-5400000">
              <a:off x="1900010" y="148687"/>
              <a:ext cx="649957" cy="201793"/>
            </a:xfrm>
            <a:custGeom>
              <a:avLst/>
              <a:gdLst/>
              <a:ahLst/>
              <a:cxnLst/>
              <a:rect l="l" t="t" r="r" b="b"/>
              <a:pathLst>
                <a:path w="12845" h="3988" extrusionOk="0">
                  <a:moveTo>
                    <a:pt x="4160" y="0"/>
                  </a:moveTo>
                  <a:cubicBezTo>
                    <a:pt x="4119" y="0"/>
                    <a:pt x="4080" y="16"/>
                    <a:pt x="4052" y="45"/>
                  </a:cubicBezTo>
                  <a:lnTo>
                    <a:pt x="2161" y="1934"/>
                  </a:lnTo>
                  <a:cubicBezTo>
                    <a:pt x="1934" y="1678"/>
                    <a:pt x="1607" y="1514"/>
                    <a:pt x="1238" y="1514"/>
                  </a:cubicBezTo>
                  <a:cubicBezTo>
                    <a:pt x="555" y="1514"/>
                    <a:pt x="0" y="2068"/>
                    <a:pt x="0" y="2751"/>
                  </a:cubicBezTo>
                  <a:cubicBezTo>
                    <a:pt x="0" y="3435"/>
                    <a:pt x="555" y="3988"/>
                    <a:pt x="1238" y="3988"/>
                  </a:cubicBezTo>
                  <a:cubicBezTo>
                    <a:pt x="1921" y="3988"/>
                    <a:pt x="2476" y="3435"/>
                    <a:pt x="2476" y="2751"/>
                  </a:cubicBezTo>
                  <a:cubicBezTo>
                    <a:pt x="2476" y="2549"/>
                    <a:pt x="2423" y="2362"/>
                    <a:pt x="2338" y="2193"/>
                  </a:cubicBezTo>
                  <a:lnTo>
                    <a:pt x="4223" y="308"/>
                  </a:lnTo>
                  <a:lnTo>
                    <a:pt x="12691" y="308"/>
                  </a:lnTo>
                  <a:cubicBezTo>
                    <a:pt x="12776" y="308"/>
                    <a:pt x="12845" y="239"/>
                    <a:pt x="12845" y="154"/>
                  </a:cubicBezTo>
                  <a:cubicBezTo>
                    <a:pt x="12845" y="69"/>
                    <a:pt x="12776" y="0"/>
                    <a:pt x="12691"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8"/>
            <p:cNvSpPr/>
            <p:nvPr/>
          </p:nvSpPr>
          <p:spPr>
            <a:xfrm rot="-5400000">
              <a:off x="2236855" y="485531"/>
              <a:ext cx="52826" cy="52776"/>
            </a:xfrm>
            <a:custGeom>
              <a:avLst/>
              <a:gdLst/>
              <a:ahLst/>
              <a:cxnLst/>
              <a:rect l="l" t="t" r="r" b="b"/>
              <a:pathLst>
                <a:path w="1044" h="1043" extrusionOk="0">
                  <a:moveTo>
                    <a:pt x="522" y="1"/>
                  </a:moveTo>
                  <a:cubicBezTo>
                    <a:pt x="235" y="1"/>
                    <a:pt x="1" y="234"/>
                    <a:pt x="1" y="522"/>
                  </a:cubicBezTo>
                  <a:cubicBezTo>
                    <a:pt x="1" y="810"/>
                    <a:pt x="235" y="1042"/>
                    <a:pt x="522" y="1042"/>
                  </a:cubicBezTo>
                  <a:cubicBezTo>
                    <a:pt x="811" y="1042"/>
                    <a:pt x="1043" y="810"/>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8"/>
            <p:cNvSpPr/>
            <p:nvPr/>
          </p:nvSpPr>
          <p:spPr>
            <a:xfrm rot="-5400000">
              <a:off x="1071656" y="291152"/>
              <a:ext cx="893444" cy="160351"/>
            </a:xfrm>
            <a:custGeom>
              <a:avLst/>
              <a:gdLst/>
              <a:ahLst/>
              <a:cxnLst/>
              <a:rect l="l" t="t" r="r" b="b"/>
              <a:pathLst>
                <a:path w="17657" h="3169" extrusionOk="0">
                  <a:moveTo>
                    <a:pt x="1239" y="0"/>
                  </a:moveTo>
                  <a:cubicBezTo>
                    <a:pt x="555" y="0"/>
                    <a:pt x="1" y="555"/>
                    <a:pt x="1" y="1238"/>
                  </a:cubicBezTo>
                  <a:cubicBezTo>
                    <a:pt x="1" y="1922"/>
                    <a:pt x="555" y="2475"/>
                    <a:pt x="1239" y="2475"/>
                  </a:cubicBezTo>
                  <a:cubicBezTo>
                    <a:pt x="1547" y="2475"/>
                    <a:pt x="1826" y="2359"/>
                    <a:pt x="2043" y="2172"/>
                  </a:cubicBezTo>
                  <a:lnTo>
                    <a:pt x="2994" y="3123"/>
                  </a:lnTo>
                  <a:cubicBezTo>
                    <a:pt x="3023" y="3152"/>
                    <a:pt x="3062" y="3169"/>
                    <a:pt x="3103" y="3169"/>
                  </a:cubicBezTo>
                  <a:lnTo>
                    <a:pt x="7848" y="3169"/>
                  </a:lnTo>
                  <a:cubicBezTo>
                    <a:pt x="7890" y="3169"/>
                    <a:pt x="7929" y="3152"/>
                    <a:pt x="7957" y="3123"/>
                  </a:cubicBezTo>
                  <a:lnTo>
                    <a:pt x="10366" y="713"/>
                  </a:lnTo>
                  <a:lnTo>
                    <a:pt x="17503" y="713"/>
                  </a:lnTo>
                  <a:cubicBezTo>
                    <a:pt x="17588" y="713"/>
                    <a:pt x="17657" y="645"/>
                    <a:pt x="17657" y="560"/>
                  </a:cubicBezTo>
                  <a:cubicBezTo>
                    <a:pt x="17657" y="475"/>
                    <a:pt x="17588" y="406"/>
                    <a:pt x="17503" y="406"/>
                  </a:cubicBezTo>
                  <a:lnTo>
                    <a:pt x="10304" y="406"/>
                  </a:lnTo>
                  <a:cubicBezTo>
                    <a:pt x="10262" y="406"/>
                    <a:pt x="10223" y="423"/>
                    <a:pt x="10195" y="451"/>
                  </a:cubicBezTo>
                  <a:lnTo>
                    <a:pt x="7784" y="2860"/>
                  </a:lnTo>
                  <a:lnTo>
                    <a:pt x="3167" y="2860"/>
                  </a:lnTo>
                  <a:lnTo>
                    <a:pt x="2252" y="1946"/>
                  </a:lnTo>
                  <a:cubicBezTo>
                    <a:pt x="2392" y="1745"/>
                    <a:pt x="2476" y="1502"/>
                    <a:pt x="2476" y="1238"/>
                  </a:cubicBezTo>
                  <a:cubicBezTo>
                    <a:pt x="2476" y="555"/>
                    <a:pt x="1922" y="0"/>
                    <a:pt x="123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8"/>
            <p:cNvSpPr/>
            <p:nvPr/>
          </p:nvSpPr>
          <p:spPr>
            <a:xfrm rot="-5400000">
              <a:off x="1474432" y="728994"/>
              <a:ext cx="52776" cy="52776"/>
            </a:xfrm>
            <a:custGeom>
              <a:avLst/>
              <a:gdLst/>
              <a:ahLst/>
              <a:cxnLst/>
              <a:rect l="l" t="t" r="r" b="b"/>
              <a:pathLst>
                <a:path w="1043" h="1043" extrusionOk="0">
                  <a:moveTo>
                    <a:pt x="522" y="1"/>
                  </a:moveTo>
                  <a:cubicBezTo>
                    <a:pt x="234" y="1"/>
                    <a:pt x="0" y="234"/>
                    <a:pt x="0" y="522"/>
                  </a:cubicBezTo>
                  <a:cubicBezTo>
                    <a:pt x="0" y="809"/>
                    <a:pt x="234" y="1042"/>
                    <a:pt x="522" y="1042"/>
                  </a:cubicBezTo>
                  <a:cubicBezTo>
                    <a:pt x="809" y="1042"/>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8"/>
            <p:cNvSpPr/>
            <p:nvPr/>
          </p:nvSpPr>
          <p:spPr>
            <a:xfrm rot="-5400000">
              <a:off x="810480" y="235264"/>
              <a:ext cx="831611" cy="208674"/>
            </a:xfrm>
            <a:custGeom>
              <a:avLst/>
              <a:gdLst/>
              <a:ahLst/>
              <a:cxnLst/>
              <a:rect l="l" t="t" r="r" b="b"/>
              <a:pathLst>
                <a:path w="16435" h="4124" extrusionOk="0">
                  <a:moveTo>
                    <a:pt x="16265" y="1"/>
                  </a:moveTo>
                  <a:cubicBezTo>
                    <a:pt x="16226" y="1"/>
                    <a:pt x="16186" y="16"/>
                    <a:pt x="16156" y="45"/>
                  </a:cubicBezTo>
                  <a:lnTo>
                    <a:pt x="14046" y="2155"/>
                  </a:lnTo>
                  <a:lnTo>
                    <a:pt x="9583" y="2155"/>
                  </a:lnTo>
                  <a:lnTo>
                    <a:pt x="8415" y="987"/>
                  </a:lnTo>
                  <a:cubicBezTo>
                    <a:pt x="8387" y="959"/>
                    <a:pt x="8348" y="942"/>
                    <a:pt x="8307" y="942"/>
                  </a:cubicBezTo>
                  <a:lnTo>
                    <a:pt x="3135" y="942"/>
                  </a:lnTo>
                  <a:cubicBezTo>
                    <a:pt x="3094" y="942"/>
                    <a:pt x="3054" y="959"/>
                    <a:pt x="3026" y="987"/>
                  </a:cubicBezTo>
                  <a:lnTo>
                    <a:pt x="2052" y="1962"/>
                  </a:lnTo>
                  <a:cubicBezTo>
                    <a:pt x="1834" y="1770"/>
                    <a:pt x="1552" y="1649"/>
                    <a:pt x="1238" y="1649"/>
                  </a:cubicBezTo>
                  <a:cubicBezTo>
                    <a:pt x="555" y="1649"/>
                    <a:pt x="1" y="2204"/>
                    <a:pt x="1" y="2887"/>
                  </a:cubicBezTo>
                  <a:cubicBezTo>
                    <a:pt x="1" y="3570"/>
                    <a:pt x="555" y="4124"/>
                    <a:pt x="1238" y="4124"/>
                  </a:cubicBezTo>
                  <a:cubicBezTo>
                    <a:pt x="1922" y="4124"/>
                    <a:pt x="2475" y="3570"/>
                    <a:pt x="2475" y="2887"/>
                  </a:cubicBezTo>
                  <a:cubicBezTo>
                    <a:pt x="2475" y="2628"/>
                    <a:pt x="2396" y="2388"/>
                    <a:pt x="2259" y="2190"/>
                  </a:cubicBezTo>
                  <a:lnTo>
                    <a:pt x="3198" y="1250"/>
                  </a:lnTo>
                  <a:lnTo>
                    <a:pt x="8243" y="1250"/>
                  </a:lnTo>
                  <a:lnTo>
                    <a:pt x="9411" y="2418"/>
                  </a:lnTo>
                  <a:cubicBezTo>
                    <a:pt x="9439" y="2447"/>
                    <a:pt x="9478" y="2463"/>
                    <a:pt x="9520" y="2463"/>
                  </a:cubicBezTo>
                  <a:lnTo>
                    <a:pt x="14110" y="2463"/>
                  </a:lnTo>
                  <a:cubicBezTo>
                    <a:pt x="14150" y="2463"/>
                    <a:pt x="14189" y="2447"/>
                    <a:pt x="14219" y="2418"/>
                  </a:cubicBezTo>
                  <a:lnTo>
                    <a:pt x="16374" y="263"/>
                  </a:lnTo>
                  <a:cubicBezTo>
                    <a:pt x="16434" y="202"/>
                    <a:pt x="16434" y="105"/>
                    <a:pt x="16374" y="45"/>
                  </a:cubicBezTo>
                  <a:cubicBezTo>
                    <a:pt x="16344" y="16"/>
                    <a:pt x="16304" y="1"/>
                    <a:pt x="1626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8"/>
            <p:cNvSpPr/>
            <p:nvPr/>
          </p:nvSpPr>
          <p:spPr>
            <a:xfrm rot="-5400000">
              <a:off x="1241670" y="666351"/>
              <a:ext cx="52725" cy="52826"/>
            </a:xfrm>
            <a:custGeom>
              <a:avLst/>
              <a:gdLst/>
              <a:ahLst/>
              <a:cxnLst/>
              <a:rect l="l" t="t" r="r" b="b"/>
              <a:pathLst>
                <a:path w="1042" h="1044" extrusionOk="0">
                  <a:moveTo>
                    <a:pt x="521" y="1"/>
                  </a:moveTo>
                  <a:cubicBezTo>
                    <a:pt x="233" y="1"/>
                    <a:pt x="0" y="234"/>
                    <a:pt x="0" y="522"/>
                  </a:cubicBezTo>
                  <a:cubicBezTo>
                    <a:pt x="0" y="809"/>
                    <a:pt x="233" y="1044"/>
                    <a:pt x="521" y="1044"/>
                  </a:cubicBezTo>
                  <a:cubicBezTo>
                    <a:pt x="809" y="1044"/>
                    <a:pt x="1042" y="809"/>
                    <a:pt x="1042" y="522"/>
                  </a:cubicBezTo>
                  <a:cubicBezTo>
                    <a:pt x="1042" y="234"/>
                    <a:pt x="809"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8"/>
            <p:cNvSpPr/>
            <p:nvPr/>
          </p:nvSpPr>
          <p:spPr>
            <a:xfrm rot="-5400000">
              <a:off x="1834961" y="776609"/>
              <a:ext cx="54901" cy="54901"/>
            </a:xfrm>
            <a:custGeom>
              <a:avLst/>
              <a:gdLst/>
              <a:ahLst/>
              <a:cxnLst/>
              <a:rect l="l" t="t" r="r" b="b"/>
              <a:pathLst>
                <a:path w="1085" h="1085" extrusionOk="0">
                  <a:moveTo>
                    <a:pt x="544" y="1"/>
                  </a:moveTo>
                  <a:cubicBezTo>
                    <a:pt x="244" y="1"/>
                    <a:pt x="1" y="243"/>
                    <a:pt x="1" y="542"/>
                  </a:cubicBezTo>
                  <a:cubicBezTo>
                    <a:pt x="1" y="841"/>
                    <a:pt x="244" y="1085"/>
                    <a:pt x="544" y="1085"/>
                  </a:cubicBezTo>
                  <a:cubicBezTo>
                    <a:pt x="843" y="1085"/>
                    <a:pt x="1085" y="841"/>
                    <a:pt x="1085" y="542"/>
                  </a:cubicBezTo>
                  <a:cubicBezTo>
                    <a:pt x="1085" y="243"/>
                    <a:pt x="843" y="1"/>
                    <a:pt x="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8"/>
            <p:cNvSpPr/>
            <p:nvPr/>
          </p:nvSpPr>
          <p:spPr>
            <a:xfrm rot="-5400000">
              <a:off x="1749345" y="690942"/>
              <a:ext cx="54901" cy="54901"/>
            </a:xfrm>
            <a:custGeom>
              <a:avLst/>
              <a:gdLst/>
              <a:ahLst/>
              <a:cxnLst/>
              <a:rect l="l" t="t" r="r" b="b"/>
              <a:pathLst>
                <a:path w="1085" h="1085" extrusionOk="0">
                  <a:moveTo>
                    <a:pt x="543" y="0"/>
                  </a:moveTo>
                  <a:cubicBezTo>
                    <a:pt x="243" y="0"/>
                    <a:pt x="1" y="242"/>
                    <a:pt x="1" y="541"/>
                  </a:cubicBezTo>
                  <a:cubicBezTo>
                    <a:pt x="1" y="841"/>
                    <a:pt x="243" y="1084"/>
                    <a:pt x="543" y="1084"/>
                  </a:cubicBezTo>
                  <a:cubicBezTo>
                    <a:pt x="842" y="1084"/>
                    <a:pt x="1085" y="841"/>
                    <a:pt x="1085" y="541"/>
                  </a:cubicBezTo>
                  <a:cubicBezTo>
                    <a:pt x="1085"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8"/>
            <p:cNvSpPr/>
            <p:nvPr/>
          </p:nvSpPr>
          <p:spPr>
            <a:xfrm rot="-5400000">
              <a:off x="1661249" y="602898"/>
              <a:ext cx="54901" cy="54901"/>
            </a:xfrm>
            <a:custGeom>
              <a:avLst/>
              <a:gdLst/>
              <a:ahLst/>
              <a:cxnLst/>
              <a:rect l="l" t="t" r="r" b="b"/>
              <a:pathLst>
                <a:path w="1085" h="1085" extrusionOk="0">
                  <a:moveTo>
                    <a:pt x="542" y="1"/>
                  </a:moveTo>
                  <a:cubicBezTo>
                    <a:pt x="243" y="1"/>
                    <a:pt x="1" y="243"/>
                    <a:pt x="1" y="542"/>
                  </a:cubicBezTo>
                  <a:cubicBezTo>
                    <a:pt x="1" y="843"/>
                    <a:pt x="243" y="1085"/>
                    <a:pt x="542" y="1085"/>
                  </a:cubicBezTo>
                  <a:cubicBezTo>
                    <a:pt x="843" y="1085"/>
                    <a:pt x="1085" y="843"/>
                    <a:pt x="1085" y="542"/>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8"/>
            <p:cNvSpPr/>
            <p:nvPr/>
          </p:nvSpPr>
          <p:spPr>
            <a:xfrm rot="-5400000">
              <a:off x="3792864" y="653435"/>
              <a:ext cx="79240" cy="79290"/>
            </a:xfrm>
            <a:custGeom>
              <a:avLst/>
              <a:gdLst/>
              <a:ahLst/>
              <a:cxnLst/>
              <a:rect l="l" t="t" r="r" b="b"/>
              <a:pathLst>
                <a:path w="1566" h="1567" extrusionOk="0">
                  <a:moveTo>
                    <a:pt x="783" y="0"/>
                  </a:moveTo>
                  <a:cubicBezTo>
                    <a:pt x="350" y="0"/>
                    <a:pt x="0" y="351"/>
                    <a:pt x="0" y="783"/>
                  </a:cubicBezTo>
                  <a:cubicBezTo>
                    <a:pt x="0" y="1216"/>
                    <a:pt x="350" y="1567"/>
                    <a:pt x="783" y="1567"/>
                  </a:cubicBezTo>
                  <a:cubicBezTo>
                    <a:pt x="1216" y="1567"/>
                    <a:pt x="1566" y="1216"/>
                    <a:pt x="1566" y="783"/>
                  </a:cubicBezTo>
                  <a:cubicBezTo>
                    <a:pt x="1566" y="351"/>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8"/>
            <p:cNvSpPr/>
            <p:nvPr/>
          </p:nvSpPr>
          <p:spPr>
            <a:xfrm rot="-5400000">
              <a:off x="3716635" y="577207"/>
              <a:ext cx="231697" cy="231697"/>
            </a:xfrm>
            <a:custGeom>
              <a:avLst/>
              <a:gdLst/>
              <a:ahLst/>
              <a:cxnLst/>
              <a:rect l="l" t="t" r="r" b="b"/>
              <a:pathLst>
                <a:path w="4579" h="4579" extrusionOk="0">
                  <a:moveTo>
                    <a:pt x="2289" y="154"/>
                  </a:moveTo>
                  <a:cubicBezTo>
                    <a:pt x="3466" y="154"/>
                    <a:pt x="4425" y="1111"/>
                    <a:pt x="4425" y="2289"/>
                  </a:cubicBezTo>
                  <a:cubicBezTo>
                    <a:pt x="4425" y="3468"/>
                    <a:pt x="3466" y="4425"/>
                    <a:pt x="2289" y="4425"/>
                  </a:cubicBezTo>
                  <a:cubicBezTo>
                    <a:pt x="1112" y="4425"/>
                    <a:pt x="154" y="3466"/>
                    <a:pt x="154" y="2289"/>
                  </a:cubicBezTo>
                  <a:cubicBezTo>
                    <a:pt x="154" y="1111"/>
                    <a:pt x="1112" y="154"/>
                    <a:pt x="2289" y="154"/>
                  </a:cubicBezTo>
                  <a:close/>
                  <a:moveTo>
                    <a:pt x="2289" y="0"/>
                  </a:moveTo>
                  <a:cubicBezTo>
                    <a:pt x="1026" y="0"/>
                    <a:pt x="0" y="1027"/>
                    <a:pt x="0" y="2289"/>
                  </a:cubicBezTo>
                  <a:cubicBezTo>
                    <a:pt x="0" y="3551"/>
                    <a:pt x="1026" y="4579"/>
                    <a:pt x="2289" y="4579"/>
                  </a:cubicBezTo>
                  <a:cubicBezTo>
                    <a:pt x="3552" y="4579"/>
                    <a:pt x="4579" y="3551"/>
                    <a:pt x="4579" y="2289"/>
                  </a:cubicBezTo>
                  <a:cubicBezTo>
                    <a:pt x="4579" y="1027"/>
                    <a:pt x="3552"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8"/>
            <p:cNvSpPr/>
            <p:nvPr/>
          </p:nvSpPr>
          <p:spPr>
            <a:xfrm rot="-5400000">
              <a:off x="853791" y="565581"/>
              <a:ext cx="79240" cy="79290"/>
            </a:xfrm>
            <a:custGeom>
              <a:avLst/>
              <a:gdLst/>
              <a:ahLst/>
              <a:cxnLst/>
              <a:rect l="l" t="t" r="r" b="b"/>
              <a:pathLst>
                <a:path w="1566" h="1567" extrusionOk="0">
                  <a:moveTo>
                    <a:pt x="783" y="1"/>
                  </a:moveTo>
                  <a:cubicBezTo>
                    <a:pt x="350" y="1"/>
                    <a:pt x="0" y="352"/>
                    <a:pt x="0" y="784"/>
                  </a:cubicBezTo>
                  <a:cubicBezTo>
                    <a:pt x="0" y="1216"/>
                    <a:pt x="350" y="1567"/>
                    <a:pt x="783" y="1567"/>
                  </a:cubicBezTo>
                  <a:cubicBezTo>
                    <a:pt x="1216" y="1567"/>
                    <a:pt x="1565" y="1216"/>
                    <a:pt x="1565" y="784"/>
                  </a:cubicBezTo>
                  <a:cubicBezTo>
                    <a:pt x="1565" y="352"/>
                    <a:pt x="1216"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8"/>
            <p:cNvSpPr/>
            <p:nvPr/>
          </p:nvSpPr>
          <p:spPr>
            <a:xfrm rot="-5400000">
              <a:off x="777587" y="489327"/>
              <a:ext cx="231697" cy="231748"/>
            </a:xfrm>
            <a:custGeom>
              <a:avLst/>
              <a:gdLst/>
              <a:ahLst/>
              <a:cxnLst/>
              <a:rect l="l" t="t" r="r" b="b"/>
              <a:pathLst>
                <a:path w="4579" h="4580" extrusionOk="0">
                  <a:moveTo>
                    <a:pt x="2289" y="154"/>
                  </a:moveTo>
                  <a:cubicBezTo>
                    <a:pt x="3466" y="154"/>
                    <a:pt x="4425" y="1112"/>
                    <a:pt x="4425" y="2290"/>
                  </a:cubicBezTo>
                  <a:cubicBezTo>
                    <a:pt x="4425" y="3468"/>
                    <a:pt x="3466" y="4425"/>
                    <a:pt x="2289" y="4425"/>
                  </a:cubicBezTo>
                  <a:cubicBezTo>
                    <a:pt x="1111" y="4425"/>
                    <a:pt x="154" y="3468"/>
                    <a:pt x="154" y="2290"/>
                  </a:cubicBezTo>
                  <a:cubicBezTo>
                    <a:pt x="154" y="1113"/>
                    <a:pt x="1111" y="154"/>
                    <a:pt x="2289" y="154"/>
                  </a:cubicBezTo>
                  <a:close/>
                  <a:moveTo>
                    <a:pt x="2289" y="0"/>
                  </a:moveTo>
                  <a:cubicBezTo>
                    <a:pt x="1026" y="0"/>
                    <a:pt x="0" y="1028"/>
                    <a:pt x="0" y="2290"/>
                  </a:cubicBezTo>
                  <a:cubicBezTo>
                    <a:pt x="0" y="3552"/>
                    <a:pt x="1026" y="4579"/>
                    <a:pt x="2289" y="4579"/>
                  </a:cubicBezTo>
                  <a:cubicBezTo>
                    <a:pt x="3551" y="4579"/>
                    <a:pt x="4579" y="3552"/>
                    <a:pt x="4579" y="2290"/>
                  </a:cubicBezTo>
                  <a:cubicBezTo>
                    <a:pt x="4579" y="1028"/>
                    <a:pt x="3551" y="0"/>
                    <a:pt x="228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4" name="Google Shape;1924;p38"/>
          <p:cNvGrpSpPr/>
          <p:nvPr/>
        </p:nvGrpSpPr>
        <p:grpSpPr>
          <a:xfrm>
            <a:off x="5312917" y="3045099"/>
            <a:ext cx="3288108" cy="2164123"/>
            <a:chOff x="5312917" y="3045099"/>
            <a:chExt cx="3288108" cy="2164123"/>
          </a:xfrm>
        </p:grpSpPr>
        <p:sp>
          <p:nvSpPr>
            <p:cNvPr id="1925" name="Google Shape;1925;p38"/>
            <p:cNvSpPr/>
            <p:nvPr/>
          </p:nvSpPr>
          <p:spPr>
            <a:xfrm>
              <a:off x="6484616" y="4292587"/>
              <a:ext cx="554005" cy="916586"/>
            </a:xfrm>
            <a:custGeom>
              <a:avLst/>
              <a:gdLst/>
              <a:ahLst/>
              <a:cxnLst/>
              <a:rect l="l" t="t" r="r" b="b"/>
              <a:pathLst>
                <a:path w="10714" h="17726" extrusionOk="0">
                  <a:moveTo>
                    <a:pt x="1237" y="0"/>
                  </a:moveTo>
                  <a:cubicBezTo>
                    <a:pt x="553" y="0"/>
                    <a:pt x="0" y="553"/>
                    <a:pt x="0" y="1237"/>
                  </a:cubicBezTo>
                  <a:cubicBezTo>
                    <a:pt x="0" y="1920"/>
                    <a:pt x="553" y="2474"/>
                    <a:pt x="1237" y="2474"/>
                  </a:cubicBezTo>
                  <a:cubicBezTo>
                    <a:pt x="1539" y="2474"/>
                    <a:pt x="1813" y="2362"/>
                    <a:pt x="2026" y="2182"/>
                  </a:cubicBezTo>
                  <a:lnTo>
                    <a:pt x="5616" y="5771"/>
                  </a:lnTo>
                  <a:lnTo>
                    <a:pt x="5616" y="12797"/>
                  </a:lnTo>
                  <a:cubicBezTo>
                    <a:pt x="5616" y="12839"/>
                    <a:pt x="5632" y="12878"/>
                    <a:pt x="5662" y="12906"/>
                  </a:cubicBezTo>
                  <a:cubicBezTo>
                    <a:pt x="5662" y="12906"/>
                    <a:pt x="10291" y="17537"/>
                    <a:pt x="10437" y="17681"/>
                  </a:cubicBezTo>
                  <a:cubicBezTo>
                    <a:pt x="10466" y="17711"/>
                    <a:pt x="10505" y="17726"/>
                    <a:pt x="10544" y="17726"/>
                  </a:cubicBezTo>
                  <a:cubicBezTo>
                    <a:pt x="10584" y="17726"/>
                    <a:pt x="10623" y="17710"/>
                    <a:pt x="10654" y="17681"/>
                  </a:cubicBezTo>
                  <a:cubicBezTo>
                    <a:pt x="10713" y="17620"/>
                    <a:pt x="10713" y="17524"/>
                    <a:pt x="10653" y="17463"/>
                  </a:cubicBezTo>
                  <a:lnTo>
                    <a:pt x="10654" y="17463"/>
                  </a:lnTo>
                  <a:cubicBezTo>
                    <a:pt x="10517" y="17327"/>
                    <a:pt x="6402" y="13211"/>
                    <a:pt x="5924" y="12733"/>
                  </a:cubicBezTo>
                  <a:lnTo>
                    <a:pt x="5924" y="5708"/>
                  </a:lnTo>
                  <a:cubicBezTo>
                    <a:pt x="5924" y="5667"/>
                    <a:pt x="5908" y="5627"/>
                    <a:pt x="5879" y="5599"/>
                  </a:cubicBezTo>
                  <a:lnTo>
                    <a:pt x="2238" y="1959"/>
                  </a:lnTo>
                  <a:cubicBezTo>
                    <a:pt x="2386" y="1754"/>
                    <a:pt x="2475" y="1507"/>
                    <a:pt x="2475" y="1237"/>
                  </a:cubicBezTo>
                  <a:cubicBezTo>
                    <a:pt x="2475" y="553"/>
                    <a:pt x="1920" y="0"/>
                    <a:pt x="1237"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8"/>
            <p:cNvSpPr/>
            <p:nvPr/>
          </p:nvSpPr>
          <p:spPr>
            <a:xfrm>
              <a:off x="6521639" y="4329559"/>
              <a:ext cx="53932" cy="53932"/>
            </a:xfrm>
            <a:custGeom>
              <a:avLst/>
              <a:gdLst/>
              <a:ahLst/>
              <a:cxnLst/>
              <a:rect l="l" t="t" r="r" b="b"/>
              <a:pathLst>
                <a:path w="1043" h="1043" extrusionOk="0">
                  <a:moveTo>
                    <a:pt x="521" y="0"/>
                  </a:moveTo>
                  <a:cubicBezTo>
                    <a:pt x="234" y="0"/>
                    <a:pt x="1" y="234"/>
                    <a:pt x="1" y="522"/>
                  </a:cubicBezTo>
                  <a:cubicBezTo>
                    <a:pt x="1" y="809"/>
                    <a:pt x="234" y="1043"/>
                    <a:pt x="521" y="1043"/>
                  </a:cubicBezTo>
                  <a:cubicBezTo>
                    <a:pt x="809" y="1043"/>
                    <a:pt x="1042" y="810"/>
                    <a:pt x="1042" y="522"/>
                  </a:cubicBezTo>
                  <a:cubicBezTo>
                    <a:pt x="1042"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8"/>
            <p:cNvSpPr/>
            <p:nvPr/>
          </p:nvSpPr>
          <p:spPr>
            <a:xfrm>
              <a:off x="6595480" y="4109381"/>
              <a:ext cx="1277356" cy="1062404"/>
            </a:xfrm>
            <a:custGeom>
              <a:avLst/>
              <a:gdLst/>
              <a:ahLst/>
              <a:cxnLst/>
              <a:rect l="l" t="t" r="r" b="b"/>
              <a:pathLst>
                <a:path w="24703" h="20546" extrusionOk="0">
                  <a:moveTo>
                    <a:pt x="1238" y="0"/>
                  </a:moveTo>
                  <a:cubicBezTo>
                    <a:pt x="555" y="0"/>
                    <a:pt x="1" y="553"/>
                    <a:pt x="1" y="1237"/>
                  </a:cubicBezTo>
                  <a:cubicBezTo>
                    <a:pt x="1" y="1920"/>
                    <a:pt x="555" y="2474"/>
                    <a:pt x="1238" y="2474"/>
                  </a:cubicBezTo>
                  <a:cubicBezTo>
                    <a:pt x="1922" y="2474"/>
                    <a:pt x="2415" y="1972"/>
                    <a:pt x="2466" y="1335"/>
                  </a:cubicBezTo>
                  <a:lnTo>
                    <a:pt x="11270" y="1335"/>
                  </a:lnTo>
                  <a:lnTo>
                    <a:pt x="14731" y="4796"/>
                  </a:lnTo>
                  <a:cubicBezTo>
                    <a:pt x="14759" y="4825"/>
                    <a:pt x="14798" y="4841"/>
                    <a:pt x="14839" y="4841"/>
                  </a:cubicBezTo>
                  <a:lnTo>
                    <a:pt x="19653" y="4841"/>
                  </a:lnTo>
                  <a:lnTo>
                    <a:pt x="21522" y="6710"/>
                  </a:lnTo>
                  <a:lnTo>
                    <a:pt x="21522" y="17534"/>
                  </a:lnTo>
                  <a:cubicBezTo>
                    <a:pt x="21522" y="17574"/>
                    <a:pt x="21539" y="17615"/>
                    <a:pt x="21567" y="17643"/>
                  </a:cubicBezTo>
                  <a:lnTo>
                    <a:pt x="24425" y="20500"/>
                  </a:lnTo>
                  <a:cubicBezTo>
                    <a:pt x="24455" y="20531"/>
                    <a:pt x="24494" y="20545"/>
                    <a:pt x="24533" y="20545"/>
                  </a:cubicBezTo>
                  <a:cubicBezTo>
                    <a:pt x="24573" y="20545"/>
                    <a:pt x="24612" y="20530"/>
                    <a:pt x="24642" y="20500"/>
                  </a:cubicBezTo>
                  <a:cubicBezTo>
                    <a:pt x="24702" y="20440"/>
                    <a:pt x="24702" y="20343"/>
                    <a:pt x="24642" y="20283"/>
                  </a:cubicBezTo>
                  <a:lnTo>
                    <a:pt x="21830" y="17470"/>
                  </a:lnTo>
                  <a:lnTo>
                    <a:pt x="21830" y="6646"/>
                  </a:lnTo>
                  <a:cubicBezTo>
                    <a:pt x="21830" y="6606"/>
                    <a:pt x="21814" y="6566"/>
                    <a:pt x="21785" y="6537"/>
                  </a:cubicBezTo>
                  <a:lnTo>
                    <a:pt x="19826" y="4579"/>
                  </a:lnTo>
                  <a:cubicBezTo>
                    <a:pt x="19797" y="4550"/>
                    <a:pt x="19758" y="4534"/>
                    <a:pt x="19717" y="4534"/>
                  </a:cubicBezTo>
                  <a:lnTo>
                    <a:pt x="14903" y="4534"/>
                  </a:lnTo>
                  <a:lnTo>
                    <a:pt x="11442" y="1072"/>
                  </a:lnTo>
                  <a:cubicBezTo>
                    <a:pt x="11413" y="1044"/>
                    <a:pt x="11374" y="1027"/>
                    <a:pt x="11333" y="1027"/>
                  </a:cubicBezTo>
                  <a:lnTo>
                    <a:pt x="2455" y="1027"/>
                  </a:lnTo>
                  <a:cubicBezTo>
                    <a:pt x="2354" y="445"/>
                    <a:pt x="1850" y="0"/>
                    <a:pt x="1238"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8"/>
            <p:cNvSpPr/>
            <p:nvPr/>
          </p:nvSpPr>
          <p:spPr>
            <a:xfrm>
              <a:off x="6632608" y="4146405"/>
              <a:ext cx="53880" cy="53880"/>
            </a:xfrm>
            <a:custGeom>
              <a:avLst/>
              <a:gdLst/>
              <a:ahLst/>
              <a:cxnLst/>
              <a:rect l="l" t="t" r="r" b="b"/>
              <a:pathLst>
                <a:path w="1042" h="1042" extrusionOk="0">
                  <a:moveTo>
                    <a:pt x="520" y="0"/>
                  </a:moveTo>
                  <a:cubicBezTo>
                    <a:pt x="233" y="0"/>
                    <a:pt x="0" y="233"/>
                    <a:pt x="0" y="521"/>
                  </a:cubicBezTo>
                  <a:cubicBezTo>
                    <a:pt x="0" y="809"/>
                    <a:pt x="233" y="1042"/>
                    <a:pt x="520" y="1042"/>
                  </a:cubicBezTo>
                  <a:cubicBezTo>
                    <a:pt x="809" y="1042"/>
                    <a:pt x="1042" y="809"/>
                    <a:pt x="1042" y="521"/>
                  </a:cubicBezTo>
                  <a:cubicBezTo>
                    <a:pt x="1042" y="233"/>
                    <a:pt x="809" y="0"/>
                    <a:pt x="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8"/>
            <p:cNvSpPr/>
            <p:nvPr/>
          </p:nvSpPr>
          <p:spPr>
            <a:xfrm>
              <a:off x="7652367" y="3874672"/>
              <a:ext cx="446038" cy="1297109"/>
            </a:xfrm>
            <a:custGeom>
              <a:avLst/>
              <a:gdLst/>
              <a:ahLst/>
              <a:cxnLst/>
              <a:rect l="l" t="t" r="r" b="b"/>
              <a:pathLst>
                <a:path w="8626" h="25085" extrusionOk="0">
                  <a:moveTo>
                    <a:pt x="1237" y="1"/>
                  </a:moveTo>
                  <a:cubicBezTo>
                    <a:pt x="554" y="1"/>
                    <a:pt x="0" y="555"/>
                    <a:pt x="0" y="1238"/>
                  </a:cubicBezTo>
                  <a:cubicBezTo>
                    <a:pt x="0" y="1922"/>
                    <a:pt x="554" y="2475"/>
                    <a:pt x="1237" y="2475"/>
                  </a:cubicBezTo>
                  <a:cubicBezTo>
                    <a:pt x="1505" y="2475"/>
                    <a:pt x="1751" y="2389"/>
                    <a:pt x="1953" y="2243"/>
                  </a:cubicBezTo>
                  <a:lnTo>
                    <a:pt x="3697" y="3987"/>
                  </a:lnTo>
                  <a:cubicBezTo>
                    <a:pt x="3725" y="4015"/>
                    <a:pt x="3764" y="4032"/>
                    <a:pt x="3806" y="4032"/>
                  </a:cubicBezTo>
                  <a:lnTo>
                    <a:pt x="8318" y="4032"/>
                  </a:lnTo>
                  <a:lnTo>
                    <a:pt x="8318" y="8698"/>
                  </a:lnTo>
                  <a:lnTo>
                    <a:pt x="5868" y="11149"/>
                  </a:lnTo>
                  <a:cubicBezTo>
                    <a:pt x="5838" y="11178"/>
                    <a:pt x="5823" y="11217"/>
                    <a:pt x="5823" y="11257"/>
                  </a:cubicBezTo>
                  <a:lnTo>
                    <a:pt x="5823" y="24930"/>
                  </a:lnTo>
                  <a:cubicBezTo>
                    <a:pt x="5823" y="25016"/>
                    <a:pt x="5891" y="25084"/>
                    <a:pt x="5975" y="25084"/>
                  </a:cubicBezTo>
                  <a:cubicBezTo>
                    <a:pt x="6060" y="25084"/>
                    <a:pt x="6129" y="25016"/>
                    <a:pt x="6129" y="24930"/>
                  </a:cubicBezTo>
                  <a:lnTo>
                    <a:pt x="6129" y="11321"/>
                  </a:lnTo>
                  <a:lnTo>
                    <a:pt x="8581" y="8871"/>
                  </a:lnTo>
                  <a:cubicBezTo>
                    <a:pt x="8609" y="8842"/>
                    <a:pt x="8626" y="8803"/>
                    <a:pt x="8626" y="8762"/>
                  </a:cubicBezTo>
                  <a:lnTo>
                    <a:pt x="8626" y="3878"/>
                  </a:lnTo>
                  <a:cubicBezTo>
                    <a:pt x="8626" y="3793"/>
                    <a:pt x="8557" y="3724"/>
                    <a:pt x="8472" y="3724"/>
                  </a:cubicBezTo>
                  <a:lnTo>
                    <a:pt x="3870" y="3724"/>
                  </a:lnTo>
                  <a:lnTo>
                    <a:pt x="2178" y="2033"/>
                  </a:lnTo>
                  <a:cubicBezTo>
                    <a:pt x="2360" y="1818"/>
                    <a:pt x="2475" y="1542"/>
                    <a:pt x="2475" y="1238"/>
                  </a:cubicBezTo>
                  <a:cubicBezTo>
                    <a:pt x="2475" y="555"/>
                    <a:pt x="1920" y="1"/>
                    <a:pt x="1237"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8"/>
            <p:cNvSpPr/>
            <p:nvPr/>
          </p:nvSpPr>
          <p:spPr>
            <a:xfrm>
              <a:off x="7689391" y="3911748"/>
              <a:ext cx="53932" cy="53880"/>
            </a:xfrm>
            <a:custGeom>
              <a:avLst/>
              <a:gdLst/>
              <a:ahLst/>
              <a:cxnLst/>
              <a:rect l="l" t="t" r="r" b="b"/>
              <a:pathLst>
                <a:path w="1043" h="1042" extrusionOk="0">
                  <a:moveTo>
                    <a:pt x="521" y="0"/>
                  </a:moveTo>
                  <a:cubicBezTo>
                    <a:pt x="234" y="0"/>
                    <a:pt x="1" y="233"/>
                    <a:pt x="1" y="520"/>
                  </a:cubicBezTo>
                  <a:cubicBezTo>
                    <a:pt x="1" y="809"/>
                    <a:pt x="234" y="1042"/>
                    <a:pt x="521" y="1042"/>
                  </a:cubicBezTo>
                  <a:cubicBezTo>
                    <a:pt x="809" y="1042"/>
                    <a:pt x="1042" y="809"/>
                    <a:pt x="1042" y="520"/>
                  </a:cubicBezTo>
                  <a:cubicBezTo>
                    <a:pt x="1042" y="233"/>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8"/>
            <p:cNvSpPr/>
            <p:nvPr/>
          </p:nvSpPr>
          <p:spPr>
            <a:xfrm>
              <a:off x="7484157" y="3118888"/>
              <a:ext cx="1031999" cy="2052881"/>
            </a:xfrm>
            <a:custGeom>
              <a:avLst/>
              <a:gdLst/>
              <a:ahLst/>
              <a:cxnLst/>
              <a:rect l="l" t="t" r="r" b="b"/>
              <a:pathLst>
                <a:path w="19958" h="39701" extrusionOk="0">
                  <a:moveTo>
                    <a:pt x="1238" y="0"/>
                  </a:moveTo>
                  <a:cubicBezTo>
                    <a:pt x="554" y="0"/>
                    <a:pt x="0" y="553"/>
                    <a:pt x="0" y="1237"/>
                  </a:cubicBezTo>
                  <a:cubicBezTo>
                    <a:pt x="0" y="1920"/>
                    <a:pt x="554" y="2474"/>
                    <a:pt x="1238" y="2474"/>
                  </a:cubicBezTo>
                  <a:cubicBezTo>
                    <a:pt x="1524" y="2474"/>
                    <a:pt x="1784" y="2373"/>
                    <a:pt x="1993" y="2210"/>
                  </a:cubicBezTo>
                  <a:lnTo>
                    <a:pt x="4924" y="5141"/>
                  </a:lnTo>
                  <a:cubicBezTo>
                    <a:pt x="4953" y="5170"/>
                    <a:pt x="4992" y="5186"/>
                    <a:pt x="5033" y="5186"/>
                  </a:cubicBezTo>
                  <a:lnTo>
                    <a:pt x="16261" y="5186"/>
                  </a:lnTo>
                  <a:lnTo>
                    <a:pt x="19650" y="8574"/>
                  </a:lnTo>
                  <a:lnTo>
                    <a:pt x="19650" y="12148"/>
                  </a:lnTo>
                  <a:lnTo>
                    <a:pt x="16379" y="15419"/>
                  </a:lnTo>
                  <a:cubicBezTo>
                    <a:pt x="16351" y="15449"/>
                    <a:pt x="16334" y="15488"/>
                    <a:pt x="16334" y="15528"/>
                  </a:cubicBezTo>
                  <a:lnTo>
                    <a:pt x="16334" y="28800"/>
                  </a:lnTo>
                  <a:lnTo>
                    <a:pt x="13172" y="31963"/>
                  </a:lnTo>
                  <a:cubicBezTo>
                    <a:pt x="13142" y="31991"/>
                    <a:pt x="13127" y="32030"/>
                    <a:pt x="13127" y="32072"/>
                  </a:cubicBezTo>
                  <a:lnTo>
                    <a:pt x="13127" y="39546"/>
                  </a:lnTo>
                  <a:cubicBezTo>
                    <a:pt x="13127" y="39632"/>
                    <a:pt x="13196" y="39700"/>
                    <a:pt x="13281" y="39700"/>
                  </a:cubicBezTo>
                  <a:cubicBezTo>
                    <a:pt x="13365" y="39700"/>
                    <a:pt x="13434" y="39632"/>
                    <a:pt x="13434" y="39546"/>
                  </a:cubicBezTo>
                  <a:lnTo>
                    <a:pt x="13434" y="32135"/>
                  </a:lnTo>
                  <a:lnTo>
                    <a:pt x="16597" y="28973"/>
                  </a:lnTo>
                  <a:cubicBezTo>
                    <a:pt x="16625" y="28943"/>
                    <a:pt x="16642" y="28904"/>
                    <a:pt x="16642" y="28864"/>
                  </a:cubicBezTo>
                  <a:lnTo>
                    <a:pt x="16642" y="15592"/>
                  </a:lnTo>
                  <a:lnTo>
                    <a:pt x="19911" y="12321"/>
                  </a:lnTo>
                  <a:cubicBezTo>
                    <a:pt x="19941" y="12292"/>
                    <a:pt x="19958" y="12253"/>
                    <a:pt x="19958" y="12212"/>
                  </a:cubicBezTo>
                  <a:lnTo>
                    <a:pt x="19958" y="8511"/>
                  </a:lnTo>
                  <a:cubicBezTo>
                    <a:pt x="19958" y="8470"/>
                    <a:pt x="19941" y="8430"/>
                    <a:pt x="19911" y="8402"/>
                  </a:cubicBezTo>
                  <a:lnTo>
                    <a:pt x="19913" y="8402"/>
                  </a:lnTo>
                  <a:lnTo>
                    <a:pt x="16434" y="4924"/>
                  </a:lnTo>
                  <a:cubicBezTo>
                    <a:pt x="16405" y="4894"/>
                    <a:pt x="16366" y="4879"/>
                    <a:pt x="16325" y="4879"/>
                  </a:cubicBezTo>
                  <a:lnTo>
                    <a:pt x="5096" y="4879"/>
                  </a:lnTo>
                  <a:lnTo>
                    <a:pt x="2211" y="1993"/>
                  </a:lnTo>
                  <a:cubicBezTo>
                    <a:pt x="2374" y="1783"/>
                    <a:pt x="2474" y="1523"/>
                    <a:pt x="2474" y="1237"/>
                  </a:cubicBezTo>
                  <a:cubicBezTo>
                    <a:pt x="2474" y="553"/>
                    <a:pt x="1921" y="0"/>
                    <a:pt x="1238"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8"/>
            <p:cNvSpPr/>
            <p:nvPr/>
          </p:nvSpPr>
          <p:spPr>
            <a:xfrm>
              <a:off x="7521181" y="3155912"/>
              <a:ext cx="53984" cy="53932"/>
            </a:xfrm>
            <a:custGeom>
              <a:avLst/>
              <a:gdLst/>
              <a:ahLst/>
              <a:cxnLst/>
              <a:rect l="l" t="t" r="r" b="b"/>
              <a:pathLst>
                <a:path w="1044" h="1043" extrusionOk="0">
                  <a:moveTo>
                    <a:pt x="522" y="1"/>
                  </a:moveTo>
                  <a:cubicBezTo>
                    <a:pt x="235" y="1"/>
                    <a:pt x="0" y="233"/>
                    <a:pt x="0" y="521"/>
                  </a:cubicBezTo>
                  <a:cubicBezTo>
                    <a:pt x="0" y="809"/>
                    <a:pt x="233" y="1042"/>
                    <a:pt x="522" y="1042"/>
                  </a:cubicBezTo>
                  <a:cubicBezTo>
                    <a:pt x="809" y="1042"/>
                    <a:pt x="1043" y="809"/>
                    <a:pt x="1043" y="521"/>
                  </a:cubicBezTo>
                  <a:cubicBezTo>
                    <a:pt x="1043" y="233"/>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8"/>
            <p:cNvSpPr/>
            <p:nvPr/>
          </p:nvSpPr>
          <p:spPr>
            <a:xfrm>
              <a:off x="8547042" y="3045099"/>
              <a:ext cx="53984" cy="53880"/>
            </a:xfrm>
            <a:custGeom>
              <a:avLst/>
              <a:gdLst/>
              <a:ahLst/>
              <a:cxnLst/>
              <a:rect l="l" t="t" r="r" b="b"/>
              <a:pathLst>
                <a:path w="1044" h="1042" extrusionOk="0">
                  <a:moveTo>
                    <a:pt x="522" y="0"/>
                  </a:moveTo>
                  <a:cubicBezTo>
                    <a:pt x="235" y="0"/>
                    <a:pt x="1" y="233"/>
                    <a:pt x="1" y="520"/>
                  </a:cubicBezTo>
                  <a:cubicBezTo>
                    <a:pt x="1" y="809"/>
                    <a:pt x="235" y="1042"/>
                    <a:pt x="522" y="1042"/>
                  </a:cubicBezTo>
                  <a:cubicBezTo>
                    <a:pt x="811" y="1042"/>
                    <a:pt x="1043" y="809"/>
                    <a:pt x="1043" y="520"/>
                  </a:cubicBezTo>
                  <a:cubicBezTo>
                    <a:pt x="1043" y="233"/>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8"/>
            <p:cNvSpPr/>
            <p:nvPr/>
          </p:nvSpPr>
          <p:spPr>
            <a:xfrm>
              <a:off x="8256487" y="3771357"/>
              <a:ext cx="56104" cy="56104"/>
            </a:xfrm>
            <a:custGeom>
              <a:avLst/>
              <a:gdLst/>
              <a:ahLst/>
              <a:cxnLst/>
              <a:rect l="l" t="t" r="r" b="b"/>
              <a:pathLst>
                <a:path w="1085" h="1085" extrusionOk="0">
                  <a:moveTo>
                    <a:pt x="542" y="1"/>
                  </a:moveTo>
                  <a:cubicBezTo>
                    <a:pt x="243" y="1"/>
                    <a:pt x="1" y="243"/>
                    <a:pt x="1" y="543"/>
                  </a:cubicBezTo>
                  <a:cubicBezTo>
                    <a:pt x="1" y="842"/>
                    <a:pt x="243" y="1085"/>
                    <a:pt x="542" y="1085"/>
                  </a:cubicBezTo>
                  <a:cubicBezTo>
                    <a:pt x="843" y="1085"/>
                    <a:pt x="1085" y="842"/>
                    <a:pt x="1085" y="543"/>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8"/>
            <p:cNvSpPr/>
            <p:nvPr/>
          </p:nvSpPr>
          <p:spPr>
            <a:xfrm>
              <a:off x="8168943" y="3683813"/>
              <a:ext cx="56155" cy="56104"/>
            </a:xfrm>
            <a:custGeom>
              <a:avLst/>
              <a:gdLst/>
              <a:ahLst/>
              <a:cxnLst/>
              <a:rect l="l" t="t" r="r" b="b"/>
              <a:pathLst>
                <a:path w="1086" h="1085" extrusionOk="0">
                  <a:moveTo>
                    <a:pt x="544" y="1"/>
                  </a:moveTo>
                  <a:cubicBezTo>
                    <a:pt x="243" y="1"/>
                    <a:pt x="1" y="244"/>
                    <a:pt x="1" y="543"/>
                  </a:cubicBezTo>
                  <a:cubicBezTo>
                    <a:pt x="1" y="843"/>
                    <a:pt x="243" y="1085"/>
                    <a:pt x="544" y="1085"/>
                  </a:cubicBezTo>
                  <a:cubicBezTo>
                    <a:pt x="843" y="1085"/>
                    <a:pt x="1085" y="843"/>
                    <a:pt x="1085" y="543"/>
                  </a:cubicBezTo>
                  <a:cubicBezTo>
                    <a:pt x="1085" y="244"/>
                    <a:pt x="843" y="1"/>
                    <a:pt x="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8"/>
            <p:cNvSpPr/>
            <p:nvPr/>
          </p:nvSpPr>
          <p:spPr>
            <a:xfrm>
              <a:off x="8078969" y="3593839"/>
              <a:ext cx="56104" cy="56104"/>
            </a:xfrm>
            <a:custGeom>
              <a:avLst/>
              <a:gdLst/>
              <a:ahLst/>
              <a:cxnLst/>
              <a:rect l="l" t="t" r="r" b="b"/>
              <a:pathLst>
                <a:path w="1085" h="1085" extrusionOk="0">
                  <a:moveTo>
                    <a:pt x="543" y="1"/>
                  </a:moveTo>
                  <a:cubicBezTo>
                    <a:pt x="244" y="1"/>
                    <a:pt x="1" y="244"/>
                    <a:pt x="1" y="543"/>
                  </a:cubicBezTo>
                  <a:cubicBezTo>
                    <a:pt x="1" y="842"/>
                    <a:pt x="244" y="1085"/>
                    <a:pt x="543" y="1085"/>
                  </a:cubicBezTo>
                  <a:cubicBezTo>
                    <a:pt x="843" y="1085"/>
                    <a:pt x="1085" y="842"/>
                    <a:pt x="1085" y="543"/>
                  </a:cubicBezTo>
                  <a:cubicBezTo>
                    <a:pt x="1085" y="244"/>
                    <a:pt x="843"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8"/>
            <p:cNvSpPr/>
            <p:nvPr/>
          </p:nvSpPr>
          <p:spPr>
            <a:xfrm>
              <a:off x="7189414" y="4627870"/>
              <a:ext cx="56104" cy="56104"/>
            </a:xfrm>
            <a:custGeom>
              <a:avLst/>
              <a:gdLst/>
              <a:ahLst/>
              <a:cxnLst/>
              <a:rect l="l" t="t" r="r" b="b"/>
              <a:pathLst>
                <a:path w="1085" h="1085" extrusionOk="0">
                  <a:moveTo>
                    <a:pt x="542" y="0"/>
                  </a:moveTo>
                  <a:cubicBezTo>
                    <a:pt x="243" y="0"/>
                    <a:pt x="1" y="243"/>
                    <a:pt x="1" y="542"/>
                  </a:cubicBezTo>
                  <a:cubicBezTo>
                    <a:pt x="1" y="842"/>
                    <a:pt x="243" y="1084"/>
                    <a:pt x="542" y="1084"/>
                  </a:cubicBezTo>
                  <a:cubicBezTo>
                    <a:pt x="841" y="1084"/>
                    <a:pt x="1085" y="842"/>
                    <a:pt x="1085" y="542"/>
                  </a:cubicBezTo>
                  <a:cubicBezTo>
                    <a:pt x="1085" y="243"/>
                    <a:pt x="841"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8"/>
            <p:cNvSpPr/>
            <p:nvPr/>
          </p:nvSpPr>
          <p:spPr>
            <a:xfrm>
              <a:off x="7101870" y="4540326"/>
              <a:ext cx="56104" cy="56104"/>
            </a:xfrm>
            <a:custGeom>
              <a:avLst/>
              <a:gdLst/>
              <a:ahLst/>
              <a:cxnLst/>
              <a:rect l="l" t="t" r="r" b="b"/>
              <a:pathLst>
                <a:path w="1085" h="1085" extrusionOk="0">
                  <a:moveTo>
                    <a:pt x="542" y="0"/>
                  </a:moveTo>
                  <a:cubicBezTo>
                    <a:pt x="243" y="0"/>
                    <a:pt x="1" y="243"/>
                    <a:pt x="1" y="542"/>
                  </a:cubicBezTo>
                  <a:cubicBezTo>
                    <a:pt x="1" y="842"/>
                    <a:pt x="243" y="1084"/>
                    <a:pt x="542" y="1084"/>
                  </a:cubicBezTo>
                  <a:cubicBezTo>
                    <a:pt x="843" y="1084"/>
                    <a:pt x="1085" y="842"/>
                    <a:pt x="1085" y="542"/>
                  </a:cubicBezTo>
                  <a:cubicBezTo>
                    <a:pt x="1085" y="243"/>
                    <a:pt x="843"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8"/>
            <p:cNvSpPr/>
            <p:nvPr/>
          </p:nvSpPr>
          <p:spPr>
            <a:xfrm>
              <a:off x="7011895" y="4450352"/>
              <a:ext cx="56104" cy="56104"/>
            </a:xfrm>
            <a:custGeom>
              <a:avLst/>
              <a:gdLst/>
              <a:ahLst/>
              <a:cxnLst/>
              <a:rect l="l" t="t" r="r" b="b"/>
              <a:pathLst>
                <a:path w="1085" h="1085" extrusionOk="0">
                  <a:moveTo>
                    <a:pt x="543" y="0"/>
                  </a:moveTo>
                  <a:cubicBezTo>
                    <a:pt x="243" y="0"/>
                    <a:pt x="1" y="243"/>
                    <a:pt x="1" y="543"/>
                  </a:cubicBezTo>
                  <a:cubicBezTo>
                    <a:pt x="1" y="842"/>
                    <a:pt x="243" y="1084"/>
                    <a:pt x="543" y="1084"/>
                  </a:cubicBezTo>
                  <a:cubicBezTo>
                    <a:pt x="842" y="1084"/>
                    <a:pt x="1085" y="842"/>
                    <a:pt x="1085" y="543"/>
                  </a:cubicBezTo>
                  <a:cubicBezTo>
                    <a:pt x="1085" y="243"/>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8"/>
            <p:cNvSpPr/>
            <p:nvPr/>
          </p:nvSpPr>
          <p:spPr>
            <a:xfrm>
              <a:off x="6733441" y="4547204"/>
              <a:ext cx="81027" cy="81027"/>
            </a:xfrm>
            <a:custGeom>
              <a:avLst/>
              <a:gdLst/>
              <a:ahLst/>
              <a:cxnLst/>
              <a:rect l="l" t="t" r="r" b="b"/>
              <a:pathLst>
                <a:path w="1567" h="1567" extrusionOk="0">
                  <a:moveTo>
                    <a:pt x="783" y="1"/>
                  </a:moveTo>
                  <a:cubicBezTo>
                    <a:pt x="351" y="1"/>
                    <a:pt x="1" y="351"/>
                    <a:pt x="1" y="784"/>
                  </a:cubicBezTo>
                  <a:cubicBezTo>
                    <a:pt x="1" y="1216"/>
                    <a:pt x="351" y="1566"/>
                    <a:pt x="783" y="1566"/>
                  </a:cubicBezTo>
                  <a:cubicBezTo>
                    <a:pt x="1216" y="1566"/>
                    <a:pt x="1566" y="1216"/>
                    <a:pt x="1566" y="784"/>
                  </a:cubicBezTo>
                  <a:cubicBezTo>
                    <a:pt x="1566" y="351"/>
                    <a:pt x="1216"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8"/>
            <p:cNvSpPr/>
            <p:nvPr/>
          </p:nvSpPr>
          <p:spPr>
            <a:xfrm>
              <a:off x="6655515" y="4469278"/>
              <a:ext cx="236825" cy="236877"/>
            </a:xfrm>
            <a:custGeom>
              <a:avLst/>
              <a:gdLst/>
              <a:ahLst/>
              <a:cxnLst/>
              <a:rect l="l" t="t" r="r" b="b"/>
              <a:pathLst>
                <a:path w="4580" h="4581" extrusionOk="0">
                  <a:moveTo>
                    <a:pt x="2290" y="156"/>
                  </a:moveTo>
                  <a:cubicBezTo>
                    <a:pt x="3468" y="156"/>
                    <a:pt x="4426" y="1113"/>
                    <a:pt x="4426" y="2291"/>
                  </a:cubicBezTo>
                  <a:cubicBezTo>
                    <a:pt x="4426" y="3468"/>
                    <a:pt x="3468" y="4427"/>
                    <a:pt x="2290" y="4427"/>
                  </a:cubicBezTo>
                  <a:cubicBezTo>
                    <a:pt x="1113" y="4427"/>
                    <a:pt x="154" y="3468"/>
                    <a:pt x="154" y="2291"/>
                  </a:cubicBezTo>
                  <a:cubicBezTo>
                    <a:pt x="154" y="1113"/>
                    <a:pt x="1113" y="156"/>
                    <a:pt x="2290" y="156"/>
                  </a:cubicBezTo>
                  <a:close/>
                  <a:moveTo>
                    <a:pt x="2290" y="1"/>
                  </a:moveTo>
                  <a:cubicBezTo>
                    <a:pt x="1028" y="1"/>
                    <a:pt x="1" y="1028"/>
                    <a:pt x="1" y="2291"/>
                  </a:cubicBezTo>
                  <a:cubicBezTo>
                    <a:pt x="1" y="3553"/>
                    <a:pt x="1028" y="4580"/>
                    <a:pt x="2290" y="4580"/>
                  </a:cubicBezTo>
                  <a:cubicBezTo>
                    <a:pt x="3553" y="4580"/>
                    <a:pt x="4579" y="3553"/>
                    <a:pt x="4579" y="2291"/>
                  </a:cubicBezTo>
                  <a:cubicBezTo>
                    <a:pt x="4579" y="1028"/>
                    <a:pt x="3553" y="1"/>
                    <a:pt x="2290"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8"/>
            <p:cNvSpPr/>
            <p:nvPr/>
          </p:nvSpPr>
          <p:spPr>
            <a:xfrm>
              <a:off x="7202651" y="4863251"/>
              <a:ext cx="80976" cy="81027"/>
            </a:xfrm>
            <a:custGeom>
              <a:avLst/>
              <a:gdLst/>
              <a:ahLst/>
              <a:cxnLst/>
              <a:rect l="l" t="t" r="r" b="b"/>
              <a:pathLst>
                <a:path w="1566" h="1567" extrusionOk="0">
                  <a:moveTo>
                    <a:pt x="783" y="1"/>
                  </a:moveTo>
                  <a:cubicBezTo>
                    <a:pt x="350" y="1"/>
                    <a:pt x="0" y="351"/>
                    <a:pt x="0" y="783"/>
                  </a:cubicBezTo>
                  <a:cubicBezTo>
                    <a:pt x="0" y="1216"/>
                    <a:pt x="350" y="1566"/>
                    <a:pt x="783" y="1566"/>
                  </a:cubicBezTo>
                  <a:cubicBezTo>
                    <a:pt x="1215" y="1566"/>
                    <a:pt x="1565" y="1216"/>
                    <a:pt x="1565" y="783"/>
                  </a:cubicBezTo>
                  <a:cubicBezTo>
                    <a:pt x="1565" y="351"/>
                    <a:pt x="1215"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8"/>
            <p:cNvSpPr/>
            <p:nvPr/>
          </p:nvSpPr>
          <p:spPr>
            <a:xfrm>
              <a:off x="7924100" y="4417982"/>
              <a:ext cx="81027" cy="81079"/>
            </a:xfrm>
            <a:custGeom>
              <a:avLst/>
              <a:gdLst/>
              <a:ahLst/>
              <a:cxnLst/>
              <a:rect l="l" t="t" r="r" b="b"/>
              <a:pathLst>
                <a:path w="1567" h="1568" extrusionOk="0">
                  <a:moveTo>
                    <a:pt x="784" y="1"/>
                  </a:moveTo>
                  <a:cubicBezTo>
                    <a:pt x="351" y="1"/>
                    <a:pt x="0" y="352"/>
                    <a:pt x="0" y="785"/>
                  </a:cubicBezTo>
                  <a:cubicBezTo>
                    <a:pt x="0" y="1216"/>
                    <a:pt x="351" y="1567"/>
                    <a:pt x="784" y="1567"/>
                  </a:cubicBezTo>
                  <a:cubicBezTo>
                    <a:pt x="1215" y="1567"/>
                    <a:pt x="1567" y="1216"/>
                    <a:pt x="1567" y="785"/>
                  </a:cubicBezTo>
                  <a:cubicBezTo>
                    <a:pt x="1567" y="352"/>
                    <a:pt x="1215"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8"/>
            <p:cNvSpPr/>
            <p:nvPr/>
          </p:nvSpPr>
          <p:spPr>
            <a:xfrm>
              <a:off x="7846225" y="4340108"/>
              <a:ext cx="236773" cy="236825"/>
            </a:xfrm>
            <a:custGeom>
              <a:avLst/>
              <a:gdLst/>
              <a:ahLst/>
              <a:cxnLst/>
              <a:rect l="l" t="t" r="r" b="b"/>
              <a:pathLst>
                <a:path w="4579" h="4580" extrusionOk="0">
                  <a:moveTo>
                    <a:pt x="2290" y="154"/>
                  </a:moveTo>
                  <a:cubicBezTo>
                    <a:pt x="3467" y="154"/>
                    <a:pt x="4425" y="1112"/>
                    <a:pt x="4425" y="2291"/>
                  </a:cubicBezTo>
                  <a:cubicBezTo>
                    <a:pt x="4425" y="3468"/>
                    <a:pt x="3467" y="4426"/>
                    <a:pt x="2290" y="4426"/>
                  </a:cubicBezTo>
                  <a:cubicBezTo>
                    <a:pt x="1113" y="4426"/>
                    <a:pt x="154" y="3468"/>
                    <a:pt x="154" y="2291"/>
                  </a:cubicBezTo>
                  <a:cubicBezTo>
                    <a:pt x="154" y="1112"/>
                    <a:pt x="1113" y="154"/>
                    <a:pt x="2290" y="154"/>
                  </a:cubicBezTo>
                  <a:close/>
                  <a:moveTo>
                    <a:pt x="2290" y="1"/>
                  </a:moveTo>
                  <a:cubicBezTo>
                    <a:pt x="1027" y="1"/>
                    <a:pt x="0" y="1028"/>
                    <a:pt x="0" y="2291"/>
                  </a:cubicBezTo>
                  <a:cubicBezTo>
                    <a:pt x="0" y="3553"/>
                    <a:pt x="1027" y="4579"/>
                    <a:pt x="2290" y="4579"/>
                  </a:cubicBezTo>
                  <a:cubicBezTo>
                    <a:pt x="3553" y="4579"/>
                    <a:pt x="4579" y="3553"/>
                    <a:pt x="4579" y="2291"/>
                  </a:cubicBezTo>
                  <a:cubicBezTo>
                    <a:pt x="4579" y="1028"/>
                    <a:pt x="3553" y="1"/>
                    <a:pt x="2290"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8"/>
            <p:cNvSpPr/>
            <p:nvPr/>
          </p:nvSpPr>
          <p:spPr>
            <a:xfrm>
              <a:off x="8284979" y="3337722"/>
              <a:ext cx="81079" cy="81027"/>
            </a:xfrm>
            <a:custGeom>
              <a:avLst/>
              <a:gdLst/>
              <a:ahLst/>
              <a:cxnLst/>
              <a:rect l="l" t="t" r="r" b="b"/>
              <a:pathLst>
                <a:path w="1568" h="1567" extrusionOk="0">
                  <a:moveTo>
                    <a:pt x="783" y="0"/>
                  </a:moveTo>
                  <a:cubicBezTo>
                    <a:pt x="352" y="0"/>
                    <a:pt x="1" y="351"/>
                    <a:pt x="1" y="783"/>
                  </a:cubicBezTo>
                  <a:cubicBezTo>
                    <a:pt x="1" y="1216"/>
                    <a:pt x="352" y="1567"/>
                    <a:pt x="783" y="1567"/>
                  </a:cubicBezTo>
                  <a:cubicBezTo>
                    <a:pt x="1216" y="1567"/>
                    <a:pt x="1567" y="1216"/>
                    <a:pt x="1567" y="783"/>
                  </a:cubicBezTo>
                  <a:cubicBezTo>
                    <a:pt x="1567" y="351"/>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8"/>
            <p:cNvSpPr/>
            <p:nvPr/>
          </p:nvSpPr>
          <p:spPr>
            <a:xfrm>
              <a:off x="8207105" y="3259848"/>
              <a:ext cx="236825" cy="236773"/>
            </a:xfrm>
            <a:custGeom>
              <a:avLst/>
              <a:gdLst/>
              <a:ahLst/>
              <a:cxnLst/>
              <a:rect l="l" t="t" r="r" b="b"/>
              <a:pathLst>
                <a:path w="4580" h="4579" extrusionOk="0">
                  <a:moveTo>
                    <a:pt x="2291" y="154"/>
                  </a:moveTo>
                  <a:cubicBezTo>
                    <a:pt x="3468" y="154"/>
                    <a:pt x="4426" y="1111"/>
                    <a:pt x="4426" y="2289"/>
                  </a:cubicBezTo>
                  <a:cubicBezTo>
                    <a:pt x="4426" y="3468"/>
                    <a:pt x="3468" y="4425"/>
                    <a:pt x="2291" y="4425"/>
                  </a:cubicBezTo>
                  <a:cubicBezTo>
                    <a:pt x="1112" y="4425"/>
                    <a:pt x="154" y="3468"/>
                    <a:pt x="154" y="2289"/>
                  </a:cubicBezTo>
                  <a:cubicBezTo>
                    <a:pt x="154" y="1111"/>
                    <a:pt x="1112" y="154"/>
                    <a:pt x="2291" y="154"/>
                  </a:cubicBezTo>
                  <a:close/>
                  <a:moveTo>
                    <a:pt x="2291" y="0"/>
                  </a:moveTo>
                  <a:cubicBezTo>
                    <a:pt x="1028" y="0"/>
                    <a:pt x="1" y="1028"/>
                    <a:pt x="1" y="2289"/>
                  </a:cubicBezTo>
                  <a:cubicBezTo>
                    <a:pt x="1" y="3552"/>
                    <a:pt x="1028" y="4579"/>
                    <a:pt x="2291" y="4579"/>
                  </a:cubicBezTo>
                  <a:cubicBezTo>
                    <a:pt x="3552" y="4579"/>
                    <a:pt x="4579" y="3552"/>
                    <a:pt x="4579" y="2289"/>
                  </a:cubicBezTo>
                  <a:cubicBezTo>
                    <a:pt x="4579" y="1028"/>
                    <a:pt x="3552" y="0"/>
                    <a:pt x="2291"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8"/>
            <p:cNvSpPr/>
            <p:nvPr/>
          </p:nvSpPr>
          <p:spPr>
            <a:xfrm>
              <a:off x="7943904" y="3317038"/>
              <a:ext cx="122394" cy="122394"/>
            </a:xfrm>
            <a:custGeom>
              <a:avLst/>
              <a:gdLst/>
              <a:ahLst/>
              <a:cxnLst/>
              <a:rect l="l" t="t" r="r" b="b"/>
              <a:pathLst>
                <a:path w="2367" h="2367" extrusionOk="0">
                  <a:moveTo>
                    <a:pt x="1184" y="154"/>
                  </a:moveTo>
                  <a:cubicBezTo>
                    <a:pt x="1751" y="154"/>
                    <a:pt x="2213" y="615"/>
                    <a:pt x="2213" y="1183"/>
                  </a:cubicBezTo>
                  <a:cubicBezTo>
                    <a:pt x="2213" y="1752"/>
                    <a:pt x="1751" y="2213"/>
                    <a:pt x="1184" y="2213"/>
                  </a:cubicBezTo>
                  <a:cubicBezTo>
                    <a:pt x="616" y="2213"/>
                    <a:pt x="154" y="1752"/>
                    <a:pt x="154" y="1183"/>
                  </a:cubicBezTo>
                  <a:cubicBezTo>
                    <a:pt x="154" y="615"/>
                    <a:pt x="616" y="154"/>
                    <a:pt x="1184" y="154"/>
                  </a:cubicBezTo>
                  <a:close/>
                  <a:moveTo>
                    <a:pt x="1184" y="1"/>
                  </a:moveTo>
                  <a:cubicBezTo>
                    <a:pt x="531" y="1"/>
                    <a:pt x="0" y="530"/>
                    <a:pt x="0" y="1183"/>
                  </a:cubicBezTo>
                  <a:cubicBezTo>
                    <a:pt x="0" y="1836"/>
                    <a:pt x="531" y="2366"/>
                    <a:pt x="1184" y="2366"/>
                  </a:cubicBezTo>
                  <a:cubicBezTo>
                    <a:pt x="1836" y="2366"/>
                    <a:pt x="2367" y="1836"/>
                    <a:pt x="2367" y="1183"/>
                  </a:cubicBezTo>
                  <a:cubicBezTo>
                    <a:pt x="2367" y="530"/>
                    <a:pt x="1836" y="1"/>
                    <a:pt x="1184"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8"/>
            <p:cNvSpPr/>
            <p:nvPr/>
          </p:nvSpPr>
          <p:spPr>
            <a:xfrm>
              <a:off x="5737830" y="4152868"/>
              <a:ext cx="188426" cy="1056354"/>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8"/>
            <p:cNvSpPr/>
            <p:nvPr/>
          </p:nvSpPr>
          <p:spPr>
            <a:xfrm>
              <a:off x="5835302" y="4189944"/>
              <a:ext cx="53932" cy="53932"/>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8"/>
            <p:cNvSpPr/>
            <p:nvPr/>
          </p:nvSpPr>
          <p:spPr>
            <a:xfrm>
              <a:off x="5925793" y="4025353"/>
              <a:ext cx="484354" cy="1183815"/>
            </a:xfrm>
            <a:custGeom>
              <a:avLst/>
              <a:gdLst/>
              <a:ahLst/>
              <a:cxnLst/>
              <a:rect l="l" t="t" r="r" b="b"/>
              <a:pathLst>
                <a:path w="9367" h="22894" extrusionOk="0">
                  <a:moveTo>
                    <a:pt x="1897" y="1"/>
                  </a:moveTo>
                  <a:cubicBezTo>
                    <a:pt x="1214" y="1"/>
                    <a:pt x="661" y="555"/>
                    <a:pt x="661" y="1238"/>
                  </a:cubicBezTo>
                  <a:cubicBezTo>
                    <a:pt x="661" y="1847"/>
                    <a:pt x="1103" y="2352"/>
                    <a:pt x="1683" y="2454"/>
                  </a:cubicBezTo>
                  <a:lnTo>
                    <a:pt x="1683" y="8153"/>
                  </a:lnTo>
                  <a:lnTo>
                    <a:pt x="46" y="9790"/>
                  </a:lnTo>
                  <a:cubicBezTo>
                    <a:pt x="17" y="9819"/>
                    <a:pt x="1" y="9858"/>
                    <a:pt x="1" y="9899"/>
                  </a:cubicBezTo>
                  <a:lnTo>
                    <a:pt x="1" y="13697"/>
                  </a:lnTo>
                  <a:cubicBezTo>
                    <a:pt x="1" y="13738"/>
                    <a:pt x="17" y="13778"/>
                    <a:pt x="46" y="13806"/>
                  </a:cubicBezTo>
                  <a:lnTo>
                    <a:pt x="9090" y="22849"/>
                  </a:lnTo>
                  <a:cubicBezTo>
                    <a:pt x="9119" y="22879"/>
                    <a:pt x="9158" y="22894"/>
                    <a:pt x="9198" y="22894"/>
                  </a:cubicBezTo>
                  <a:cubicBezTo>
                    <a:pt x="9237" y="22894"/>
                    <a:pt x="9276" y="22879"/>
                    <a:pt x="9307" y="22849"/>
                  </a:cubicBezTo>
                  <a:cubicBezTo>
                    <a:pt x="9366" y="22790"/>
                    <a:pt x="9366" y="22692"/>
                    <a:pt x="9307" y="22631"/>
                  </a:cubicBezTo>
                  <a:lnTo>
                    <a:pt x="308" y="13634"/>
                  </a:lnTo>
                  <a:lnTo>
                    <a:pt x="308" y="9963"/>
                  </a:lnTo>
                  <a:lnTo>
                    <a:pt x="1946" y="8326"/>
                  </a:lnTo>
                  <a:cubicBezTo>
                    <a:pt x="1974" y="8297"/>
                    <a:pt x="1991" y="8258"/>
                    <a:pt x="1991" y="8217"/>
                  </a:cubicBezTo>
                  <a:lnTo>
                    <a:pt x="1991" y="2466"/>
                  </a:lnTo>
                  <a:cubicBezTo>
                    <a:pt x="2629" y="2417"/>
                    <a:pt x="3135" y="1890"/>
                    <a:pt x="3135" y="1238"/>
                  </a:cubicBezTo>
                  <a:cubicBezTo>
                    <a:pt x="3135" y="555"/>
                    <a:pt x="2580" y="1"/>
                    <a:pt x="1897"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8"/>
            <p:cNvSpPr/>
            <p:nvPr/>
          </p:nvSpPr>
          <p:spPr>
            <a:xfrm>
              <a:off x="5996893" y="4062429"/>
              <a:ext cx="53984" cy="53880"/>
            </a:xfrm>
            <a:custGeom>
              <a:avLst/>
              <a:gdLst/>
              <a:ahLst/>
              <a:cxnLst/>
              <a:rect l="l" t="t" r="r" b="b"/>
              <a:pathLst>
                <a:path w="1044" h="1042" extrusionOk="0">
                  <a:moveTo>
                    <a:pt x="522" y="0"/>
                  </a:moveTo>
                  <a:cubicBezTo>
                    <a:pt x="235" y="0"/>
                    <a:pt x="1" y="233"/>
                    <a:pt x="1" y="521"/>
                  </a:cubicBezTo>
                  <a:cubicBezTo>
                    <a:pt x="1" y="809"/>
                    <a:pt x="235" y="1042"/>
                    <a:pt x="522" y="1042"/>
                  </a:cubicBezTo>
                  <a:cubicBezTo>
                    <a:pt x="811" y="1042"/>
                    <a:pt x="1043" y="809"/>
                    <a:pt x="1043" y="521"/>
                  </a:cubicBezTo>
                  <a:cubicBezTo>
                    <a:pt x="1043" y="233"/>
                    <a:pt x="81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8"/>
            <p:cNvSpPr/>
            <p:nvPr/>
          </p:nvSpPr>
          <p:spPr>
            <a:xfrm>
              <a:off x="5576031" y="4457126"/>
              <a:ext cx="138372" cy="752049"/>
            </a:xfrm>
            <a:custGeom>
              <a:avLst/>
              <a:gdLst/>
              <a:ahLst/>
              <a:cxnLst/>
              <a:rect l="l" t="t" r="r" b="b"/>
              <a:pathLst>
                <a:path w="2676" h="14544" extrusionOk="0">
                  <a:moveTo>
                    <a:pt x="1438" y="0"/>
                  </a:moveTo>
                  <a:cubicBezTo>
                    <a:pt x="755" y="0"/>
                    <a:pt x="200" y="555"/>
                    <a:pt x="200" y="1238"/>
                  </a:cubicBezTo>
                  <a:cubicBezTo>
                    <a:pt x="200" y="1525"/>
                    <a:pt x="302" y="1786"/>
                    <a:pt x="466" y="1996"/>
                  </a:cubicBezTo>
                  <a:lnTo>
                    <a:pt x="45" y="2417"/>
                  </a:lnTo>
                  <a:cubicBezTo>
                    <a:pt x="17" y="2445"/>
                    <a:pt x="1" y="2484"/>
                    <a:pt x="1" y="2526"/>
                  </a:cubicBezTo>
                  <a:lnTo>
                    <a:pt x="1" y="8856"/>
                  </a:lnTo>
                  <a:cubicBezTo>
                    <a:pt x="1" y="8896"/>
                    <a:pt x="17" y="8935"/>
                    <a:pt x="45" y="8965"/>
                  </a:cubicBezTo>
                  <a:lnTo>
                    <a:pt x="1990" y="10908"/>
                  </a:lnTo>
                  <a:lnTo>
                    <a:pt x="1990" y="14390"/>
                  </a:lnTo>
                  <a:cubicBezTo>
                    <a:pt x="1990" y="14475"/>
                    <a:pt x="2059" y="14544"/>
                    <a:pt x="2144" y="14544"/>
                  </a:cubicBezTo>
                  <a:cubicBezTo>
                    <a:pt x="2229" y="14544"/>
                    <a:pt x="2297" y="14475"/>
                    <a:pt x="2297" y="14390"/>
                  </a:cubicBezTo>
                  <a:lnTo>
                    <a:pt x="2297" y="10846"/>
                  </a:lnTo>
                  <a:cubicBezTo>
                    <a:pt x="2297" y="10804"/>
                    <a:pt x="2281" y="10765"/>
                    <a:pt x="2253" y="10737"/>
                  </a:cubicBezTo>
                  <a:lnTo>
                    <a:pt x="308" y="8792"/>
                  </a:lnTo>
                  <a:lnTo>
                    <a:pt x="308" y="2589"/>
                  </a:lnTo>
                  <a:lnTo>
                    <a:pt x="684" y="2213"/>
                  </a:lnTo>
                  <a:lnTo>
                    <a:pt x="685" y="2213"/>
                  </a:lnTo>
                  <a:cubicBezTo>
                    <a:pt x="894" y="2375"/>
                    <a:pt x="1153" y="2475"/>
                    <a:pt x="1438" y="2475"/>
                  </a:cubicBezTo>
                  <a:cubicBezTo>
                    <a:pt x="2121" y="2475"/>
                    <a:pt x="2676" y="1921"/>
                    <a:pt x="2676" y="1238"/>
                  </a:cubicBezTo>
                  <a:cubicBezTo>
                    <a:pt x="2676" y="555"/>
                    <a:pt x="2121" y="0"/>
                    <a:pt x="1438"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8"/>
            <p:cNvSpPr/>
            <p:nvPr/>
          </p:nvSpPr>
          <p:spPr>
            <a:xfrm>
              <a:off x="5623397" y="4494150"/>
              <a:ext cx="53984" cy="53984"/>
            </a:xfrm>
            <a:custGeom>
              <a:avLst/>
              <a:gdLst/>
              <a:ahLst/>
              <a:cxnLst/>
              <a:rect l="l" t="t" r="r" b="b"/>
              <a:pathLst>
                <a:path w="1044" h="1044" extrusionOk="0">
                  <a:moveTo>
                    <a:pt x="522" y="1"/>
                  </a:moveTo>
                  <a:cubicBezTo>
                    <a:pt x="235" y="1"/>
                    <a:pt x="1" y="234"/>
                    <a:pt x="1" y="522"/>
                  </a:cubicBezTo>
                  <a:cubicBezTo>
                    <a:pt x="1" y="809"/>
                    <a:pt x="235" y="1044"/>
                    <a:pt x="522" y="1044"/>
                  </a:cubicBezTo>
                  <a:cubicBezTo>
                    <a:pt x="809" y="1044"/>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8"/>
            <p:cNvSpPr/>
            <p:nvPr/>
          </p:nvSpPr>
          <p:spPr>
            <a:xfrm>
              <a:off x="6361134" y="4534018"/>
              <a:ext cx="56104" cy="56104"/>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8"/>
            <p:cNvSpPr/>
            <p:nvPr/>
          </p:nvSpPr>
          <p:spPr>
            <a:xfrm>
              <a:off x="6273642" y="4446474"/>
              <a:ext cx="56104" cy="56104"/>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8"/>
            <p:cNvSpPr/>
            <p:nvPr/>
          </p:nvSpPr>
          <p:spPr>
            <a:xfrm>
              <a:off x="6183667" y="4356500"/>
              <a:ext cx="56104" cy="56104"/>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8"/>
            <p:cNvSpPr/>
            <p:nvPr/>
          </p:nvSpPr>
          <p:spPr>
            <a:xfrm>
              <a:off x="5893320" y="4690956"/>
              <a:ext cx="80976" cy="81027"/>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8"/>
            <p:cNvSpPr/>
            <p:nvPr/>
          </p:nvSpPr>
          <p:spPr>
            <a:xfrm>
              <a:off x="5815394" y="4613081"/>
              <a:ext cx="236825" cy="236773"/>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8"/>
            <p:cNvSpPr/>
            <p:nvPr/>
          </p:nvSpPr>
          <p:spPr>
            <a:xfrm rot="-5400000">
              <a:off x="5312917" y="4315298"/>
              <a:ext cx="142048" cy="142048"/>
            </a:xfrm>
            <a:custGeom>
              <a:avLst/>
              <a:gdLst/>
              <a:ahLst/>
              <a:cxnLst/>
              <a:rect l="l" t="t" r="r" b="b"/>
              <a:pathLst>
                <a:path w="2368" h="2368" extrusionOk="0">
                  <a:moveTo>
                    <a:pt x="1184" y="154"/>
                  </a:moveTo>
                  <a:cubicBezTo>
                    <a:pt x="1751" y="154"/>
                    <a:pt x="2214" y="616"/>
                    <a:pt x="2214" y="1184"/>
                  </a:cubicBezTo>
                  <a:cubicBezTo>
                    <a:pt x="2214" y="1751"/>
                    <a:pt x="1751" y="2213"/>
                    <a:pt x="1184" y="2213"/>
                  </a:cubicBezTo>
                  <a:cubicBezTo>
                    <a:pt x="617" y="2213"/>
                    <a:pt x="156" y="1751"/>
                    <a:pt x="156" y="1184"/>
                  </a:cubicBezTo>
                  <a:cubicBezTo>
                    <a:pt x="156" y="616"/>
                    <a:pt x="617" y="154"/>
                    <a:pt x="1184" y="154"/>
                  </a:cubicBezTo>
                  <a:close/>
                  <a:moveTo>
                    <a:pt x="1184" y="0"/>
                  </a:moveTo>
                  <a:cubicBezTo>
                    <a:pt x="531" y="0"/>
                    <a:pt x="1" y="531"/>
                    <a:pt x="1" y="1184"/>
                  </a:cubicBezTo>
                  <a:cubicBezTo>
                    <a:pt x="1" y="1836"/>
                    <a:pt x="531" y="2367"/>
                    <a:pt x="1184" y="2367"/>
                  </a:cubicBezTo>
                  <a:cubicBezTo>
                    <a:pt x="1837" y="2367"/>
                    <a:pt x="2367" y="1836"/>
                    <a:pt x="2367" y="1184"/>
                  </a:cubicBezTo>
                  <a:cubicBezTo>
                    <a:pt x="2367" y="531"/>
                    <a:pt x="1837" y="0"/>
                    <a:pt x="1184" y="0"/>
                  </a:cubicBezTo>
                  <a:close/>
                </a:path>
              </a:pathLst>
            </a:custGeom>
            <a:solidFill>
              <a:schemeClr val="dk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86"/>
        <p:cNvGrpSpPr/>
        <p:nvPr/>
      </p:nvGrpSpPr>
      <p:grpSpPr>
        <a:xfrm>
          <a:off x="0" y="0"/>
          <a:ext cx="0" cy="0"/>
          <a:chOff x="0" y="0"/>
          <a:chExt cx="0" cy="0"/>
        </a:xfrm>
      </p:grpSpPr>
      <p:sp>
        <p:nvSpPr>
          <p:cNvPr id="1988" name="Google Shape;1988;p41"/>
          <p:cNvSpPr txBox="1">
            <a:spLocks noGrp="1"/>
          </p:cNvSpPr>
          <p:nvPr>
            <p:ph type="subTitle" idx="1"/>
          </p:nvPr>
        </p:nvSpPr>
        <p:spPr>
          <a:xfrm>
            <a:off x="563880" y="591247"/>
            <a:ext cx="7913023" cy="5489514"/>
          </a:xfrm>
          <a:prstGeom prst="rect">
            <a:avLst/>
          </a:prstGeom>
        </p:spPr>
        <p:txBody>
          <a:bodyPr spcFirstLastPara="1" wrap="square" lIns="91425" tIns="91425" rIns="91425" bIns="91425" anchor="t" anchorCtr="0">
            <a:noAutofit/>
          </a:bodyPr>
          <a:lstStyle/>
          <a:p>
            <a:pPr marL="139700" indent="0"/>
            <a:r>
              <a:rPr lang="en-US" sz="2400" b="1" dirty="0" smtClean="0">
                <a:latin typeface="Times New Roman" panose="02020603050405020304" pitchFamily="18" charset="0"/>
                <a:cs typeface="Times New Roman" panose="02020603050405020304" pitchFamily="18" charset="0"/>
              </a:rPr>
              <a:t>Introduction</a:t>
            </a:r>
          </a:p>
          <a:p>
            <a:pPr marL="139700" indent="0" algn="l"/>
            <a:endParaRPr lang="en-US" sz="1200" dirty="0">
              <a:latin typeface="Times New Roman" panose="02020603050405020304" pitchFamily="18" charset="0"/>
              <a:cs typeface="Times New Roman" panose="02020603050405020304" pitchFamily="18" charset="0"/>
            </a:endParaRPr>
          </a:p>
          <a:p>
            <a:pPr lvl="0" algn="l"/>
            <a:r>
              <a:rPr lang="en-US" b="1" dirty="0" smtClean="0">
                <a:latin typeface="Times New Roman" panose="02020603050405020304" pitchFamily="18" charset="0"/>
                <a:cs typeface="Times New Roman" panose="02020603050405020304" pitchFamily="18" charset="0"/>
              </a:rPr>
              <a:t>Technology </a:t>
            </a:r>
            <a:r>
              <a:rPr lang="en-US" b="1" dirty="0">
                <a:latin typeface="Times New Roman" panose="02020603050405020304" pitchFamily="18" charset="0"/>
                <a:cs typeface="Times New Roman" panose="02020603050405020304" pitchFamily="18" charset="0"/>
              </a:rPr>
              <a:t>and Linguistics</a:t>
            </a:r>
            <a:r>
              <a:rPr lang="en-US" dirty="0" smtClean="0">
                <a:latin typeface="Times New Roman" panose="02020603050405020304" pitchFamily="18" charset="0"/>
                <a:cs typeface="Times New Roman" panose="02020603050405020304" pitchFamily="18" charset="0"/>
              </a:rPr>
              <a:t>:</a:t>
            </a:r>
          </a:p>
          <a:p>
            <a:pPr lvl="0" algn="l"/>
            <a:endParaRPr lang="en-US" sz="1400" dirty="0">
              <a:latin typeface="Times New Roman" panose="02020603050405020304" pitchFamily="18" charset="0"/>
              <a:cs typeface="Times New Roman" panose="02020603050405020304" pitchFamily="18" charset="0"/>
            </a:endParaRPr>
          </a:p>
          <a:p>
            <a:pPr lvl="1" algn="l">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evolution of typing technologies has transformed how individuals produce written language. From typewriters to digital keyboards, each advancement introduced tools to enhance efficiency and accuracy.</a:t>
            </a:r>
            <a:endParaRPr lang="en-US" sz="1200" dirty="0">
              <a:latin typeface="Times New Roman" panose="02020603050405020304" pitchFamily="18" charset="0"/>
              <a:cs typeface="Times New Roman" panose="02020603050405020304" pitchFamily="18" charset="0"/>
            </a:endParaRPr>
          </a:p>
          <a:p>
            <a:pPr lvl="1" algn="l">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Auto-suggestions</a:t>
            </a:r>
            <a:r>
              <a:rPr lang="en-US" dirty="0">
                <a:latin typeface="Times New Roman" panose="02020603050405020304" pitchFamily="18" charset="0"/>
                <a:cs typeface="Times New Roman" panose="02020603050405020304" pitchFamily="18" charset="0"/>
              </a:rPr>
              <a:t>, now integral to most digital devices, aim to predict and complete text as users type, promising to save time and minimize errors. While they offer convenience, their impact on linguistic faculties remains underexplored</a:t>
            </a:r>
            <a:r>
              <a:rPr lang="en-US" dirty="0" smtClean="0">
                <a:latin typeface="Times New Roman" panose="02020603050405020304" pitchFamily="18" charset="0"/>
                <a:cs typeface="Times New Roman" panose="02020603050405020304" pitchFamily="18" charset="0"/>
              </a:rPr>
              <a:t>.</a:t>
            </a:r>
          </a:p>
          <a:p>
            <a:pPr lvl="1" algn="l">
              <a:buFont typeface="Wingdings" panose="05000000000000000000" pitchFamily="2" charset="2"/>
              <a:buChar char="Ø"/>
            </a:pPr>
            <a:endParaRPr lang="en-US" sz="1200" dirty="0">
              <a:latin typeface="Times New Roman" panose="02020603050405020304" pitchFamily="18" charset="0"/>
              <a:cs typeface="Times New Roman" panose="02020603050405020304" pitchFamily="18" charset="0"/>
            </a:endParaRPr>
          </a:p>
          <a:p>
            <a:pPr lvl="0" algn="l"/>
            <a:r>
              <a:rPr lang="en-US" b="1" dirty="0">
                <a:latin typeface="Times New Roman" panose="02020603050405020304" pitchFamily="18" charset="0"/>
                <a:cs typeface="Times New Roman" panose="02020603050405020304" pitchFamily="18" charset="0"/>
              </a:rPr>
              <a:t>Concerns</a:t>
            </a:r>
            <a:r>
              <a:rPr lang="en-US"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lvl="1" algn="l"/>
            <a:r>
              <a:rPr lang="en-US" dirty="0">
                <a:latin typeface="Times New Roman" panose="02020603050405020304" pitchFamily="18" charset="0"/>
                <a:cs typeface="Times New Roman" panose="02020603050405020304" pitchFamily="18" charset="0"/>
              </a:rPr>
              <a:t>Emerging issues highlight how auto-suggestions may lead to over-reliance, diminishing users' ability to spell independently or construct diverse sentences.</a:t>
            </a:r>
            <a:endParaRPr lang="en-US" sz="1200" dirty="0">
              <a:latin typeface="Times New Roman" panose="02020603050405020304" pitchFamily="18" charset="0"/>
              <a:cs typeface="Times New Roman" panose="02020603050405020304" pitchFamily="18" charset="0"/>
            </a:endParaRPr>
          </a:p>
          <a:p>
            <a:pPr lvl="1" algn="l"/>
            <a:r>
              <a:rPr lang="en-US" dirty="0">
                <a:latin typeface="Times New Roman" panose="02020603050405020304" pitchFamily="18" charset="0"/>
                <a:cs typeface="Times New Roman" panose="02020603050405020304" pitchFamily="18" charset="0"/>
              </a:rPr>
              <a:t>Frequent use could erode creativity and self-confidence in natural language production.</a:t>
            </a:r>
            <a:endParaRPr lang="en-US" sz="1200" dirty="0">
              <a:latin typeface="Times New Roman" panose="02020603050405020304" pitchFamily="18" charset="0"/>
              <a:cs typeface="Times New Roman" panose="02020603050405020304" pitchFamily="18" charset="0"/>
            </a:endParaRPr>
          </a:p>
        </p:txBody>
      </p:sp>
      <p:grpSp>
        <p:nvGrpSpPr>
          <p:cNvPr id="1989" name="Google Shape;1989;p41"/>
          <p:cNvGrpSpPr/>
          <p:nvPr/>
        </p:nvGrpSpPr>
        <p:grpSpPr>
          <a:xfrm>
            <a:off x="709439" y="4011392"/>
            <a:ext cx="1470674" cy="1178588"/>
            <a:chOff x="709439" y="4011392"/>
            <a:chExt cx="1470674" cy="1178588"/>
          </a:xfrm>
        </p:grpSpPr>
        <p:sp>
          <p:nvSpPr>
            <p:cNvPr id="1990" name="Google Shape;1990;p41"/>
            <p:cNvSpPr/>
            <p:nvPr/>
          </p:nvSpPr>
          <p:spPr>
            <a:xfrm rot="-5400000" flipH="1">
              <a:off x="947361" y="3957227"/>
              <a:ext cx="1063531" cy="1401975"/>
            </a:xfrm>
            <a:custGeom>
              <a:avLst/>
              <a:gdLst/>
              <a:ahLst/>
              <a:cxnLst/>
              <a:rect l="l" t="t" r="r" b="b"/>
              <a:pathLst>
                <a:path w="25419" h="33508" extrusionOk="0">
                  <a:moveTo>
                    <a:pt x="3388" y="1"/>
                  </a:moveTo>
                  <a:cubicBezTo>
                    <a:pt x="3338" y="1"/>
                    <a:pt x="3287" y="20"/>
                    <a:pt x="3249" y="59"/>
                  </a:cubicBezTo>
                  <a:lnTo>
                    <a:pt x="58" y="3250"/>
                  </a:lnTo>
                  <a:cubicBezTo>
                    <a:pt x="21" y="3287"/>
                    <a:pt x="0" y="3336"/>
                    <a:pt x="0" y="3390"/>
                  </a:cubicBezTo>
                  <a:lnTo>
                    <a:pt x="0" y="8560"/>
                  </a:lnTo>
                  <a:cubicBezTo>
                    <a:pt x="0" y="8612"/>
                    <a:pt x="21" y="8663"/>
                    <a:pt x="58" y="8700"/>
                  </a:cubicBezTo>
                  <a:lnTo>
                    <a:pt x="3141" y="11783"/>
                  </a:lnTo>
                  <a:cubicBezTo>
                    <a:pt x="3178" y="11820"/>
                    <a:pt x="3229" y="11841"/>
                    <a:pt x="3281" y="11841"/>
                  </a:cubicBezTo>
                  <a:lnTo>
                    <a:pt x="9468" y="11841"/>
                  </a:lnTo>
                  <a:lnTo>
                    <a:pt x="18638" y="21011"/>
                  </a:lnTo>
                  <a:lnTo>
                    <a:pt x="18638" y="26946"/>
                  </a:lnTo>
                  <a:cubicBezTo>
                    <a:pt x="18638" y="26998"/>
                    <a:pt x="18659" y="27049"/>
                    <a:pt x="18696" y="27085"/>
                  </a:cubicBezTo>
                  <a:lnTo>
                    <a:pt x="25061" y="33450"/>
                  </a:lnTo>
                  <a:cubicBezTo>
                    <a:pt x="25100" y="33489"/>
                    <a:pt x="25150" y="33508"/>
                    <a:pt x="25201" y="33508"/>
                  </a:cubicBezTo>
                  <a:cubicBezTo>
                    <a:pt x="25252" y="33508"/>
                    <a:pt x="25302" y="33489"/>
                    <a:pt x="25341" y="33450"/>
                  </a:cubicBezTo>
                  <a:cubicBezTo>
                    <a:pt x="25418" y="33373"/>
                    <a:pt x="25418" y="33248"/>
                    <a:pt x="25341" y="33170"/>
                  </a:cubicBezTo>
                  <a:lnTo>
                    <a:pt x="19034" y="26864"/>
                  </a:lnTo>
                  <a:lnTo>
                    <a:pt x="19034" y="20928"/>
                  </a:lnTo>
                  <a:cubicBezTo>
                    <a:pt x="19034" y="20876"/>
                    <a:pt x="19013" y="20826"/>
                    <a:pt x="18977" y="20789"/>
                  </a:cubicBezTo>
                  <a:lnTo>
                    <a:pt x="9691" y="11503"/>
                  </a:lnTo>
                  <a:cubicBezTo>
                    <a:pt x="9654" y="11466"/>
                    <a:pt x="9603" y="11445"/>
                    <a:pt x="9551" y="11445"/>
                  </a:cubicBezTo>
                  <a:lnTo>
                    <a:pt x="3364" y="11445"/>
                  </a:lnTo>
                  <a:lnTo>
                    <a:pt x="396" y="8478"/>
                  </a:lnTo>
                  <a:lnTo>
                    <a:pt x="396" y="3471"/>
                  </a:lnTo>
                  <a:lnTo>
                    <a:pt x="3529" y="338"/>
                  </a:lnTo>
                  <a:cubicBezTo>
                    <a:pt x="3606" y="261"/>
                    <a:pt x="3606" y="136"/>
                    <a:pt x="3529" y="59"/>
                  </a:cubicBezTo>
                  <a:cubicBezTo>
                    <a:pt x="3490" y="20"/>
                    <a:pt x="3439" y="1"/>
                    <a:pt x="338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1"/>
            <p:cNvSpPr/>
            <p:nvPr/>
          </p:nvSpPr>
          <p:spPr>
            <a:xfrm rot="-5400000" flipH="1">
              <a:off x="1897979" y="4707404"/>
              <a:ext cx="58450" cy="58492"/>
            </a:xfrm>
            <a:custGeom>
              <a:avLst/>
              <a:gdLst/>
              <a:ahLst/>
              <a:cxnLst/>
              <a:rect l="l" t="t" r="r" b="b"/>
              <a:pathLst>
                <a:path w="1397" h="1398" extrusionOk="0">
                  <a:moveTo>
                    <a:pt x="699" y="1"/>
                  </a:moveTo>
                  <a:cubicBezTo>
                    <a:pt x="313" y="1"/>
                    <a:pt x="0" y="313"/>
                    <a:pt x="0" y="698"/>
                  </a:cubicBezTo>
                  <a:cubicBezTo>
                    <a:pt x="0" y="1084"/>
                    <a:pt x="313" y="1397"/>
                    <a:pt x="699" y="1397"/>
                  </a:cubicBezTo>
                  <a:cubicBezTo>
                    <a:pt x="1084" y="1397"/>
                    <a:pt x="1396" y="1084"/>
                    <a:pt x="1396" y="698"/>
                  </a:cubicBezTo>
                  <a:cubicBezTo>
                    <a:pt x="1396" y="313"/>
                    <a:pt x="1084" y="1"/>
                    <a:pt x="6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1"/>
            <p:cNvSpPr/>
            <p:nvPr/>
          </p:nvSpPr>
          <p:spPr>
            <a:xfrm rot="-5400000" flipH="1">
              <a:off x="1806812" y="4616278"/>
              <a:ext cx="58450" cy="58409"/>
            </a:xfrm>
            <a:custGeom>
              <a:avLst/>
              <a:gdLst/>
              <a:ahLst/>
              <a:cxnLst/>
              <a:rect l="l" t="t" r="r" b="b"/>
              <a:pathLst>
                <a:path w="1397" h="1396" extrusionOk="0">
                  <a:moveTo>
                    <a:pt x="699" y="0"/>
                  </a:moveTo>
                  <a:cubicBezTo>
                    <a:pt x="314" y="0"/>
                    <a:pt x="0" y="312"/>
                    <a:pt x="0" y="698"/>
                  </a:cubicBezTo>
                  <a:cubicBezTo>
                    <a:pt x="0" y="1083"/>
                    <a:pt x="314" y="1395"/>
                    <a:pt x="699" y="1395"/>
                  </a:cubicBezTo>
                  <a:cubicBezTo>
                    <a:pt x="1084" y="1395"/>
                    <a:pt x="1396" y="1083"/>
                    <a:pt x="1396" y="698"/>
                  </a:cubicBezTo>
                  <a:cubicBezTo>
                    <a:pt x="1396" y="312"/>
                    <a:pt x="1084" y="0"/>
                    <a:pt x="6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1"/>
            <p:cNvSpPr/>
            <p:nvPr/>
          </p:nvSpPr>
          <p:spPr>
            <a:xfrm rot="-5400000" flipH="1">
              <a:off x="1713113" y="4522538"/>
              <a:ext cx="58409" cy="58492"/>
            </a:xfrm>
            <a:custGeom>
              <a:avLst/>
              <a:gdLst/>
              <a:ahLst/>
              <a:cxnLst/>
              <a:rect l="l" t="t" r="r" b="b"/>
              <a:pathLst>
                <a:path w="1396" h="1398" extrusionOk="0">
                  <a:moveTo>
                    <a:pt x="698" y="1"/>
                  </a:moveTo>
                  <a:cubicBezTo>
                    <a:pt x="312" y="1"/>
                    <a:pt x="0" y="314"/>
                    <a:pt x="0" y="700"/>
                  </a:cubicBezTo>
                  <a:cubicBezTo>
                    <a:pt x="0" y="1085"/>
                    <a:pt x="312" y="1397"/>
                    <a:pt x="698" y="1397"/>
                  </a:cubicBezTo>
                  <a:cubicBezTo>
                    <a:pt x="1083" y="1397"/>
                    <a:pt x="1395" y="1085"/>
                    <a:pt x="1395" y="700"/>
                  </a:cubicBezTo>
                  <a:cubicBezTo>
                    <a:pt x="1395" y="314"/>
                    <a:pt x="1083" y="1"/>
                    <a:pt x="6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1"/>
            <p:cNvSpPr/>
            <p:nvPr/>
          </p:nvSpPr>
          <p:spPr>
            <a:xfrm rot="-5400000" flipH="1">
              <a:off x="1609311" y="4866454"/>
              <a:ext cx="84391" cy="84391"/>
            </a:xfrm>
            <a:custGeom>
              <a:avLst/>
              <a:gdLst/>
              <a:ahLst/>
              <a:cxnLst/>
              <a:rect l="l" t="t" r="r" b="b"/>
              <a:pathLst>
                <a:path w="2017" h="2017" extrusionOk="0">
                  <a:moveTo>
                    <a:pt x="1009" y="1"/>
                  </a:moveTo>
                  <a:cubicBezTo>
                    <a:pt x="453" y="1"/>
                    <a:pt x="1" y="452"/>
                    <a:pt x="1" y="1008"/>
                  </a:cubicBezTo>
                  <a:cubicBezTo>
                    <a:pt x="1" y="1565"/>
                    <a:pt x="453" y="2016"/>
                    <a:pt x="1009" y="2016"/>
                  </a:cubicBezTo>
                  <a:cubicBezTo>
                    <a:pt x="1566" y="2016"/>
                    <a:pt x="2017" y="1565"/>
                    <a:pt x="2017" y="1008"/>
                  </a:cubicBezTo>
                  <a:cubicBezTo>
                    <a:pt x="2017" y="452"/>
                    <a:pt x="1566" y="1"/>
                    <a:pt x="10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1"/>
            <p:cNvSpPr/>
            <p:nvPr/>
          </p:nvSpPr>
          <p:spPr>
            <a:xfrm rot="-5400000" flipH="1">
              <a:off x="1528164" y="4785350"/>
              <a:ext cx="246647" cy="246689"/>
            </a:xfrm>
            <a:custGeom>
              <a:avLst/>
              <a:gdLst/>
              <a:ahLst/>
              <a:cxnLst/>
              <a:rect l="l" t="t" r="r" b="b"/>
              <a:pathLst>
                <a:path w="5895" h="5896" extrusionOk="0">
                  <a:moveTo>
                    <a:pt x="2947" y="199"/>
                  </a:moveTo>
                  <a:cubicBezTo>
                    <a:pt x="4463" y="199"/>
                    <a:pt x="5696" y="1432"/>
                    <a:pt x="5696" y="2948"/>
                  </a:cubicBezTo>
                  <a:cubicBezTo>
                    <a:pt x="5696" y="4465"/>
                    <a:pt x="4463" y="5698"/>
                    <a:pt x="2947" y="5698"/>
                  </a:cubicBezTo>
                  <a:cubicBezTo>
                    <a:pt x="1432" y="5698"/>
                    <a:pt x="199" y="4465"/>
                    <a:pt x="199" y="2948"/>
                  </a:cubicBezTo>
                  <a:cubicBezTo>
                    <a:pt x="199" y="1432"/>
                    <a:pt x="1432" y="199"/>
                    <a:pt x="2947" y="199"/>
                  </a:cubicBezTo>
                  <a:close/>
                  <a:moveTo>
                    <a:pt x="2947" y="1"/>
                  </a:moveTo>
                  <a:cubicBezTo>
                    <a:pt x="1322" y="1"/>
                    <a:pt x="0" y="1324"/>
                    <a:pt x="0" y="2948"/>
                  </a:cubicBezTo>
                  <a:cubicBezTo>
                    <a:pt x="0" y="4573"/>
                    <a:pt x="1322" y="5895"/>
                    <a:pt x="2947" y="5895"/>
                  </a:cubicBezTo>
                  <a:cubicBezTo>
                    <a:pt x="4573" y="5895"/>
                    <a:pt x="5895" y="4573"/>
                    <a:pt x="5895" y="2948"/>
                  </a:cubicBezTo>
                  <a:cubicBezTo>
                    <a:pt x="5895" y="1324"/>
                    <a:pt x="4572" y="1"/>
                    <a:pt x="2947"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1"/>
            <p:cNvSpPr/>
            <p:nvPr/>
          </p:nvSpPr>
          <p:spPr>
            <a:xfrm rot="-5400000" flipH="1">
              <a:off x="1089671" y="4092560"/>
              <a:ext cx="84391" cy="84391"/>
            </a:xfrm>
            <a:custGeom>
              <a:avLst/>
              <a:gdLst/>
              <a:ahLst/>
              <a:cxnLst/>
              <a:rect l="l" t="t" r="r" b="b"/>
              <a:pathLst>
                <a:path w="2017" h="2017" extrusionOk="0">
                  <a:moveTo>
                    <a:pt x="1008" y="1"/>
                  </a:moveTo>
                  <a:cubicBezTo>
                    <a:pt x="451" y="1"/>
                    <a:pt x="0" y="452"/>
                    <a:pt x="0" y="1009"/>
                  </a:cubicBezTo>
                  <a:cubicBezTo>
                    <a:pt x="0" y="1566"/>
                    <a:pt x="451" y="2016"/>
                    <a:pt x="1008" y="2016"/>
                  </a:cubicBezTo>
                  <a:cubicBezTo>
                    <a:pt x="1564" y="2016"/>
                    <a:pt x="2016" y="1566"/>
                    <a:pt x="2016" y="1009"/>
                  </a:cubicBezTo>
                  <a:cubicBezTo>
                    <a:pt x="2016" y="452"/>
                    <a:pt x="1564" y="1"/>
                    <a:pt x="10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1"/>
            <p:cNvSpPr/>
            <p:nvPr/>
          </p:nvSpPr>
          <p:spPr>
            <a:xfrm rot="-5400000" flipH="1">
              <a:off x="1008567" y="4011371"/>
              <a:ext cx="246647" cy="246689"/>
            </a:xfrm>
            <a:custGeom>
              <a:avLst/>
              <a:gdLst/>
              <a:ahLst/>
              <a:cxnLst/>
              <a:rect l="l" t="t" r="r" b="b"/>
              <a:pathLst>
                <a:path w="5895" h="5896" extrusionOk="0">
                  <a:moveTo>
                    <a:pt x="2948" y="198"/>
                  </a:moveTo>
                  <a:cubicBezTo>
                    <a:pt x="4464" y="198"/>
                    <a:pt x="5697" y="1433"/>
                    <a:pt x="5697" y="2948"/>
                  </a:cubicBezTo>
                  <a:cubicBezTo>
                    <a:pt x="5697" y="4464"/>
                    <a:pt x="4464" y="5697"/>
                    <a:pt x="2948" y="5697"/>
                  </a:cubicBezTo>
                  <a:cubicBezTo>
                    <a:pt x="1432" y="5697"/>
                    <a:pt x="199" y="4464"/>
                    <a:pt x="199" y="2948"/>
                  </a:cubicBezTo>
                  <a:cubicBezTo>
                    <a:pt x="199" y="1433"/>
                    <a:pt x="1432" y="198"/>
                    <a:pt x="2948" y="198"/>
                  </a:cubicBezTo>
                  <a:close/>
                  <a:moveTo>
                    <a:pt x="2948" y="1"/>
                  </a:moveTo>
                  <a:cubicBezTo>
                    <a:pt x="1323" y="1"/>
                    <a:pt x="0" y="1323"/>
                    <a:pt x="0" y="2948"/>
                  </a:cubicBezTo>
                  <a:cubicBezTo>
                    <a:pt x="0" y="4574"/>
                    <a:pt x="1323" y="5895"/>
                    <a:pt x="2948" y="5895"/>
                  </a:cubicBezTo>
                  <a:cubicBezTo>
                    <a:pt x="4573" y="5895"/>
                    <a:pt x="5895" y="4574"/>
                    <a:pt x="5895" y="2948"/>
                  </a:cubicBezTo>
                  <a:cubicBezTo>
                    <a:pt x="5895" y="1323"/>
                    <a:pt x="4573" y="1"/>
                    <a:pt x="294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1"/>
            <p:cNvSpPr/>
            <p:nvPr/>
          </p:nvSpPr>
          <p:spPr>
            <a:xfrm rot="-5400000" flipH="1">
              <a:off x="1348696" y="4593999"/>
              <a:ext cx="127445" cy="127528"/>
            </a:xfrm>
            <a:custGeom>
              <a:avLst/>
              <a:gdLst/>
              <a:ahLst/>
              <a:cxnLst/>
              <a:rect l="l" t="t" r="r" b="b"/>
              <a:pathLst>
                <a:path w="3046" h="3048" extrusionOk="0">
                  <a:moveTo>
                    <a:pt x="1523" y="199"/>
                  </a:moveTo>
                  <a:cubicBezTo>
                    <a:pt x="2254" y="199"/>
                    <a:pt x="2848" y="794"/>
                    <a:pt x="2848" y="1525"/>
                  </a:cubicBezTo>
                  <a:cubicBezTo>
                    <a:pt x="2848" y="2255"/>
                    <a:pt x="2254" y="2849"/>
                    <a:pt x="1523" y="2849"/>
                  </a:cubicBezTo>
                  <a:cubicBezTo>
                    <a:pt x="793" y="2849"/>
                    <a:pt x="198" y="2255"/>
                    <a:pt x="198" y="1525"/>
                  </a:cubicBezTo>
                  <a:cubicBezTo>
                    <a:pt x="198" y="794"/>
                    <a:pt x="793" y="199"/>
                    <a:pt x="1523" y="199"/>
                  </a:cubicBezTo>
                  <a:close/>
                  <a:moveTo>
                    <a:pt x="1523" y="1"/>
                  </a:moveTo>
                  <a:cubicBezTo>
                    <a:pt x="684" y="1"/>
                    <a:pt x="1" y="684"/>
                    <a:pt x="1" y="1525"/>
                  </a:cubicBezTo>
                  <a:cubicBezTo>
                    <a:pt x="1" y="2364"/>
                    <a:pt x="684" y="3047"/>
                    <a:pt x="1523" y="3047"/>
                  </a:cubicBezTo>
                  <a:cubicBezTo>
                    <a:pt x="2364" y="3047"/>
                    <a:pt x="3046" y="2364"/>
                    <a:pt x="3046" y="1525"/>
                  </a:cubicBezTo>
                  <a:cubicBezTo>
                    <a:pt x="3046" y="684"/>
                    <a:pt x="2364" y="1"/>
                    <a:pt x="1523"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1"/>
            <p:cNvSpPr/>
            <p:nvPr/>
          </p:nvSpPr>
          <p:spPr>
            <a:xfrm rot="-5400000" flipH="1">
              <a:off x="709439" y="4225105"/>
              <a:ext cx="133344" cy="133344"/>
            </a:xfrm>
            <a:custGeom>
              <a:avLst/>
              <a:gdLst/>
              <a:ahLst/>
              <a:cxnLst/>
              <a:rect l="l" t="t" r="r" b="b"/>
              <a:pathLst>
                <a:path w="3187" h="3187" extrusionOk="0">
                  <a:moveTo>
                    <a:pt x="1594" y="0"/>
                  </a:moveTo>
                  <a:cubicBezTo>
                    <a:pt x="714" y="0"/>
                    <a:pt x="1" y="714"/>
                    <a:pt x="1" y="1594"/>
                  </a:cubicBezTo>
                  <a:cubicBezTo>
                    <a:pt x="1" y="2473"/>
                    <a:pt x="714" y="3186"/>
                    <a:pt x="1594" y="3186"/>
                  </a:cubicBezTo>
                  <a:cubicBezTo>
                    <a:pt x="2474" y="3186"/>
                    <a:pt x="3187" y="2473"/>
                    <a:pt x="3187" y="1594"/>
                  </a:cubicBezTo>
                  <a:cubicBezTo>
                    <a:pt x="3187" y="714"/>
                    <a:pt x="2474" y="0"/>
                    <a:pt x="1594"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1"/>
            <p:cNvSpPr/>
            <p:nvPr/>
          </p:nvSpPr>
          <p:spPr>
            <a:xfrm rot="-5400000" flipH="1">
              <a:off x="748015" y="4263681"/>
              <a:ext cx="56191" cy="56191"/>
            </a:xfrm>
            <a:custGeom>
              <a:avLst/>
              <a:gdLst/>
              <a:ahLst/>
              <a:cxnLst/>
              <a:rect l="l" t="t" r="r" b="b"/>
              <a:pathLst>
                <a:path w="1343" h="1343" extrusionOk="0">
                  <a:moveTo>
                    <a:pt x="671" y="0"/>
                  </a:moveTo>
                  <a:cubicBezTo>
                    <a:pt x="301" y="0"/>
                    <a:pt x="1" y="301"/>
                    <a:pt x="1" y="672"/>
                  </a:cubicBezTo>
                  <a:cubicBezTo>
                    <a:pt x="1" y="1042"/>
                    <a:pt x="301" y="1342"/>
                    <a:pt x="671" y="1342"/>
                  </a:cubicBezTo>
                  <a:cubicBezTo>
                    <a:pt x="1042" y="1342"/>
                    <a:pt x="1343" y="1042"/>
                    <a:pt x="1343" y="672"/>
                  </a:cubicBezTo>
                  <a:cubicBezTo>
                    <a:pt x="1343" y="301"/>
                    <a:pt x="1042" y="0"/>
                    <a:pt x="6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1" name="Google Shape;2001;p41"/>
          <p:cNvGrpSpPr/>
          <p:nvPr/>
        </p:nvGrpSpPr>
        <p:grpSpPr>
          <a:xfrm>
            <a:off x="6201527" y="-66472"/>
            <a:ext cx="2340522" cy="1748498"/>
            <a:chOff x="6201527" y="-66472"/>
            <a:chExt cx="2340522" cy="1748498"/>
          </a:xfrm>
        </p:grpSpPr>
        <p:sp>
          <p:nvSpPr>
            <p:cNvPr id="2002" name="Google Shape;2002;p41"/>
            <p:cNvSpPr/>
            <p:nvPr/>
          </p:nvSpPr>
          <p:spPr>
            <a:xfrm rot="-5400000" flipH="1">
              <a:off x="6335388" y="-185756"/>
              <a:ext cx="765077" cy="1032799"/>
            </a:xfrm>
            <a:custGeom>
              <a:avLst/>
              <a:gdLst/>
              <a:ahLst/>
              <a:cxnLst/>
              <a:rect l="l" t="t" r="r" b="b"/>
              <a:pathLst>
                <a:path w="15326" h="20689" extrusionOk="0">
                  <a:moveTo>
                    <a:pt x="168" y="0"/>
                  </a:moveTo>
                  <a:cubicBezTo>
                    <a:pt x="129" y="0"/>
                    <a:pt x="89" y="15"/>
                    <a:pt x="59" y="45"/>
                  </a:cubicBezTo>
                  <a:cubicBezTo>
                    <a:pt x="0" y="104"/>
                    <a:pt x="0" y="202"/>
                    <a:pt x="59" y="262"/>
                  </a:cubicBezTo>
                  <a:lnTo>
                    <a:pt x="2055" y="2257"/>
                  </a:lnTo>
                  <a:lnTo>
                    <a:pt x="2055" y="4649"/>
                  </a:lnTo>
                  <a:cubicBezTo>
                    <a:pt x="2055" y="4689"/>
                    <a:pt x="2071" y="4728"/>
                    <a:pt x="2100" y="4756"/>
                  </a:cubicBezTo>
                  <a:lnTo>
                    <a:pt x="7439" y="10096"/>
                  </a:lnTo>
                  <a:cubicBezTo>
                    <a:pt x="7468" y="10125"/>
                    <a:pt x="7507" y="10141"/>
                    <a:pt x="7548" y="10141"/>
                  </a:cubicBezTo>
                  <a:lnTo>
                    <a:pt x="13590" y="10141"/>
                  </a:lnTo>
                  <a:lnTo>
                    <a:pt x="15018" y="11570"/>
                  </a:lnTo>
                  <a:lnTo>
                    <a:pt x="15018" y="14341"/>
                  </a:lnTo>
                  <a:lnTo>
                    <a:pt x="13328" y="16032"/>
                  </a:lnTo>
                  <a:lnTo>
                    <a:pt x="11834" y="16032"/>
                  </a:lnTo>
                  <a:cubicBezTo>
                    <a:pt x="11793" y="16032"/>
                    <a:pt x="11754" y="16048"/>
                    <a:pt x="11725" y="16077"/>
                  </a:cubicBezTo>
                  <a:lnTo>
                    <a:pt x="9898" y="17903"/>
                  </a:lnTo>
                  <a:cubicBezTo>
                    <a:pt x="9870" y="17932"/>
                    <a:pt x="9853" y="17972"/>
                    <a:pt x="9853" y="18012"/>
                  </a:cubicBezTo>
                  <a:lnTo>
                    <a:pt x="9853" y="20535"/>
                  </a:lnTo>
                  <a:cubicBezTo>
                    <a:pt x="9853" y="20619"/>
                    <a:pt x="9922" y="20688"/>
                    <a:pt x="10007" y="20688"/>
                  </a:cubicBezTo>
                  <a:cubicBezTo>
                    <a:pt x="10092" y="20688"/>
                    <a:pt x="10161" y="20620"/>
                    <a:pt x="10161" y="20535"/>
                  </a:cubicBezTo>
                  <a:lnTo>
                    <a:pt x="10161" y="18076"/>
                  </a:lnTo>
                  <a:lnTo>
                    <a:pt x="11897" y="16339"/>
                  </a:lnTo>
                  <a:lnTo>
                    <a:pt x="13392" y="16339"/>
                  </a:lnTo>
                  <a:cubicBezTo>
                    <a:pt x="13432" y="16339"/>
                    <a:pt x="13471" y="16324"/>
                    <a:pt x="13500" y="16294"/>
                  </a:cubicBezTo>
                  <a:lnTo>
                    <a:pt x="15281" y="14514"/>
                  </a:lnTo>
                  <a:cubicBezTo>
                    <a:pt x="15310" y="14484"/>
                    <a:pt x="15326" y="14445"/>
                    <a:pt x="15326" y="14405"/>
                  </a:cubicBezTo>
                  <a:lnTo>
                    <a:pt x="15326" y="11506"/>
                  </a:lnTo>
                  <a:cubicBezTo>
                    <a:pt x="15326" y="11466"/>
                    <a:pt x="15310" y="11427"/>
                    <a:pt x="15281" y="11398"/>
                  </a:cubicBezTo>
                  <a:lnTo>
                    <a:pt x="13762" y="9879"/>
                  </a:lnTo>
                  <a:cubicBezTo>
                    <a:pt x="13733" y="9850"/>
                    <a:pt x="13694" y="9834"/>
                    <a:pt x="13653" y="9834"/>
                  </a:cubicBezTo>
                  <a:lnTo>
                    <a:pt x="7612" y="9834"/>
                  </a:lnTo>
                  <a:lnTo>
                    <a:pt x="2362" y="4585"/>
                  </a:lnTo>
                  <a:lnTo>
                    <a:pt x="2362" y="2193"/>
                  </a:lnTo>
                  <a:cubicBezTo>
                    <a:pt x="2362" y="2153"/>
                    <a:pt x="2345" y="2114"/>
                    <a:pt x="2317" y="2084"/>
                  </a:cubicBezTo>
                  <a:lnTo>
                    <a:pt x="277" y="45"/>
                  </a:lnTo>
                  <a:cubicBezTo>
                    <a:pt x="247" y="15"/>
                    <a:pt x="208" y="0"/>
                    <a:pt x="16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1"/>
            <p:cNvSpPr/>
            <p:nvPr/>
          </p:nvSpPr>
          <p:spPr>
            <a:xfrm rot="-5400000" flipH="1">
              <a:off x="6648548" y="-103687"/>
              <a:ext cx="817044" cy="920628"/>
            </a:xfrm>
            <a:custGeom>
              <a:avLst/>
              <a:gdLst/>
              <a:ahLst/>
              <a:cxnLst/>
              <a:rect l="l" t="t" r="r" b="b"/>
              <a:pathLst>
                <a:path w="16367" h="18442" extrusionOk="0">
                  <a:moveTo>
                    <a:pt x="168" y="0"/>
                  </a:moveTo>
                  <a:cubicBezTo>
                    <a:pt x="129" y="0"/>
                    <a:pt x="89" y="15"/>
                    <a:pt x="59" y="45"/>
                  </a:cubicBezTo>
                  <a:cubicBezTo>
                    <a:pt x="0" y="106"/>
                    <a:pt x="0" y="203"/>
                    <a:pt x="59" y="263"/>
                  </a:cubicBezTo>
                  <a:lnTo>
                    <a:pt x="6175" y="6377"/>
                  </a:lnTo>
                  <a:lnTo>
                    <a:pt x="6175" y="12362"/>
                  </a:lnTo>
                  <a:cubicBezTo>
                    <a:pt x="6175" y="12403"/>
                    <a:pt x="6191" y="12442"/>
                    <a:pt x="6219" y="12471"/>
                  </a:cubicBezTo>
                  <a:lnTo>
                    <a:pt x="9071" y="15323"/>
                  </a:lnTo>
                  <a:cubicBezTo>
                    <a:pt x="9100" y="15351"/>
                    <a:pt x="9139" y="15368"/>
                    <a:pt x="9180" y="15368"/>
                  </a:cubicBezTo>
                  <a:lnTo>
                    <a:pt x="14254" y="15368"/>
                  </a:lnTo>
                  <a:lnTo>
                    <a:pt x="16058" y="17172"/>
                  </a:lnTo>
                  <a:lnTo>
                    <a:pt x="16058" y="18288"/>
                  </a:lnTo>
                  <a:cubicBezTo>
                    <a:pt x="16058" y="18373"/>
                    <a:pt x="16127" y="18441"/>
                    <a:pt x="16211" y="18441"/>
                  </a:cubicBezTo>
                  <a:lnTo>
                    <a:pt x="16212" y="18441"/>
                  </a:lnTo>
                  <a:cubicBezTo>
                    <a:pt x="16296" y="18441"/>
                    <a:pt x="16366" y="18373"/>
                    <a:pt x="16366" y="18288"/>
                  </a:cubicBezTo>
                  <a:lnTo>
                    <a:pt x="16366" y="17108"/>
                  </a:lnTo>
                  <a:cubicBezTo>
                    <a:pt x="16366" y="17068"/>
                    <a:pt x="16350" y="17029"/>
                    <a:pt x="16321" y="16999"/>
                  </a:cubicBezTo>
                  <a:lnTo>
                    <a:pt x="14426" y="15105"/>
                  </a:lnTo>
                  <a:cubicBezTo>
                    <a:pt x="14398" y="15077"/>
                    <a:pt x="14359" y="15060"/>
                    <a:pt x="14317" y="15060"/>
                  </a:cubicBezTo>
                  <a:lnTo>
                    <a:pt x="9243" y="15060"/>
                  </a:lnTo>
                  <a:lnTo>
                    <a:pt x="6482" y="12299"/>
                  </a:lnTo>
                  <a:lnTo>
                    <a:pt x="6482" y="6313"/>
                  </a:lnTo>
                  <a:cubicBezTo>
                    <a:pt x="6482" y="6273"/>
                    <a:pt x="6465" y="6234"/>
                    <a:pt x="6437" y="6206"/>
                  </a:cubicBezTo>
                  <a:lnTo>
                    <a:pt x="277" y="45"/>
                  </a:lnTo>
                  <a:cubicBezTo>
                    <a:pt x="247" y="15"/>
                    <a:pt x="208" y="0"/>
                    <a:pt x="16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1"/>
            <p:cNvSpPr/>
            <p:nvPr/>
          </p:nvSpPr>
          <p:spPr>
            <a:xfrm rot="-5400000" flipH="1">
              <a:off x="6650126" y="73105"/>
              <a:ext cx="1128496" cy="873703"/>
            </a:xfrm>
            <a:custGeom>
              <a:avLst/>
              <a:gdLst/>
              <a:ahLst/>
              <a:cxnLst/>
              <a:rect l="l" t="t" r="r" b="b"/>
              <a:pathLst>
                <a:path w="22606" h="17502" extrusionOk="0">
                  <a:moveTo>
                    <a:pt x="170" y="1"/>
                  </a:moveTo>
                  <a:cubicBezTo>
                    <a:pt x="130" y="1"/>
                    <a:pt x="91" y="16"/>
                    <a:pt x="61" y="45"/>
                  </a:cubicBezTo>
                  <a:cubicBezTo>
                    <a:pt x="1" y="106"/>
                    <a:pt x="1" y="204"/>
                    <a:pt x="61" y="263"/>
                  </a:cubicBezTo>
                  <a:lnTo>
                    <a:pt x="3137" y="3339"/>
                  </a:lnTo>
                  <a:lnTo>
                    <a:pt x="3137" y="8169"/>
                  </a:lnTo>
                  <a:cubicBezTo>
                    <a:pt x="3137" y="8209"/>
                    <a:pt x="3154" y="8250"/>
                    <a:pt x="3182" y="8278"/>
                  </a:cubicBezTo>
                  <a:lnTo>
                    <a:pt x="5189" y="10285"/>
                  </a:lnTo>
                  <a:lnTo>
                    <a:pt x="5189" y="13370"/>
                  </a:lnTo>
                  <a:cubicBezTo>
                    <a:pt x="5189" y="13411"/>
                    <a:pt x="5206" y="13450"/>
                    <a:pt x="5234" y="13478"/>
                  </a:cubicBezTo>
                  <a:lnTo>
                    <a:pt x="8536" y="16779"/>
                  </a:lnTo>
                  <a:cubicBezTo>
                    <a:pt x="8564" y="16809"/>
                    <a:pt x="8603" y="16824"/>
                    <a:pt x="8645" y="16824"/>
                  </a:cubicBezTo>
                  <a:lnTo>
                    <a:pt x="16881" y="16824"/>
                  </a:lnTo>
                  <a:lnTo>
                    <a:pt x="17514" y="17456"/>
                  </a:lnTo>
                  <a:cubicBezTo>
                    <a:pt x="17542" y="17485"/>
                    <a:pt x="17581" y="17501"/>
                    <a:pt x="17622" y="17501"/>
                  </a:cubicBezTo>
                  <a:lnTo>
                    <a:pt x="21542" y="17501"/>
                  </a:lnTo>
                  <a:cubicBezTo>
                    <a:pt x="21583" y="17501"/>
                    <a:pt x="21622" y="17485"/>
                    <a:pt x="21651" y="17456"/>
                  </a:cubicBezTo>
                  <a:lnTo>
                    <a:pt x="22545" y="16563"/>
                  </a:lnTo>
                  <a:cubicBezTo>
                    <a:pt x="22605" y="16502"/>
                    <a:pt x="22605" y="16406"/>
                    <a:pt x="22545" y="16345"/>
                  </a:cubicBezTo>
                  <a:cubicBezTo>
                    <a:pt x="22515" y="16315"/>
                    <a:pt x="22475" y="16300"/>
                    <a:pt x="22436" y="16300"/>
                  </a:cubicBezTo>
                  <a:cubicBezTo>
                    <a:pt x="22397" y="16300"/>
                    <a:pt x="22357" y="16315"/>
                    <a:pt x="22327" y="16345"/>
                  </a:cubicBezTo>
                  <a:lnTo>
                    <a:pt x="21479" y="17194"/>
                  </a:lnTo>
                  <a:lnTo>
                    <a:pt x="17685" y="17194"/>
                  </a:lnTo>
                  <a:lnTo>
                    <a:pt x="17054" y="16562"/>
                  </a:lnTo>
                  <a:cubicBezTo>
                    <a:pt x="17025" y="16533"/>
                    <a:pt x="16985" y="16517"/>
                    <a:pt x="16945" y="16517"/>
                  </a:cubicBezTo>
                  <a:lnTo>
                    <a:pt x="8707" y="16517"/>
                  </a:lnTo>
                  <a:lnTo>
                    <a:pt x="5497" y="13306"/>
                  </a:lnTo>
                  <a:lnTo>
                    <a:pt x="5497" y="10222"/>
                  </a:lnTo>
                  <a:cubicBezTo>
                    <a:pt x="5497" y="10181"/>
                    <a:pt x="5481" y="10142"/>
                    <a:pt x="5452" y="10113"/>
                  </a:cubicBezTo>
                  <a:lnTo>
                    <a:pt x="3444" y="8105"/>
                  </a:lnTo>
                  <a:lnTo>
                    <a:pt x="3444" y="3275"/>
                  </a:lnTo>
                  <a:cubicBezTo>
                    <a:pt x="3444" y="3234"/>
                    <a:pt x="3428" y="3195"/>
                    <a:pt x="3399" y="3166"/>
                  </a:cubicBezTo>
                  <a:lnTo>
                    <a:pt x="279" y="45"/>
                  </a:lnTo>
                  <a:cubicBezTo>
                    <a:pt x="248" y="16"/>
                    <a:pt x="209" y="1"/>
                    <a:pt x="17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1"/>
            <p:cNvSpPr/>
            <p:nvPr/>
          </p:nvSpPr>
          <p:spPr>
            <a:xfrm rot="-5400000" flipH="1">
              <a:off x="7294648" y="430809"/>
              <a:ext cx="1143772" cy="214008"/>
            </a:xfrm>
            <a:custGeom>
              <a:avLst/>
              <a:gdLst/>
              <a:ahLst/>
              <a:cxnLst/>
              <a:rect l="l" t="t" r="r" b="b"/>
              <a:pathLst>
                <a:path w="22912" h="4287" extrusionOk="0">
                  <a:moveTo>
                    <a:pt x="169" y="1"/>
                  </a:moveTo>
                  <a:cubicBezTo>
                    <a:pt x="129" y="1"/>
                    <a:pt x="90" y="16"/>
                    <a:pt x="60" y="46"/>
                  </a:cubicBezTo>
                  <a:cubicBezTo>
                    <a:pt x="0" y="105"/>
                    <a:pt x="0" y="203"/>
                    <a:pt x="60" y="263"/>
                  </a:cubicBezTo>
                  <a:lnTo>
                    <a:pt x="1720" y="1923"/>
                  </a:lnTo>
                  <a:cubicBezTo>
                    <a:pt x="1748" y="1952"/>
                    <a:pt x="1789" y="1968"/>
                    <a:pt x="1829" y="1968"/>
                  </a:cubicBezTo>
                  <a:lnTo>
                    <a:pt x="7052" y="1968"/>
                  </a:lnTo>
                  <a:lnTo>
                    <a:pt x="8195" y="3110"/>
                  </a:lnTo>
                  <a:cubicBezTo>
                    <a:pt x="8223" y="3140"/>
                    <a:pt x="8262" y="3156"/>
                    <a:pt x="8304" y="3156"/>
                  </a:cubicBezTo>
                  <a:lnTo>
                    <a:pt x="15072" y="3156"/>
                  </a:lnTo>
                  <a:lnTo>
                    <a:pt x="16157" y="4240"/>
                  </a:lnTo>
                  <a:cubicBezTo>
                    <a:pt x="16185" y="4270"/>
                    <a:pt x="16224" y="4286"/>
                    <a:pt x="16266" y="4286"/>
                  </a:cubicBezTo>
                  <a:lnTo>
                    <a:pt x="20601" y="4286"/>
                  </a:lnTo>
                  <a:lnTo>
                    <a:pt x="20601" y="4285"/>
                  </a:lnTo>
                  <a:cubicBezTo>
                    <a:pt x="20642" y="4285"/>
                    <a:pt x="20681" y="4270"/>
                    <a:pt x="20709" y="4240"/>
                  </a:cubicBezTo>
                  <a:lnTo>
                    <a:pt x="22852" y="2098"/>
                  </a:lnTo>
                  <a:cubicBezTo>
                    <a:pt x="22912" y="2038"/>
                    <a:pt x="22912" y="1941"/>
                    <a:pt x="22852" y="1881"/>
                  </a:cubicBezTo>
                  <a:cubicBezTo>
                    <a:pt x="22821" y="1851"/>
                    <a:pt x="22782" y="1836"/>
                    <a:pt x="22743" y="1836"/>
                  </a:cubicBezTo>
                  <a:cubicBezTo>
                    <a:pt x="22703" y="1836"/>
                    <a:pt x="22664" y="1851"/>
                    <a:pt x="22634" y="1881"/>
                  </a:cubicBezTo>
                  <a:lnTo>
                    <a:pt x="20537" y="3978"/>
                  </a:lnTo>
                  <a:lnTo>
                    <a:pt x="16328" y="3978"/>
                  </a:lnTo>
                  <a:lnTo>
                    <a:pt x="15244" y="2894"/>
                  </a:lnTo>
                  <a:cubicBezTo>
                    <a:pt x="15215" y="2864"/>
                    <a:pt x="15176" y="2848"/>
                    <a:pt x="15135" y="2848"/>
                  </a:cubicBezTo>
                  <a:lnTo>
                    <a:pt x="8366" y="2848"/>
                  </a:lnTo>
                  <a:lnTo>
                    <a:pt x="7224" y="1706"/>
                  </a:lnTo>
                  <a:cubicBezTo>
                    <a:pt x="7195" y="1677"/>
                    <a:pt x="7156" y="1661"/>
                    <a:pt x="7116" y="1661"/>
                  </a:cubicBezTo>
                  <a:lnTo>
                    <a:pt x="1893" y="1661"/>
                  </a:lnTo>
                  <a:lnTo>
                    <a:pt x="278" y="46"/>
                  </a:lnTo>
                  <a:cubicBezTo>
                    <a:pt x="248" y="16"/>
                    <a:pt x="208" y="1"/>
                    <a:pt x="16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1"/>
            <p:cNvSpPr/>
            <p:nvPr/>
          </p:nvSpPr>
          <p:spPr>
            <a:xfrm rot="-5400000" flipH="1">
              <a:off x="7295006" y="705070"/>
              <a:ext cx="1667734" cy="124651"/>
            </a:xfrm>
            <a:custGeom>
              <a:avLst/>
              <a:gdLst/>
              <a:ahLst/>
              <a:cxnLst/>
              <a:rect l="l" t="t" r="r" b="b"/>
              <a:pathLst>
                <a:path w="33408" h="2497" extrusionOk="0">
                  <a:moveTo>
                    <a:pt x="29290" y="1"/>
                  </a:moveTo>
                  <a:cubicBezTo>
                    <a:pt x="29248" y="1"/>
                    <a:pt x="29209" y="16"/>
                    <a:pt x="29181" y="46"/>
                  </a:cubicBezTo>
                  <a:lnTo>
                    <a:pt x="27265" y="1961"/>
                  </a:lnTo>
                  <a:lnTo>
                    <a:pt x="18260" y="1961"/>
                  </a:lnTo>
                  <a:lnTo>
                    <a:pt x="16612" y="314"/>
                  </a:lnTo>
                  <a:cubicBezTo>
                    <a:pt x="16584" y="284"/>
                    <a:pt x="16545" y="269"/>
                    <a:pt x="16503" y="269"/>
                  </a:cubicBezTo>
                  <a:lnTo>
                    <a:pt x="10403" y="269"/>
                  </a:lnTo>
                  <a:cubicBezTo>
                    <a:pt x="10362" y="269"/>
                    <a:pt x="10323" y="284"/>
                    <a:pt x="10294" y="314"/>
                  </a:cubicBezTo>
                  <a:lnTo>
                    <a:pt x="8418" y="2189"/>
                  </a:lnTo>
                  <a:lnTo>
                    <a:pt x="4597" y="2189"/>
                  </a:lnTo>
                  <a:lnTo>
                    <a:pt x="3608" y="1201"/>
                  </a:lnTo>
                  <a:cubicBezTo>
                    <a:pt x="3580" y="1171"/>
                    <a:pt x="3541" y="1154"/>
                    <a:pt x="3499" y="1154"/>
                  </a:cubicBezTo>
                  <a:lnTo>
                    <a:pt x="154" y="1154"/>
                  </a:lnTo>
                  <a:cubicBezTo>
                    <a:pt x="69" y="1154"/>
                    <a:pt x="0" y="1224"/>
                    <a:pt x="0" y="1308"/>
                  </a:cubicBezTo>
                  <a:cubicBezTo>
                    <a:pt x="0" y="1393"/>
                    <a:pt x="69" y="1462"/>
                    <a:pt x="154" y="1462"/>
                  </a:cubicBezTo>
                  <a:lnTo>
                    <a:pt x="3435" y="1462"/>
                  </a:lnTo>
                  <a:lnTo>
                    <a:pt x="4425" y="2451"/>
                  </a:lnTo>
                  <a:cubicBezTo>
                    <a:pt x="4454" y="2481"/>
                    <a:pt x="4493" y="2496"/>
                    <a:pt x="4534" y="2496"/>
                  </a:cubicBezTo>
                  <a:lnTo>
                    <a:pt x="8482" y="2496"/>
                  </a:lnTo>
                  <a:cubicBezTo>
                    <a:pt x="8522" y="2496"/>
                    <a:pt x="8561" y="2481"/>
                    <a:pt x="8591" y="2451"/>
                  </a:cubicBezTo>
                  <a:lnTo>
                    <a:pt x="10466" y="576"/>
                  </a:lnTo>
                  <a:lnTo>
                    <a:pt x="16441" y="576"/>
                  </a:lnTo>
                  <a:lnTo>
                    <a:pt x="18087" y="2223"/>
                  </a:lnTo>
                  <a:cubicBezTo>
                    <a:pt x="18116" y="2253"/>
                    <a:pt x="18156" y="2268"/>
                    <a:pt x="18196" y="2268"/>
                  </a:cubicBezTo>
                  <a:lnTo>
                    <a:pt x="27328" y="2268"/>
                  </a:lnTo>
                  <a:cubicBezTo>
                    <a:pt x="27369" y="2268"/>
                    <a:pt x="27408" y="2253"/>
                    <a:pt x="27437" y="2223"/>
                  </a:cubicBezTo>
                  <a:lnTo>
                    <a:pt x="29352" y="308"/>
                  </a:lnTo>
                  <a:lnTo>
                    <a:pt x="33254" y="308"/>
                  </a:lnTo>
                  <a:cubicBezTo>
                    <a:pt x="33339" y="308"/>
                    <a:pt x="33407" y="238"/>
                    <a:pt x="33407" y="154"/>
                  </a:cubicBezTo>
                  <a:cubicBezTo>
                    <a:pt x="33407" y="69"/>
                    <a:pt x="33339" y="1"/>
                    <a:pt x="3325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1"/>
            <p:cNvSpPr/>
            <p:nvPr/>
          </p:nvSpPr>
          <p:spPr>
            <a:xfrm rot="-5400000" flipH="1">
              <a:off x="7285225" y="737714"/>
              <a:ext cx="54163" cy="54163"/>
            </a:xfrm>
            <a:custGeom>
              <a:avLst/>
              <a:gdLst/>
              <a:ahLst/>
              <a:cxnLst/>
              <a:rect l="l" t="t" r="r" b="b"/>
              <a:pathLst>
                <a:path w="1085" h="1085" extrusionOk="0">
                  <a:moveTo>
                    <a:pt x="543" y="1"/>
                  </a:moveTo>
                  <a:cubicBezTo>
                    <a:pt x="244" y="1"/>
                    <a:pt x="1" y="243"/>
                    <a:pt x="1" y="542"/>
                  </a:cubicBezTo>
                  <a:cubicBezTo>
                    <a:pt x="1" y="842"/>
                    <a:pt x="244" y="1085"/>
                    <a:pt x="543" y="1085"/>
                  </a:cubicBezTo>
                  <a:cubicBezTo>
                    <a:pt x="842" y="1085"/>
                    <a:pt x="1085" y="842"/>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1"/>
            <p:cNvSpPr/>
            <p:nvPr/>
          </p:nvSpPr>
          <p:spPr>
            <a:xfrm rot="-5400000" flipH="1">
              <a:off x="7200707" y="653197"/>
              <a:ext cx="54163" cy="54163"/>
            </a:xfrm>
            <a:custGeom>
              <a:avLst/>
              <a:gdLst/>
              <a:ahLst/>
              <a:cxnLst/>
              <a:rect l="l" t="t" r="r" b="b"/>
              <a:pathLst>
                <a:path w="1085" h="1085" extrusionOk="0">
                  <a:moveTo>
                    <a:pt x="543" y="1"/>
                  </a:moveTo>
                  <a:cubicBezTo>
                    <a:pt x="244" y="1"/>
                    <a:pt x="1" y="243"/>
                    <a:pt x="1" y="542"/>
                  </a:cubicBezTo>
                  <a:cubicBezTo>
                    <a:pt x="1" y="843"/>
                    <a:pt x="244" y="1085"/>
                    <a:pt x="543" y="1085"/>
                  </a:cubicBezTo>
                  <a:cubicBezTo>
                    <a:pt x="842" y="1085"/>
                    <a:pt x="1085" y="843"/>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1"/>
            <p:cNvSpPr/>
            <p:nvPr/>
          </p:nvSpPr>
          <p:spPr>
            <a:xfrm rot="-5400000" flipH="1">
              <a:off x="7113869" y="566358"/>
              <a:ext cx="54113" cy="54163"/>
            </a:xfrm>
            <a:custGeom>
              <a:avLst/>
              <a:gdLst/>
              <a:ahLst/>
              <a:cxnLst/>
              <a:rect l="l" t="t" r="r" b="b"/>
              <a:pathLst>
                <a:path w="1084" h="1085" extrusionOk="0">
                  <a:moveTo>
                    <a:pt x="542" y="1"/>
                  </a:moveTo>
                  <a:cubicBezTo>
                    <a:pt x="243" y="1"/>
                    <a:pt x="1" y="243"/>
                    <a:pt x="1" y="543"/>
                  </a:cubicBezTo>
                  <a:cubicBezTo>
                    <a:pt x="1" y="842"/>
                    <a:pt x="243" y="1085"/>
                    <a:pt x="542" y="1085"/>
                  </a:cubicBezTo>
                  <a:cubicBezTo>
                    <a:pt x="841" y="1085"/>
                    <a:pt x="1084" y="842"/>
                    <a:pt x="1084" y="543"/>
                  </a:cubicBezTo>
                  <a:cubicBezTo>
                    <a:pt x="1084"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1"/>
            <p:cNvSpPr/>
            <p:nvPr/>
          </p:nvSpPr>
          <p:spPr>
            <a:xfrm rot="-5400000" flipH="1">
              <a:off x="8354845" y="652049"/>
              <a:ext cx="54163" cy="54163"/>
            </a:xfrm>
            <a:custGeom>
              <a:avLst/>
              <a:gdLst/>
              <a:ahLst/>
              <a:cxnLst/>
              <a:rect l="l" t="t" r="r" b="b"/>
              <a:pathLst>
                <a:path w="1085" h="1085" extrusionOk="0">
                  <a:moveTo>
                    <a:pt x="543" y="1"/>
                  </a:moveTo>
                  <a:cubicBezTo>
                    <a:pt x="244" y="1"/>
                    <a:pt x="0" y="243"/>
                    <a:pt x="0" y="543"/>
                  </a:cubicBezTo>
                  <a:cubicBezTo>
                    <a:pt x="0" y="842"/>
                    <a:pt x="244" y="1085"/>
                    <a:pt x="543" y="1085"/>
                  </a:cubicBezTo>
                  <a:cubicBezTo>
                    <a:pt x="842" y="1085"/>
                    <a:pt x="1084" y="842"/>
                    <a:pt x="1084" y="543"/>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1"/>
            <p:cNvSpPr/>
            <p:nvPr/>
          </p:nvSpPr>
          <p:spPr>
            <a:xfrm rot="-5400000" flipH="1">
              <a:off x="8270352" y="567557"/>
              <a:ext cx="54113" cy="54163"/>
            </a:xfrm>
            <a:custGeom>
              <a:avLst/>
              <a:gdLst/>
              <a:ahLst/>
              <a:cxnLst/>
              <a:rect l="l" t="t" r="r" b="b"/>
              <a:pathLst>
                <a:path w="1084" h="1085" extrusionOk="0">
                  <a:moveTo>
                    <a:pt x="542" y="1"/>
                  </a:moveTo>
                  <a:cubicBezTo>
                    <a:pt x="243" y="1"/>
                    <a:pt x="0" y="244"/>
                    <a:pt x="0" y="543"/>
                  </a:cubicBezTo>
                  <a:cubicBezTo>
                    <a:pt x="0" y="842"/>
                    <a:pt x="243" y="1085"/>
                    <a:pt x="542" y="1085"/>
                  </a:cubicBezTo>
                  <a:cubicBezTo>
                    <a:pt x="841" y="1085"/>
                    <a:pt x="1083" y="842"/>
                    <a:pt x="1083" y="543"/>
                  </a:cubicBezTo>
                  <a:cubicBezTo>
                    <a:pt x="1083" y="244"/>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1"/>
            <p:cNvSpPr/>
            <p:nvPr/>
          </p:nvSpPr>
          <p:spPr>
            <a:xfrm rot="-5400000" flipH="1">
              <a:off x="8183514" y="480718"/>
              <a:ext cx="54163" cy="54163"/>
            </a:xfrm>
            <a:custGeom>
              <a:avLst/>
              <a:gdLst/>
              <a:ahLst/>
              <a:cxnLst/>
              <a:rect l="l" t="t" r="r" b="b"/>
              <a:pathLst>
                <a:path w="1085" h="1085" extrusionOk="0">
                  <a:moveTo>
                    <a:pt x="542" y="1"/>
                  </a:moveTo>
                  <a:cubicBezTo>
                    <a:pt x="243" y="1"/>
                    <a:pt x="0" y="243"/>
                    <a:pt x="0" y="542"/>
                  </a:cubicBezTo>
                  <a:cubicBezTo>
                    <a:pt x="0" y="841"/>
                    <a:pt x="243" y="1085"/>
                    <a:pt x="542" y="1085"/>
                  </a:cubicBezTo>
                  <a:cubicBezTo>
                    <a:pt x="842" y="1085"/>
                    <a:pt x="1084" y="841"/>
                    <a:pt x="1084" y="542"/>
                  </a:cubicBezTo>
                  <a:cubicBezTo>
                    <a:pt x="1084"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1"/>
            <p:cNvSpPr/>
            <p:nvPr/>
          </p:nvSpPr>
          <p:spPr>
            <a:xfrm rot="-5400000" flipH="1">
              <a:off x="7926692" y="951703"/>
              <a:ext cx="78225" cy="78275"/>
            </a:xfrm>
            <a:custGeom>
              <a:avLst/>
              <a:gdLst/>
              <a:ahLst/>
              <a:cxnLst/>
              <a:rect l="l" t="t" r="r" b="b"/>
              <a:pathLst>
                <a:path w="1567" h="1568" extrusionOk="0">
                  <a:moveTo>
                    <a:pt x="784" y="1"/>
                  </a:moveTo>
                  <a:cubicBezTo>
                    <a:pt x="351" y="1"/>
                    <a:pt x="0" y="352"/>
                    <a:pt x="0" y="785"/>
                  </a:cubicBezTo>
                  <a:cubicBezTo>
                    <a:pt x="0" y="1216"/>
                    <a:pt x="351" y="1567"/>
                    <a:pt x="784" y="1567"/>
                  </a:cubicBezTo>
                  <a:cubicBezTo>
                    <a:pt x="1215" y="1567"/>
                    <a:pt x="1567" y="1216"/>
                    <a:pt x="1567" y="785"/>
                  </a:cubicBezTo>
                  <a:cubicBezTo>
                    <a:pt x="1567" y="352"/>
                    <a:pt x="1215"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1"/>
            <p:cNvSpPr/>
            <p:nvPr/>
          </p:nvSpPr>
          <p:spPr>
            <a:xfrm rot="-5400000" flipH="1">
              <a:off x="7851510" y="876521"/>
              <a:ext cx="228585" cy="228635"/>
            </a:xfrm>
            <a:custGeom>
              <a:avLst/>
              <a:gdLst/>
              <a:ahLst/>
              <a:cxnLst/>
              <a:rect l="l" t="t" r="r" b="b"/>
              <a:pathLst>
                <a:path w="4579" h="4580" extrusionOk="0">
                  <a:moveTo>
                    <a:pt x="2290" y="154"/>
                  </a:moveTo>
                  <a:cubicBezTo>
                    <a:pt x="3467" y="154"/>
                    <a:pt x="4425" y="1112"/>
                    <a:pt x="4425" y="2291"/>
                  </a:cubicBezTo>
                  <a:cubicBezTo>
                    <a:pt x="4425" y="3468"/>
                    <a:pt x="3467" y="4426"/>
                    <a:pt x="2290" y="4426"/>
                  </a:cubicBezTo>
                  <a:cubicBezTo>
                    <a:pt x="1112" y="4426"/>
                    <a:pt x="154" y="3468"/>
                    <a:pt x="154" y="2291"/>
                  </a:cubicBezTo>
                  <a:cubicBezTo>
                    <a:pt x="154" y="1112"/>
                    <a:pt x="1112" y="154"/>
                    <a:pt x="2290" y="154"/>
                  </a:cubicBezTo>
                  <a:close/>
                  <a:moveTo>
                    <a:pt x="2290" y="1"/>
                  </a:moveTo>
                  <a:cubicBezTo>
                    <a:pt x="1027" y="1"/>
                    <a:pt x="0" y="1028"/>
                    <a:pt x="0" y="2291"/>
                  </a:cubicBezTo>
                  <a:cubicBezTo>
                    <a:pt x="0" y="3552"/>
                    <a:pt x="1027" y="4579"/>
                    <a:pt x="2290" y="4579"/>
                  </a:cubicBezTo>
                  <a:cubicBezTo>
                    <a:pt x="3552" y="4579"/>
                    <a:pt x="4579" y="3552"/>
                    <a:pt x="4579" y="2291"/>
                  </a:cubicBezTo>
                  <a:cubicBezTo>
                    <a:pt x="4579" y="1028"/>
                    <a:pt x="3551"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1"/>
            <p:cNvSpPr/>
            <p:nvPr/>
          </p:nvSpPr>
          <p:spPr>
            <a:xfrm rot="-5400000" flipH="1">
              <a:off x="8463873" y="291915"/>
              <a:ext cx="78175" cy="78175"/>
            </a:xfrm>
            <a:custGeom>
              <a:avLst/>
              <a:gdLst/>
              <a:ahLst/>
              <a:cxnLst/>
              <a:rect l="l" t="t" r="r" b="b"/>
              <a:pathLst>
                <a:path w="1566" h="1566" extrusionOk="0">
                  <a:moveTo>
                    <a:pt x="783" y="0"/>
                  </a:moveTo>
                  <a:cubicBezTo>
                    <a:pt x="350" y="0"/>
                    <a:pt x="0" y="350"/>
                    <a:pt x="0" y="783"/>
                  </a:cubicBezTo>
                  <a:cubicBezTo>
                    <a:pt x="0" y="1215"/>
                    <a:pt x="350" y="1565"/>
                    <a:pt x="783" y="1565"/>
                  </a:cubicBezTo>
                  <a:cubicBezTo>
                    <a:pt x="1216" y="1565"/>
                    <a:pt x="1566" y="1215"/>
                    <a:pt x="1566" y="783"/>
                  </a:cubicBezTo>
                  <a:cubicBezTo>
                    <a:pt x="1566" y="350"/>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1"/>
            <p:cNvSpPr/>
            <p:nvPr/>
          </p:nvSpPr>
          <p:spPr>
            <a:xfrm rot="-5400000" flipH="1">
              <a:off x="7152608" y="386441"/>
              <a:ext cx="123602" cy="123552"/>
            </a:xfrm>
            <a:custGeom>
              <a:avLst/>
              <a:gdLst/>
              <a:ahLst/>
              <a:cxnLst/>
              <a:rect l="l" t="t" r="r" b="b"/>
              <a:pathLst>
                <a:path w="2476" h="2475" extrusionOk="0">
                  <a:moveTo>
                    <a:pt x="1238" y="0"/>
                  </a:moveTo>
                  <a:cubicBezTo>
                    <a:pt x="554" y="0"/>
                    <a:pt x="0" y="554"/>
                    <a:pt x="0" y="1237"/>
                  </a:cubicBezTo>
                  <a:cubicBezTo>
                    <a:pt x="0" y="1920"/>
                    <a:pt x="554" y="2475"/>
                    <a:pt x="1238" y="2475"/>
                  </a:cubicBezTo>
                  <a:cubicBezTo>
                    <a:pt x="1921" y="2475"/>
                    <a:pt x="2476" y="1920"/>
                    <a:pt x="2476" y="1237"/>
                  </a:cubicBezTo>
                  <a:cubicBezTo>
                    <a:pt x="2476" y="554"/>
                    <a:pt x="1921" y="0"/>
                    <a:pt x="1238"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1"/>
            <p:cNvSpPr/>
            <p:nvPr/>
          </p:nvSpPr>
          <p:spPr>
            <a:xfrm rot="-5400000" flipH="1">
              <a:off x="7188327" y="422160"/>
              <a:ext cx="52117" cy="52117"/>
            </a:xfrm>
            <a:custGeom>
              <a:avLst/>
              <a:gdLst/>
              <a:ahLst/>
              <a:cxnLst/>
              <a:rect l="l" t="t" r="r" b="b"/>
              <a:pathLst>
                <a:path w="1044" h="1044" extrusionOk="0">
                  <a:moveTo>
                    <a:pt x="522" y="1"/>
                  </a:moveTo>
                  <a:cubicBezTo>
                    <a:pt x="235" y="1"/>
                    <a:pt x="0" y="235"/>
                    <a:pt x="0" y="522"/>
                  </a:cubicBezTo>
                  <a:cubicBezTo>
                    <a:pt x="0" y="810"/>
                    <a:pt x="233" y="1043"/>
                    <a:pt x="522" y="1043"/>
                  </a:cubicBezTo>
                  <a:cubicBezTo>
                    <a:pt x="809" y="1043"/>
                    <a:pt x="1043" y="810"/>
                    <a:pt x="1043" y="522"/>
                  </a:cubicBezTo>
                  <a:cubicBezTo>
                    <a:pt x="1043" y="235"/>
                    <a:pt x="809" y="1"/>
                    <a:pt x="5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1"/>
            <p:cNvSpPr/>
            <p:nvPr/>
          </p:nvSpPr>
          <p:spPr>
            <a:xfrm rot="-5400000" flipH="1">
              <a:off x="7447894" y="695605"/>
              <a:ext cx="123552" cy="123602"/>
            </a:xfrm>
            <a:custGeom>
              <a:avLst/>
              <a:gdLst/>
              <a:ahLst/>
              <a:cxnLst/>
              <a:rect l="l" t="t" r="r" b="b"/>
              <a:pathLst>
                <a:path w="2475" h="2476" extrusionOk="0">
                  <a:moveTo>
                    <a:pt x="1237" y="1"/>
                  </a:moveTo>
                  <a:cubicBezTo>
                    <a:pt x="554" y="1"/>
                    <a:pt x="1" y="555"/>
                    <a:pt x="1" y="1239"/>
                  </a:cubicBezTo>
                  <a:cubicBezTo>
                    <a:pt x="1" y="1922"/>
                    <a:pt x="554" y="2475"/>
                    <a:pt x="1237" y="2475"/>
                  </a:cubicBezTo>
                  <a:cubicBezTo>
                    <a:pt x="1922" y="2475"/>
                    <a:pt x="2475" y="1922"/>
                    <a:pt x="2475" y="1239"/>
                  </a:cubicBezTo>
                  <a:cubicBezTo>
                    <a:pt x="2475" y="555"/>
                    <a:pt x="1922" y="1"/>
                    <a:pt x="1237"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1"/>
            <p:cNvSpPr/>
            <p:nvPr/>
          </p:nvSpPr>
          <p:spPr>
            <a:xfrm rot="-5400000" flipH="1">
              <a:off x="7483663" y="731424"/>
              <a:ext cx="52017" cy="52017"/>
            </a:xfrm>
            <a:custGeom>
              <a:avLst/>
              <a:gdLst/>
              <a:ahLst/>
              <a:cxnLst/>
              <a:rect l="l" t="t" r="r" b="b"/>
              <a:pathLst>
                <a:path w="1042" h="1042" extrusionOk="0">
                  <a:moveTo>
                    <a:pt x="520" y="0"/>
                  </a:moveTo>
                  <a:cubicBezTo>
                    <a:pt x="233" y="0"/>
                    <a:pt x="0" y="233"/>
                    <a:pt x="0" y="522"/>
                  </a:cubicBezTo>
                  <a:cubicBezTo>
                    <a:pt x="0" y="809"/>
                    <a:pt x="233" y="1042"/>
                    <a:pt x="520" y="1042"/>
                  </a:cubicBezTo>
                  <a:cubicBezTo>
                    <a:pt x="809" y="1042"/>
                    <a:pt x="1042" y="809"/>
                    <a:pt x="1042" y="522"/>
                  </a:cubicBezTo>
                  <a:cubicBezTo>
                    <a:pt x="1042" y="233"/>
                    <a:pt x="809" y="0"/>
                    <a:pt x="5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1"/>
            <p:cNvSpPr/>
            <p:nvPr/>
          </p:nvSpPr>
          <p:spPr>
            <a:xfrm rot="-5400000" flipH="1">
              <a:off x="7519307" y="1018872"/>
              <a:ext cx="123552" cy="123552"/>
            </a:xfrm>
            <a:custGeom>
              <a:avLst/>
              <a:gdLst/>
              <a:ahLst/>
              <a:cxnLst/>
              <a:rect l="l" t="t" r="r" b="b"/>
              <a:pathLst>
                <a:path w="2475" h="2475" extrusionOk="0">
                  <a:moveTo>
                    <a:pt x="1237" y="0"/>
                  </a:moveTo>
                  <a:cubicBezTo>
                    <a:pt x="554" y="0"/>
                    <a:pt x="0" y="554"/>
                    <a:pt x="0" y="1238"/>
                  </a:cubicBezTo>
                  <a:cubicBezTo>
                    <a:pt x="0" y="1921"/>
                    <a:pt x="554" y="2475"/>
                    <a:pt x="1237" y="2475"/>
                  </a:cubicBezTo>
                  <a:cubicBezTo>
                    <a:pt x="1920" y="2475"/>
                    <a:pt x="2475" y="1921"/>
                    <a:pt x="2475" y="1238"/>
                  </a:cubicBezTo>
                  <a:cubicBezTo>
                    <a:pt x="2475" y="554"/>
                    <a:pt x="1920" y="0"/>
                    <a:pt x="1237"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1"/>
            <p:cNvSpPr/>
            <p:nvPr/>
          </p:nvSpPr>
          <p:spPr>
            <a:xfrm rot="-5400000" flipH="1">
              <a:off x="7555051" y="1054616"/>
              <a:ext cx="52067" cy="52067"/>
            </a:xfrm>
            <a:custGeom>
              <a:avLst/>
              <a:gdLst/>
              <a:ahLst/>
              <a:cxnLst/>
              <a:rect l="l" t="t" r="r" b="b"/>
              <a:pathLst>
                <a:path w="1043" h="1043" extrusionOk="0">
                  <a:moveTo>
                    <a:pt x="521" y="1"/>
                  </a:moveTo>
                  <a:cubicBezTo>
                    <a:pt x="234" y="1"/>
                    <a:pt x="1" y="234"/>
                    <a:pt x="1" y="522"/>
                  </a:cubicBezTo>
                  <a:cubicBezTo>
                    <a:pt x="1" y="809"/>
                    <a:pt x="234" y="1042"/>
                    <a:pt x="521" y="1042"/>
                  </a:cubicBezTo>
                  <a:cubicBezTo>
                    <a:pt x="809" y="1042"/>
                    <a:pt x="1042" y="809"/>
                    <a:pt x="1042" y="522"/>
                  </a:cubicBezTo>
                  <a:cubicBezTo>
                    <a:pt x="1042" y="234"/>
                    <a:pt x="809" y="1"/>
                    <a:pt x="5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1"/>
            <p:cNvSpPr/>
            <p:nvPr/>
          </p:nvSpPr>
          <p:spPr>
            <a:xfrm rot="-5400000" flipH="1">
              <a:off x="7758606" y="1080600"/>
              <a:ext cx="123552" cy="123602"/>
            </a:xfrm>
            <a:custGeom>
              <a:avLst/>
              <a:gdLst/>
              <a:ahLst/>
              <a:cxnLst/>
              <a:rect l="l" t="t" r="r" b="b"/>
              <a:pathLst>
                <a:path w="2475" h="2476" extrusionOk="0">
                  <a:moveTo>
                    <a:pt x="1238" y="1"/>
                  </a:moveTo>
                  <a:cubicBezTo>
                    <a:pt x="554" y="1"/>
                    <a:pt x="0" y="554"/>
                    <a:pt x="0" y="1238"/>
                  </a:cubicBezTo>
                  <a:cubicBezTo>
                    <a:pt x="0" y="1921"/>
                    <a:pt x="554" y="2475"/>
                    <a:pt x="1238" y="2475"/>
                  </a:cubicBezTo>
                  <a:cubicBezTo>
                    <a:pt x="1921" y="2475"/>
                    <a:pt x="2474" y="1921"/>
                    <a:pt x="2474" y="1238"/>
                  </a:cubicBezTo>
                  <a:cubicBezTo>
                    <a:pt x="2474" y="554"/>
                    <a:pt x="1921" y="1"/>
                    <a:pt x="1238"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1"/>
            <p:cNvSpPr/>
            <p:nvPr/>
          </p:nvSpPr>
          <p:spPr>
            <a:xfrm rot="-5400000" flipH="1">
              <a:off x="7794300" y="1116394"/>
              <a:ext cx="52117" cy="52067"/>
            </a:xfrm>
            <a:custGeom>
              <a:avLst/>
              <a:gdLst/>
              <a:ahLst/>
              <a:cxnLst/>
              <a:rect l="l" t="t" r="r" b="b"/>
              <a:pathLst>
                <a:path w="1044" h="1043" extrusionOk="0">
                  <a:moveTo>
                    <a:pt x="522" y="0"/>
                  </a:moveTo>
                  <a:cubicBezTo>
                    <a:pt x="233" y="0"/>
                    <a:pt x="0" y="234"/>
                    <a:pt x="0" y="522"/>
                  </a:cubicBezTo>
                  <a:cubicBezTo>
                    <a:pt x="0" y="810"/>
                    <a:pt x="233" y="1043"/>
                    <a:pt x="522" y="1043"/>
                  </a:cubicBezTo>
                  <a:cubicBezTo>
                    <a:pt x="809" y="1043"/>
                    <a:pt x="1043" y="810"/>
                    <a:pt x="1043" y="522"/>
                  </a:cubicBezTo>
                  <a:cubicBezTo>
                    <a:pt x="1043" y="234"/>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1"/>
            <p:cNvSpPr/>
            <p:nvPr/>
          </p:nvSpPr>
          <p:spPr>
            <a:xfrm rot="-5400000" flipH="1">
              <a:off x="8014429" y="1558374"/>
              <a:ext cx="123652" cy="123652"/>
            </a:xfrm>
            <a:custGeom>
              <a:avLst/>
              <a:gdLst/>
              <a:ahLst/>
              <a:cxnLst/>
              <a:rect l="l" t="t" r="r" b="b"/>
              <a:pathLst>
                <a:path w="2477" h="2477" extrusionOk="0">
                  <a:moveTo>
                    <a:pt x="1239" y="1"/>
                  </a:moveTo>
                  <a:cubicBezTo>
                    <a:pt x="555" y="1"/>
                    <a:pt x="1" y="555"/>
                    <a:pt x="1" y="1238"/>
                  </a:cubicBezTo>
                  <a:cubicBezTo>
                    <a:pt x="1" y="1922"/>
                    <a:pt x="555" y="2476"/>
                    <a:pt x="1239" y="2476"/>
                  </a:cubicBezTo>
                  <a:cubicBezTo>
                    <a:pt x="1922" y="2476"/>
                    <a:pt x="2476" y="1922"/>
                    <a:pt x="2476" y="1238"/>
                  </a:cubicBezTo>
                  <a:cubicBezTo>
                    <a:pt x="2476" y="555"/>
                    <a:pt x="1922" y="1"/>
                    <a:pt x="1239"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1"/>
            <p:cNvSpPr/>
            <p:nvPr/>
          </p:nvSpPr>
          <p:spPr>
            <a:xfrm rot="-5400000" flipH="1">
              <a:off x="8050198" y="1594193"/>
              <a:ext cx="52117" cy="52067"/>
            </a:xfrm>
            <a:custGeom>
              <a:avLst/>
              <a:gdLst/>
              <a:ahLst/>
              <a:cxnLst/>
              <a:rect l="l" t="t" r="r" b="b"/>
              <a:pathLst>
                <a:path w="1044" h="1043" extrusionOk="0">
                  <a:moveTo>
                    <a:pt x="522" y="0"/>
                  </a:moveTo>
                  <a:cubicBezTo>
                    <a:pt x="234" y="0"/>
                    <a:pt x="0" y="234"/>
                    <a:pt x="0" y="521"/>
                  </a:cubicBezTo>
                  <a:cubicBezTo>
                    <a:pt x="0" y="809"/>
                    <a:pt x="234" y="1043"/>
                    <a:pt x="522" y="1043"/>
                  </a:cubicBezTo>
                  <a:cubicBezTo>
                    <a:pt x="810" y="1043"/>
                    <a:pt x="1043" y="809"/>
                    <a:pt x="1043" y="521"/>
                  </a:cubicBezTo>
                  <a:cubicBezTo>
                    <a:pt x="1043" y="234"/>
                    <a:pt x="810"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1"/>
            <p:cNvSpPr/>
            <p:nvPr/>
          </p:nvSpPr>
          <p:spPr>
            <a:xfrm rot="-5400000" flipH="1">
              <a:off x="8476953" y="731374"/>
              <a:ext cx="52017" cy="52117"/>
            </a:xfrm>
            <a:custGeom>
              <a:avLst/>
              <a:gdLst/>
              <a:ahLst/>
              <a:cxnLst/>
              <a:rect l="l" t="t" r="r" b="b"/>
              <a:pathLst>
                <a:path w="1042" h="1044" extrusionOk="0">
                  <a:moveTo>
                    <a:pt x="520" y="0"/>
                  </a:moveTo>
                  <a:cubicBezTo>
                    <a:pt x="233" y="0"/>
                    <a:pt x="0" y="234"/>
                    <a:pt x="0" y="522"/>
                  </a:cubicBezTo>
                  <a:cubicBezTo>
                    <a:pt x="0" y="810"/>
                    <a:pt x="233" y="1043"/>
                    <a:pt x="520" y="1043"/>
                  </a:cubicBezTo>
                  <a:cubicBezTo>
                    <a:pt x="809" y="1043"/>
                    <a:pt x="1042" y="810"/>
                    <a:pt x="1042" y="522"/>
                  </a:cubicBezTo>
                  <a:cubicBezTo>
                    <a:pt x="1042" y="234"/>
                    <a:pt x="809" y="0"/>
                    <a:pt x="5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63"/>
        <p:cNvGrpSpPr/>
        <p:nvPr/>
      </p:nvGrpSpPr>
      <p:grpSpPr>
        <a:xfrm>
          <a:off x="0" y="0"/>
          <a:ext cx="0" cy="0"/>
          <a:chOff x="0" y="0"/>
          <a:chExt cx="0" cy="0"/>
        </a:xfrm>
      </p:grpSpPr>
      <p:sp>
        <p:nvSpPr>
          <p:cNvPr id="3" name="Text Placeholder 2"/>
          <p:cNvSpPr>
            <a:spLocks noGrp="1"/>
          </p:cNvSpPr>
          <p:nvPr>
            <p:ph type="body" idx="1"/>
          </p:nvPr>
        </p:nvSpPr>
        <p:spPr>
          <a:xfrm>
            <a:off x="720000" y="601980"/>
            <a:ext cx="7479120" cy="3916680"/>
          </a:xfrm>
        </p:spPr>
        <p:txBody>
          <a:bodyPr/>
          <a:lstStyle/>
          <a:p>
            <a:pPr marL="139700" indent="0" algn="ctr">
              <a:buNone/>
            </a:pPr>
            <a:r>
              <a:rPr lang="en-US" sz="2400" b="1" dirty="0" smtClean="0">
                <a:latin typeface="Times New Roman" panose="02020603050405020304" pitchFamily="18" charset="0"/>
                <a:cs typeface="Times New Roman" panose="02020603050405020304" pitchFamily="18" charset="0"/>
              </a:rPr>
              <a:t>Research Gap</a:t>
            </a:r>
          </a:p>
          <a:p>
            <a:pPr marL="139700" indent="0">
              <a:buNone/>
            </a:pPr>
            <a:endParaRPr lang="en-US" sz="1200" dirty="0">
              <a:latin typeface="Times New Roman" panose="02020603050405020304" pitchFamily="18" charset="0"/>
              <a:cs typeface="Times New Roman" panose="02020603050405020304" pitchFamily="18" charset="0"/>
            </a:endParaRPr>
          </a:p>
          <a:p>
            <a:pPr marL="139700" lvl="0" indent="0">
              <a:buNone/>
            </a:pPr>
            <a:r>
              <a:rPr lang="en-US" dirty="0">
                <a:latin typeface="Times New Roman" panose="02020603050405020304" pitchFamily="18" charset="0"/>
                <a:cs typeface="Times New Roman" panose="02020603050405020304" pitchFamily="18" charset="0"/>
              </a:rPr>
              <a:t>Limited empirical evidence exists on how predictive text technologies influence</a:t>
            </a:r>
            <a:r>
              <a:rPr lang="en-US" dirty="0" smtClean="0">
                <a:latin typeface="Times New Roman" panose="02020603050405020304" pitchFamily="18" charset="0"/>
                <a:cs typeface="Times New Roman" panose="02020603050405020304" pitchFamily="18" charset="0"/>
              </a:rPr>
              <a:t>:</a:t>
            </a:r>
          </a:p>
          <a:p>
            <a:pPr lvl="0"/>
            <a:endParaRPr lang="en-US" sz="12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Cognitive faculties</a:t>
            </a:r>
            <a:r>
              <a:rPr lang="en-US" dirty="0">
                <a:latin typeface="Times New Roman" panose="02020603050405020304" pitchFamily="18" charset="0"/>
                <a:cs typeface="Times New Roman" panose="02020603050405020304" pitchFamily="18" charset="0"/>
              </a:rPr>
              <a:t>, such as memory retention and creative processes</a:t>
            </a:r>
            <a:r>
              <a:rPr lang="en-US" dirty="0" smtClean="0">
                <a:latin typeface="Times New Roman" panose="02020603050405020304" pitchFamily="18" charset="0"/>
                <a:cs typeface="Times New Roman" panose="02020603050405020304" pitchFamily="18" charset="0"/>
              </a:rPr>
              <a:t>.</a:t>
            </a:r>
            <a:endParaRPr lang="en-US" sz="12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US" sz="12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Linguistic diversity</a:t>
            </a:r>
            <a:r>
              <a:rPr lang="en-US" dirty="0">
                <a:latin typeface="Times New Roman" panose="02020603050405020304" pitchFamily="18" charset="0"/>
                <a:cs typeface="Times New Roman" panose="02020603050405020304" pitchFamily="18" charset="0"/>
              </a:rPr>
              <a:t>, particularly in terms of lexical variety and syntactic complexity</a:t>
            </a:r>
            <a:r>
              <a:rPr lang="en-US" dirty="0" smtClean="0">
                <a:latin typeface="Times New Roman" panose="02020603050405020304" pitchFamily="18" charset="0"/>
                <a:cs typeface="Times New Roman" panose="02020603050405020304" pitchFamily="18" charset="0"/>
              </a:rPr>
              <a:t>.</a:t>
            </a:r>
          </a:p>
          <a:p>
            <a:pPr marL="139700" indent="0">
              <a:buNone/>
            </a:pPr>
            <a:endParaRPr lang="en-US" sz="1200" dirty="0" smtClean="0">
              <a:latin typeface="Times New Roman" panose="02020603050405020304" pitchFamily="18" charset="0"/>
              <a:cs typeface="Times New Roman" panose="02020603050405020304" pitchFamily="18" charset="0"/>
            </a:endParaRPr>
          </a:p>
          <a:p>
            <a:pPr marL="139700" indent="0">
              <a:buNone/>
            </a:pPr>
            <a:endParaRPr lang="en-US" sz="1200" b="1" dirty="0">
              <a:latin typeface="Times New Roman" panose="02020603050405020304" pitchFamily="18" charset="0"/>
              <a:cs typeface="Times New Roman" panose="02020603050405020304" pitchFamily="18" charset="0"/>
            </a:endParaRPr>
          </a:p>
          <a:p>
            <a:pPr marL="139700" indent="0" algn="ctr">
              <a:buNone/>
            </a:pPr>
            <a:r>
              <a:rPr lang="en-US" sz="2000" b="1" dirty="0" smtClean="0">
                <a:latin typeface="Times New Roman" panose="02020603050405020304" pitchFamily="18" charset="0"/>
                <a:cs typeface="Times New Roman" panose="02020603050405020304" pitchFamily="18" charset="0"/>
              </a:rPr>
              <a:t>Objectives</a:t>
            </a:r>
            <a:endParaRPr lang="en-US" sz="1800"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Main Objective</a:t>
            </a:r>
            <a:r>
              <a:rPr lang="en-US" dirty="0" smtClean="0">
                <a:latin typeface="Times New Roman" panose="02020603050405020304" pitchFamily="18" charset="0"/>
                <a:cs typeface="Times New Roman" panose="02020603050405020304" pitchFamily="18" charset="0"/>
              </a:rPr>
              <a:t>:</a:t>
            </a:r>
          </a:p>
          <a:p>
            <a:pPr lvl="0"/>
            <a:endParaRPr lang="en-US" sz="12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Examine the cognitive and linguistic implications of auto-suggestions on spelling, creativity, and overall writing skills.</a:t>
            </a:r>
            <a:endParaRPr lang="en-US" sz="1200" dirty="0">
              <a:latin typeface="Times New Roman" panose="02020603050405020304" pitchFamily="18" charset="0"/>
              <a:cs typeface="Times New Roman" panose="02020603050405020304" pitchFamily="18" charset="0"/>
            </a:endParaRPr>
          </a:p>
          <a:p>
            <a:pPr lvl="1"/>
            <a:endParaRPr lang="en-US"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2"/>
        <p:cNvGrpSpPr/>
        <p:nvPr/>
      </p:nvGrpSpPr>
      <p:grpSpPr>
        <a:xfrm>
          <a:off x="0" y="0"/>
          <a:ext cx="0" cy="0"/>
          <a:chOff x="0" y="0"/>
          <a:chExt cx="0" cy="0"/>
        </a:xfrm>
      </p:grpSpPr>
      <p:sp>
        <p:nvSpPr>
          <p:cNvPr id="12" name="TextBox 11"/>
          <p:cNvSpPr txBox="1"/>
          <p:nvPr/>
        </p:nvSpPr>
        <p:spPr>
          <a:xfrm>
            <a:off x="609600" y="228600"/>
            <a:ext cx="7894320" cy="4539191"/>
          </a:xfrm>
          <a:prstGeom prst="rect">
            <a:avLst/>
          </a:prstGeom>
          <a:noFill/>
        </p:spPr>
        <p:txBody>
          <a:bodyPr wrap="square" rtlCol="0">
            <a:spAutoFit/>
          </a:bodyPr>
          <a:lstStyle/>
          <a:p>
            <a:pPr algn="ctr">
              <a:lnSpc>
                <a:spcPct val="107000"/>
              </a:lnSpc>
              <a:spcAft>
                <a:spcPts val="800"/>
              </a:spcAft>
            </a:pPr>
            <a:r>
              <a:rPr lang="en-US"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Theoretical Framework</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US"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Language Acquisition Theory</a:t>
            </a:r>
            <a:r>
              <a:rPr lang="en-US"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Wingdings" panose="05000000000000000000" pitchFamily="2" charset="2"/>
              <a:buChar char="Ø"/>
              <a:tabLst>
                <a:tab pos="9144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Language as an innate faculty, governed by universal principles and parameters.</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Wingdings" panose="05000000000000000000" pitchFamily="2" charset="2"/>
              <a:buChar char="Ø"/>
              <a:tabLst>
                <a:tab pos="9144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Auto-suggestions introduce </a:t>
            </a: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external interference</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potentially disrupting the natural acquisition and exercise of linguistic competence.</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Cognitive Load Theory</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Wingdings" panose="05000000000000000000" pitchFamily="2" charset="2"/>
              <a:buChar char="Ø"/>
              <a:tabLst>
                <a:tab pos="9144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Developed by </a:t>
            </a:r>
            <a:r>
              <a:rPr lang="en-US"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Sweller</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(1988), this theory examines how reducing cognitive load enhances task performance but may hinder deep learning.</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Wingdings" panose="05000000000000000000" pitchFamily="2" charset="2"/>
              <a:buChar char="Ø"/>
              <a:tabLst>
                <a:tab pos="9144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Auto-suggestions offload spelling and lexical selection tasks, reducing effort but possibly compromising </a:t>
            </a: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long-term retention</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Distributed Cognition</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Wingdings" panose="05000000000000000000" pitchFamily="2" charset="2"/>
              <a:buChar char="Ø"/>
              <a:tabLst>
                <a:tab pos="9144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Hutchins (1995) posits that cognitive processes are distributed across individuals, tools, and the environment.</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Wingdings" panose="05000000000000000000" pitchFamily="2" charset="2"/>
              <a:buChar char="Ø"/>
              <a:tabLst>
                <a:tab pos="9144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Auto-suggestions act as </a:t>
            </a: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external cognitive aids</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redistributing mental effort and reshaping the traditional processes of language production.</a:t>
            </a: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63"/>
        <p:cNvGrpSpPr/>
        <p:nvPr/>
      </p:nvGrpSpPr>
      <p:grpSpPr>
        <a:xfrm>
          <a:off x="0" y="0"/>
          <a:ext cx="0" cy="0"/>
          <a:chOff x="0" y="0"/>
          <a:chExt cx="0" cy="0"/>
        </a:xfrm>
      </p:grpSpPr>
      <p:sp>
        <p:nvSpPr>
          <p:cNvPr id="3" name="Text Placeholder 2"/>
          <p:cNvSpPr>
            <a:spLocks noGrp="1"/>
          </p:cNvSpPr>
          <p:nvPr>
            <p:ph type="body" idx="1"/>
          </p:nvPr>
        </p:nvSpPr>
        <p:spPr>
          <a:xfrm>
            <a:off x="426720" y="320040"/>
            <a:ext cx="8199120" cy="3886200"/>
          </a:xfrm>
        </p:spPr>
        <p:txBody>
          <a:bodyPr/>
          <a:lstStyle/>
          <a:p>
            <a:pPr marL="0" indent="0" algn="ctr">
              <a:lnSpc>
                <a:spcPct val="107000"/>
              </a:lnSpc>
              <a:spcAft>
                <a:spcPts val="800"/>
              </a:spcAft>
              <a:buNone/>
            </a:pP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rPr>
              <a:t>Methodology</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b="1" dirty="0" smtClean="0">
                <a:latin typeface="Times New Roman" panose="02020603050405020304" pitchFamily="18" charset="0"/>
                <a:ea typeface="Times New Roman" panose="02020603050405020304" pitchFamily="18" charset="0"/>
                <a:cs typeface="Times New Roman" panose="02020603050405020304" pitchFamily="18" charset="0"/>
              </a:rPr>
              <a:t>Research </a:t>
            </a:r>
            <a:r>
              <a:rPr lang="en-US" b="1" dirty="0">
                <a:latin typeface="Times New Roman" panose="02020603050405020304" pitchFamily="18" charset="0"/>
                <a:ea typeface="Times New Roman" panose="02020603050405020304" pitchFamily="18" charset="0"/>
                <a:cs typeface="Times New Roman" panose="02020603050405020304" pitchFamily="18" charset="0"/>
              </a:rPr>
              <a:t>Design</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SzPts val="1000"/>
              <a:buNone/>
              <a:tabLst>
                <a:tab pos="457200" algn="l"/>
              </a:tabLst>
            </a:pPr>
            <a:r>
              <a:rPr lang="en-US" b="1" dirty="0">
                <a:latin typeface="Times New Roman" panose="02020603050405020304" pitchFamily="18" charset="0"/>
                <a:ea typeface="Times New Roman" panose="02020603050405020304" pitchFamily="18" charset="0"/>
                <a:cs typeface="Times New Roman" panose="02020603050405020304" pitchFamily="18" charset="0"/>
              </a:rPr>
              <a:t>Mixed-Methods Approach</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b="1" dirty="0">
                <a:latin typeface="Times New Roman" panose="02020603050405020304" pitchFamily="18" charset="0"/>
                <a:ea typeface="Times New Roman" panose="02020603050405020304" pitchFamily="18" charset="0"/>
                <a:cs typeface="Times New Roman" panose="02020603050405020304" pitchFamily="18" charset="0"/>
              </a:rPr>
              <a:t>Quantitative Data</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Writing tasks to measure spelling accuracy, syntactic complexity, and lexical diversity.</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Surveys to gather statistical insights into user confidence, creativity, and dependency on auto-suggestions.</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b="1" dirty="0">
                <a:latin typeface="Times New Roman" panose="02020603050405020304" pitchFamily="18" charset="0"/>
                <a:ea typeface="Times New Roman" panose="02020603050405020304" pitchFamily="18" charset="0"/>
                <a:cs typeface="Times New Roman" panose="02020603050405020304" pitchFamily="18" charset="0"/>
              </a:rPr>
              <a:t>Qualitative Data</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Open-ended survey responses and follow-up interviews to explore subjective experiences and nuanced perceptions</a:t>
            </a: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870934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2"/>
        <p:cNvGrpSpPr/>
        <p:nvPr/>
      </p:nvGrpSpPr>
      <p:grpSpPr>
        <a:xfrm>
          <a:off x="0" y="0"/>
          <a:ext cx="0" cy="0"/>
          <a:chOff x="0" y="0"/>
          <a:chExt cx="0" cy="0"/>
        </a:xfrm>
      </p:grpSpPr>
      <p:sp>
        <p:nvSpPr>
          <p:cNvPr id="12" name="TextBox 11"/>
          <p:cNvSpPr txBox="1"/>
          <p:nvPr/>
        </p:nvSpPr>
        <p:spPr>
          <a:xfrm>
            <a:off x="609600" y="228600"/>
            <a:ext cx="7894320" cy="281231"/>
          </a:xfrm>
          <a:prstGeom prst="rect">
            <a:avLst/>
          </a:prstGeom>
          <a:noFill/>
        </p:spPr>
        <p:txBody>
          <a:bodyPr wrap="square" rtlCol="0">
            <a:spAutoFit/>
          </a:bodyPr>
          <a:lstStyle/>
          <a:p>
            <a:pPr algn="ctr">
              <a:lnSpc>
                <a:spcPct val="107000"/>
              </a:lnSpc>
              <a:spcAft>
                <a:spcPts val="800"/>
              </a:spcAft>
            </a:pP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411480" y="289560"/>
            <a:ext cx="7581900" cy="1889748"/>
          </a:xfrm>
          <a:prstGeom prst="rect">
            <a:avLst/>
          </a:prstGeom>
        </p:spPr>
        <p:txBody>
          <a:bodyPr wrap="square">
            <a:spAutoFit/>
          </a:bodyPr>
          <a:lstStyle/>
          <a:p>
            <a:pPr algn="ctr">
              <a:lnSpc>
                <a:spcPct val="107000"/>
              </a:lnSpc>
              <a:spcAft>
                <a:spcPts val="800"/>
              </a:spcAft>
            </a:pPr>
            <a:r>
              <a:rPr lang="en-US"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Participants</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US" sz="12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Demographics</a:t>
            </a: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0" lvl="1">
              <a:lnSpc>
                <a:spcPct val="107000"/>
              </a:lnSpc>
              <a:spcAft>
                <a:spcPts val="800"/>
              </a:spcAft>
              <a:buSzPts val="1000"/>
              <a:tabLst>
                <a:tab pos="914400" algn="l"/>
              </a:tabLst>
            </a:pPr>
            <a:r>
              <a:rPr lang="en-US" sz="12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Age Groups</a:t>
            </a: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18–24: 55%</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25–34: 35%</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35+: 10</a:t>
            </a:r>
            <a:r>
              <a:rPr lang="en-US" sz="12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p:cNvSpPr txBox="1"/>
          <p:nvPr/>
        </p:nvSpPr>
        <p:spPr>
          <a:xfrm>
            <a:off x="5059680" y="1706880"/>
            <a:ext cx="3078480" cy="1508618"/>
          </a:xfrm>
          <a:prstGeom prst="rect">
            <a:avLst/>
          </a:prstGeom>
          <a:noFill/>
        </p:spPr>
        <p:txBody>
          <a:bodyPr wrap="square" rtlCol="0">
            <a:spAutoFit/>
          </a:bodyPr>
          <a:lstStyle/>
          <a:p>
            <a:pPr marL="457200" lvl="1">
              <a:lnSpc>
                <a:spcPct val="107000"/>
              </a:lnSpc>
              <a:spcAft>
                <a:spcPts val="800"/>
              </a:spcAft>
              <a:buSzPts val="1000"/>
              <a:tabLst>
                <a:tab pos="914400" algn="l"/>
              </a:tabLst>
            </a:pPr>
            <a:r>
              <a:rPr lang="en-US" sz="12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Education Levels</a:t>
            </a: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Undergraduate: </a:t>
            </a:r>
            <a:r>
              <a:rPr lang="en-US" sz="12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70</a:t>
            </a: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Postgraduate: </a:t>
            </a:r>
            <a:r>
              <a:rPr lang="en-US" sz="12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20%</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sz="12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Others</a:t>
            </a:r>
            <a:r>
              <a:rPr lang="en-US" sz="11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1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10%</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6" name="TextBox 5"/>
          <p:cNvSpPr txBox="1"/>
          <p:nvPr/>
        </p:nvSpPr>
        <p:spPr>
          <a:xfrm>
            <a:off x="609600" y="2956560"/>
            <a:ext cx="4366260" cy="1322157"/>
          </a:xfrm>
          <a:prstGeom prst="rect">
            <a:avLst/>
          </a:prstGeom>
          <a:noFill/>
        </p:spPr>
        <p:txBody>
          <a:bodyPr wrap="square" rtlCol="0">
            <a:spAutoFit/>
          </a:bodyPr>
          <a:lstStyle/>
          <a:p>
            <a:pPr marL="457200" lvl="1">
              <a:lnSpc>
                <a:spcPct val="107000"/>
              </a:lnSpc>
              <a:spcAft>
                <a:spcPts val="800"/>
              </a:spcAft>
              <a:buSzPts val="1000"/>
              <a:tabLst>
                <a:tab pos="914400" algn="l"/>
              </a:tabLst>
            </a:pPr>
            <a:r>
              <a:rPr lang="en-US"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Occupation</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Students: 65%</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Professionals: 25%</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Others: 10%</a:t>
            </a: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263848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0"/>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291461381"/>
              </p:ext>
            </p:extLst>
          </p:nvPr>
        </p:nvGraphicFramePr>
        <p:xfrm>
          <a:off x="525780" y="1584958"/>
          <a:ext cx="7905432" cy="1860936"/>
        </p:xfrm>
        <a:graphic>
          <a:graphicData uri="http://schemas.openxmlformats.org/drawingml/2006/table">
            <a:tbl>
              <a:tblPr firstRow="1" firstCol="1" bandRow="1">
                <a:tableStyleId>{8CA46352-8C6F-4F80-924B-F2B52B946E10}</a:tableStyleId>
              </a:tblPr>
              <a:tblGrid>
                <a:gridCol w="2635144">
                  <a:extLst>
                    <a:ext uri="{9D8B030D-6E8A-4147-A177-3AD203B41FA5}">
                      <a16:colId xmlns:a16="http://schemas.microsoft.com/office/drawing/2014/main" val="950187245"/>
                    </a:ext>
                  </a:extLst>
                </a:gridCol>
                <a:gridCol w="2635144">
                  <a:extLst>
                    <a:ext uri="{9D8B030D-6E8A-4147-A177-3AD203B41FA5}">
                      <a16:colId xmlns:a16="http://schemas.microsoft.com/office/drawing/2014/main" val="3049977237"/>
                    </a:ext>
                  </a:extLst>
                </a:gridCol>
                <a:gridCol w="2635144">
                  <a:extLst>
                    <a:ext uri="{9D8B030D-6E8A-4147-A177-3AD203B41FA5}">
                      <a16:colId xmlns:a16="http://schemas.microsoft.com/office/drawing/2014/main" val="1133765034"/>
                    </a:ext>
                  </a:extLst>
                </a:gridCol>
              </a:tblGrid>
              <a:tr h="310156">
                <a:tc>
                  <a:txBody>
                    <a:bodyPr/>
                    <a:lstStyle/>
                    <a:p>
                      <a:pPr marL="0" marR="0" algn="ctr">
                        <a:lnSpc>
                          <a:spcPct val="107000"/>
                        </a:lnSpc>
                        <a:spcBef>
                          <a:spcPts val="0"/>
                        </a:spcBef>
                        <a:spcAft>
                          <a:spcPts val="0"/>
                        </a:spcAft>
                      </a:pPr>
                      <a:r>
                        <a:rPr lang="en-US" sz="1200" dirty="0">
                          <a:solidFill>
                            <a:schemeClr val="tx1"/>
                          </a:solidFill>
                          <a:effectLst/>
                          <a:latin typeface="Times New Roman" panose="02020603050405020304" pitchFamily="18" charset="0"/>
                          <a:cs typeface="Times New Roman" panose="02020603050405020304" pitchFamily="18" charset="0"/>
                        </a:rPr>
                        <a:t>Category</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dirty="0">
                          <a:solidFill>
                            <a:schemeClr val="tx1"/>
                          </a:solidFill>
                          <a:effectLst/>
                          <a:latin typeface="Times New Roman" panose="02020603050405020304" pitchFamily="18" charset="0"/>
                          <a:cs typeface="Times New Roman" panose="02020603050405020304" pitchFamily="18" charset="0"/>
                        </a:rPr>
                        <a:t>Frequent Users (%)</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solidFill>
                            <a:schemeClr val="tx1"/>
                          </a:solidFill>
                          <a:effectLst/>
                          <a:latin typeface="Times New Roman" panose="02020603050405020304" pitchFamily="18" charset="0"/>
                          <a:cs typeface="Times New Roman" panose="02020603050405020304" pitchFamily="18" charset="0"/>
                        </a:rPr>
                        <a:t>Infrequent Users (%)</a:t>
                      </a:r>
                      <a:endPar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65811725"/>
                  </a:ext>
                </a:extLst>
              </a:tr>
              <a:tr h="310156">
                <a:tc>
                  <a:txBody>
                    <a:bodyPr/>
                    <a:lstStyle/>
                    <a:p>
                      <a:pPr marL="0" marR="0">
                        <a:lnSpc>
                          <a:spcPct val="107000"/>
                        </a:lnSpc>
                        <a:spcBef>
                          <a:spcPts val="0"/>
                        </a:spcBef>
                        <a:spcAft>
                          <a:spcPts val="0"/>
                        </a:spcAft>
                      </a:pPr>
                      <a:r>
                        <a:rPr lang="en-US" sz="1200" dirty="0">
                          <a:solidFill>
                            <a:schemeClr val="tx1"/>
                          </a:solidFill>
                          <a:effectLst/>
                          <a:latin typeface="Times New Roman" panose="02020603050405020304" pitchFamily="18" charset="0"/>
                          <a:cs typeface="Times New Roman" panose="02020603050405020304" pitchFamily="18" charset="0"/>
                        </a:rPr>
                        <a:t>Age 18–24</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solidFill>
                            <a:schemeClr val="tx1"/>
                          </a:solidFill>
                          <a:effectLst/>
                          <a:latin typeface="Times New Roman" panose="02020603050405020304" pitchFamily="18" charset="0"/>
                          <a:cs typeface="Times New Roman" panose="02020603050405020304" pitchFamily="18" charset="0"/>
                        </a:rPr>
                        <a:t>60%</a:t>
                      </a:r>
                      <a:endPar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solidFill>
                            <a:schemeClr val="tx1"/>
                          </a:solidFill>
                          <a:effectLst/>
                          <a:latin typeface="Times New Roman" panose="02020603050405020304" pitchFamily="18" charset="0"/>
                          <a:cs typeface="Times New Roman" panose="02020603050405020304" pitchFamily="18" charset="0"/>
                        </a:rPr>
                        <a:t>40%</a:t>
                      </a:r>
                      <a:endPar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99166789"/>
                  </a:ext>
                </a:extLst>
              </a:tr>
              <a:tr h="310156">
                <a:tc>
                  <a:txBody>
                    <a:bodyPr/>
                    <a:lstStyle/>
                    <a:p>
                      <a:pPr marL="0" marR="0">
                        <a:lnSpc>
                          <a:spcPct val="107000"/>
                        </a:lnSpc>
                        <a:spcBef>
                          <a:spcPts val="0"/>
                        </a:spcBef>
                        <a:spcAft>
                          <a:spcPts val="0"/>
                        </a:spcAft>
                      </a:pPr>
                      <a:r>
                        <a:rPr lang="en-US" sz="1200" dirty="0">
                          <a:solidFill>
                            <a:schemeClr val="tx1"/>
                          </a:solidFill>
                          <a:effectLst/>
                          <a:latin typeface="Times New Roman" panose="02020603050405020304" pitchFamily="18" charset="0"/>
                          <a:cs typeface="Times New Roman" panose="02020603050405020304" pitchFamily="18" charset="0"/>
                        </a:rPr>
                        <a:t>Age 25–34</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solidFill>
                            <a:schemeClr val="tx1"/>
                          </a:solidFill>
                          <a:effectLst/>
                          <a:latin typeface="Times New Roman" panose="02020603050405020304" pitchFamily="18" charset="0"/>
                          <a:cs typeface="Times New Roman" panose="02020603050405020304" pitchFamily="18" charset="0"/>
                        </a:rPr>
                        <a:t>30%</a:t>
                      </a:r>
                      <a:endPar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solidFill>
                            <a:schemeClr val="tx1"/>
                          </a:solidFill>
                          <a:effectLst/>
                          <a:latin typeface="Times New Roman" panose="02020603050405020304" pitchFamily="18" charset="0"/>
                          <a:cs typeface="Times New Roman" panose="02020603050405020304" pitchFamily="18" charset="0"/>
                        </a:rPr>
                        <a:t>70%</a:t>
                      </a:r>
                      <a:endPar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25686574"/>
                  </a:ext>
                </a:extLst>
              </a:tr>
              <a:tr h="310156">
                <a:tc>
                  <a:txBody>
                    <a:bodyPr/>
                    <a:lstStyle/>
                    <a:p>
                      <a:pPr marL="0" marR="0">
                        <a:lnSpc>
                          <a:spcPct val="107000"/>
                        </a:lnSpc>
                        <a:spcBef>
                          <a:spcPts val="0"/>
                        </a:spcBef>
                        <a:spcAft>
                          <a:spcPts val="0"/>
                        </a:spcAft>
                      </a:pPr>
                      <a:r>
                        <a:rPr lang="en-US" sz="1200" dirty="0">
                          <a:solidFill>
                            <a:schemeClr val="tx1"/>
                          </a:solidFill>
                          <a:effectLst/>
                          <a:latin typeface="Times New Roman" panose="02020603050405020304" pitchFamily="18" charset="0"/>
                          <a:cs typeface="Times New Roman" panose="02020603050405020304" pitchFamily="18" charset="0"/>
                        </a:rPr>
                        <a:t>Undergraduate</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smtClean="0">
                          <a:solidFill>
                            <a:schemeClr val="tx1"/>
                          </a:solidFill>
                          <a:effectLst/>
                          <a:latin typeface="Times New Roman" panose="02020603050405020304" pitchFamily="18" charset="0"/>
                          <a:cs typeface="Times New Roman" panose="02020603050405020304" pitchFamily="18" charset="0"/>
                        </a:rPr>
                        <a:t>75%</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solidFill>
                            <a:schemeClr val="tx1"/>
                          </a:solidFill>
                          <a:effectLst/>
                          <a:latin typeface="Times New Roman" panose="02020603050405020304" pitchFamily="18" charset="0"/>
                          <a:cs typeface="Times New Roman" panose="02020603050405020304" pitchFamily="18" charset="0"/>
                        </a:rPr>
                        <a:t>25%</a:t>
                      </a:r>
                      <a:endPar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65562050"/>
                  </a:ext>
                </a:extLst>
              </a:tr>
              <a:tr h="310156">
                <a:tc>
                  <a:txBody>
                    <a:bodyPr/>
                    <a:lstStyle/>
                    <a:p>
                      <a:pPr marL="0" marR="0">
                        <a:lnSpc>
                          <a:spcPct val="107000"/>
                        </a:lnSpc>
                        <a:spcBef>
                          <a:spcPts val="0"/>
                        </a:spcBef>
                        <a:spcAft>
                          <a:spcPts val="0"/>
                        </a:spcAft>
                      </a:pPr>
                      <a:r>
                        <a:rPr lang="en-US" sz="1200">
                          <a:solidFill>
                            <a:schemeClr val="tx1"/>
                          </a:solidFill>
                          <a:effectLst/>
                          <a:latin typeface="Times New Roman" panose="02020603050405020304" pitchFamily="18" charset="0"/>
                          <a:cs typeface="Times New Roman" panose="02020603050405020304" pitchFamily="18" charset="0"/>
                        </a:rPr>
                        <a:t>Postgraduate</a:t>
                      </a:r>
                      <a:endPar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solidFill>
                            <a:schemeClr val="tx1"/>
                          </a:solidFill>
                          <a:effectLst/>
                          <a:latin typeface="Times New Roman" panose="02020603050405020304" pitchFamily="18" charset="0"/>
                          <a:cs typeface="Times New Roman" panose="02020603050405020304" pitchFamily="18" charset="0"/>
                        </a:rPr>
                        <a:t>20%</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solidFill>
                            <a:schemeClr val="tx1"/>
                          </a:solidFill>
                          <a:effectLst/>
                          <a:latin typeface="Times New Roman" panose="02020603050405020304" pitchFamily="18" charset="0"/>
                          <a:cs typeface="Times New Roman" panose="02020603050405020304" pitchFamily="18" charset="0"/>
                        </a:rPr>
                        <a:t>80%</a:t>
                      </a:r>
                      <a:endPar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67153367"/>
                  </a:ext>
                </a:extLst>
              </a:tr>
              <a:tr h="310156">
                <a:tc>
                  <a:txBody>
                    <a:bodyPr/>
                    <a:lstStyle/>
                    <a:p>
                      <a:pPr marL="0" marR="0">
                        <a:lnSpc>
                          <a:spcPct val="107000"/>
                        </a:lnSpc>
                        <a:spcBef>
                          <a:spcPts val="0"/>
                        </a:spcBef>
                        <a:spcAft>
                          <a:spcPts val="0"/>
                        </a:spcAft>
                      </a:pPr>
                      <a:r>
                        <a:rPr lang="en-US" sz="12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Others</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solidFill>
                            <a:schemeClr val="tx1"/>
                          </a:solidFill>
                          <a:effectLst/>
                          <a:latin typeface="Times New Roman" panose="02020603050405020304" pitchFamily="18" charset="0"/>
                          <a:cs typeface="Times New Roman" panose="02020603050405020304" pitchFamily="18" charset="0"/>
                        </a:rPr>
                        <a:t>70%</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solidFill>
                            <a:schemeClr val="tx1"/>
                          </a:solidFill>
                          <a:effectLst/>
                          <a:latin typeface="Times New Roman" panose="02020603050405020304" pitchFamily="18" charset="0"/>
                          <a:cs typeface="Times New Roman" panose="02020603050405020304" pitchFamily="18" charset="0"/>
                        </a:rPr>
                        <a:t>30%</a:t>
                      </a:r>
                      <a:endPar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30916267"/>
                  </a:ext>
                </a:extLst>
              </a:tr>
            </a:tbl>
          </a:graphicData>
        </a:graphic>
      </p:graphicFrame>
      <p:sp>
        <p:nvSpPr>
          <p:cNvPr id="6" name="Rectangle 1"/>
          <p:cNvSpPr>
            <a:spLocks noChangeArrowheads="1"/>
          </p:cNvSpPr>
          <p:nvPr/>
        </p:nvSpPr>
        <p:spPr bwMode="auto">
          <a:xfrm>
            <a:off x="3048000" y="944325"/>
            <a:ext cx="278892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Participant Demographics</a:t>
            </a:r>
            <a:endPar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81"/>
        <p:cNvGrpSpPr/>
        <p:nvPr/>
      </p:nvGrpSpPr>
      <p:grpSpPr>
        <a:xfrm>
          <a:off x="0" y="0"/>
          <a:ext cx="0" cy="0"/>
          <a:chOff x="0" y="0"/>
          <a:chExt cx="0" cy="0"/>
        </a:xfrm>
      </p:grpSpPr>
      <p:sp>
        <p:nvSpPr>
          <p:cNvPr id="7" name="Rectangle 6"/>
          <p:cNvSpPr/>
          <p:nvPr/>
        </p:nvSpPr>
        <p:spPr>
          <a:xfrm>
            <a:off x="723900" y="633079"/>
            <a:ext cx="7650480" cy="4078232"/>
          </a:xfrm>
          <a:prstGeom prst="rect">
            <a:avLst/>
          </a:prstGeom>
        </p:spPr>
        <p:txBody>
          <a:bodyPr wrap="square">
            <a:spAutoFit/>
          </a:bodyPr>
          <a:lstStyle/>
          <a:p>
            <a:pPr algn="ctr">
              <a:lnSpc>
                <a:spcPct val="107000"/>
              </a:lnSpc>
              <a:spcAft>
                <a:spcPts val="800"/>
              </a:spcAft>
            </a:pPr>
            <a:r>
              <a:rPr lang="en-US" sz="20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Data </a:t>
            </a:r>
            <a:r>
              <a:rPr lang="en-US" sz="20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Analysis</a:t>
            </a:r>
            <a:endParaRPr lang="en-US"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Quantitative Analysis</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Statistical Comparisons</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Compare error rates and lexical diversity scores between frequent and infrequent users.</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Example:</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600200" lvl="3" indent="-228600">
              <a:lnSpc>
                <a:spcPct val="107000"/>
              </a:lnSpc>
              <a:spcAft>
                <a:spcPts val="800"/>
              </a:spcAft>
              <a:buSzPts val="1000"/>
              <a:buFont typeface="Wingdings" panose="05000000000000000000" pitchFamily="2" charset="2"/>
              <a:buChar char=""/>
              <a:tabLst>
                <a:tab pos="18288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Frequent users had a </a:t>
            </a: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TTR score of 0.45</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with auto-suggestions compared to 0.55 without, indicating reduced lexical diversity</a:t>
            </a:r>
            <a:r>
              <a:rPr lang="en-US"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p>
          <a:p>
            <a:pPr marL="1371600" lvl="3">
              <a:lnSpc>
                <a:spcPct val="107000"/>
              </a:lnSpc>
              <a:spcAft>
                <a:spcPts val="800"/>
              </a:spcAft>
              <a:buSzPts val="1000"/>
              <a:tabLst>
                <a:tab pos="1828800" algn="l"/>
              </a:tabLst>
            </a:pP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Correlation Analysis</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Investigate relationships between auto-suggestion usage frequency and confidence levels.</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Results showed a </a:t>
            </a: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negative correlation (r = -0.62)</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between reliance on auto-suggestions and self-reported spelling confidence.</a:t>
            </a: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81"/>
        <p:cNvGrpSpPr/>
        <p:nvPr/>
      </p:nvGrpSpPr>
      <p:grpSpPr>
        <a:xfrm>
          <a:off x="0" y="0"/>
          <a:ext cx="0" cy="0"/>
          <a:chOff x="0" y="0"/>
          <a:chExt cx="0" cy="0"/>
        </a:xfrm>
      </p:grpSpPr>
      <p:sp>
        <p:nvSpPr>
          <p:cNvPr id="7" name="Rectangle 6"/>
          <p:cNvSpPr/>
          <p:nvPr/>
        </p:nvSpPr>
        <p:spPr>
          <a:xfrm>
            <a:off x="937260" y="678799"/>
            <a:ext cx="7650480" cy="3220497"/>
          </a:xfrm>
          <a:prstGeom prst="rect">
            <a:avLst/>
          </a:prstGeom>
        </p:spPr>
        <p:txBody>
          <a:bodyPr wrap="square">
            <a:spAutoFit/>
          </a:bodyPr>
          <a:lstStyle/>
          <a:p>
            <a:pPr algn="ctr">
              <a:lnSpc>
                <a:spcPct val="107000"/>
              </a:lnSpc>
              <a:spcAft>
                <a:spcPts val="800"/>
              </a:spcAft>
            </a:pPr>
            <a:r>
              <a:rPr lang="en-US"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Data Analysis</a:t>
            </a:r>
            <a:endParaRPr lang="en-US" sz="1600" dirty="0" smtClean="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US" sz="16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Qualitative Analysis</a:t>
            </a:r>
            <a:r>
              <a:rPr lang="en-US" sz="16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dirty="0" smtClean="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Thematic </a:t>
            </a: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Coding</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Responses were categorized into themes such as:</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600200" lvl="3" indent="-228600">
              <a:lnSpc>
                <a:spcPct val="107000"/>
              </a:lnSpc>
              <a:spcAft>
                <a:spcPts val="800"/>
              </a:spcAft>
              <a:buSzPts val="1000"/>
              <a:buFont typeface="Wingdings" panose="05000000000000000000" pitchFamily="2" charset="2"/>
              <a:buChar char=""/>
              <a:tabLst>
                <a:tab pos="1828800" algn="l"/>
              </a:tabLst>
            </a:pP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Reduced Creativity</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"Auto-suggestions make my writing predictable and less personal."</a:t>
            </a:r>
            <a:endParaRPr lang="en-US" sz="12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600200" lvl="3" indent="-228600">
              <a:lnSpc>
                <a:spcPct val="107000"/>
              </a:lnSpc>
              <a:spcAft>
                <a:spcPts val="800"/>
              </a:spcAft>
              <a:buSzPts val="1000"/>
              <a:buFont typeface="Wingdings" panose="05000000000000000000" pitchFamily="2" charset="2"/>
              <a:buChar char=""/>
              <a:tabLst>
                <a:tab pos="1828800" algn="l"/>
              </a:tabLst>
            </a:pPr>
            <a:r>
              <a:rPr lang="en-US"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Dependency Concerns</a:t>
            </a:r>
            <a:r>
              <a:rPr lang="en-US"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"I feel lost without predictive text; it’s like a crutch</a:t>
            </a:r>
            <a:r>
              <a:rPr lang="en-US"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dirty="0" smtClean="0">
              <a:solidFill>
                <a:schemeClr val="tx1"/>
              </a:solidFill>
              <a:latin typeface="Times New Roman" panose="02020603050405020304" pitchFamily="18" charset="0"/>
              <a:ea typeface="Times New Roman" panose="02020603050405020304" pitchFamily="18" charset="0"/>
            </a:endParaRPr>
          </a:p>
          <a:p>
            <a:r>
              <a:rPr lang="en-US" sz="1600" b="1" dirty="0" smtClean="0">
                <a:solidFill>
                  <a:schemeClr val="tx1"/>
                </a:solidFill>
                <a:latin typeface="Times New Roman" panose="02020603050405020304" pitchFamily="18" charset="0"/>
                <a:ea typeface="Times New Roman" panose="02020603050405020304" pitchFamily="18" charset="0"/>
              </a:rPr>
              <a:t>Quote</a:t>
            </a:r>
            <a:endParaRPr lang="en-US" sz="1600" b="1" dirty="0">
              <a:solidFill>
                <a:schemeClr val="tx1"/>
              </a:solidFill>
              <a:latin typeface="Times New Roman" panose="02020603050405020304" pitchFamily="18" charset="0"/>
              <a:ea typeface="Times New Roman" panose="02020603050405020304" pitchFamily="18" charset="0"/>
            </a:endParaRPr>
          </a:p>
          <a:p>
            <a:pPr algn="ctr"/>
            <a:r>
              <a:rPr lang="en-US" sz="1800" b="1" i="1" dirty="0" smtClean="0">
                <a:solidFill>
                  <a:srgbClr val="FFC000"/>
                </a:solidFill>
                <a:latin typeface="Times New Roman" panose="02020603050405020304" pitchFamily="18" charset="0"/>
                <a:ea typeface="Times New Roman" panose="02020603050405020304" pitchFamily="18" charset="0"/>
              </a:rPr>
              <a:t>"</a:t>
            </a:r>
            <a:r>
              <a:rPr lang="en-US" sz="1800" b="1" i="1" dirty="0">
                <a:solidFill>
                  <a:srgbClr val="FFC000"/>
                </a:solidFill>
                <a:latin typeface="Times New Roman" panose="02020603050405020304" pitchFamily="18" charset="0"/>
                <a:ea typeface="Times New Roman" panose="02020603050405020304" pitchFamily="18" charset="0"/>
              </a:rPr>
              <a:t>When I disable auto-suggestions, I realize how much I’ve forgotten basic spelling rules."</a:t>
            </a:r>
            <a:endParaRPr lang="en-US" sz="1600" b="1" i="1" dirty="0">
              <a:solidFill>
                <a:srgbClr val="FFC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320604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40"/>
        <p:cNvGrpSpPr/>
        <p:nvPr/>
      </p:nvGrpSpPr>
      <p:grpSpPr>
        <a:xfrm>
          <a:off x="0" y="0"/>
          <a:ext cx="0" cy="0"/>
          <a:chOff x="0" y="0"/>
          <a:chExt cx="0" cy="0"/>
        </a:xfrm>
      </p:grpSpPr>
      <p:sp>
        <p:nvSpPr>
          <p:cNvPr id="8" name="Rectangle 7"/>
          <p:cNvSpPr/>
          <p:nvPr/>
        </p:nvSpPr>
        <p:spPr>
          <a:xfrm>
            <a:off x="1939159" y="205740"/>
            <a:ext cx="4667381" cy="400110"/>
          </a:xfrm>
          <a:prstGeom prst="rect">
            <a:avLst/>
          </a:prstGeom>
        </p:spPr>
        <p:txBody>
          <a:bodyPr wrap="square">
            <a:spAutoFit/>
          </a:bodyPr>
          <a:lstStyle/>
          <a:p>
            <a:pPr algn="ctr"/>
            <a:r>
              <a:rPr lang="en-US" sz="2000" b="1" dirty="0" smtClean="0">
                <a:solidFill>
                  <a:schemeClr val="tx1"/>
                </a:solidFill>
                <a:latin typeface="Times New Roman" panose="02020603050405020304" pitchFamily="18" charset="0"/>
                <a:ea typeface="Times New Roman" panose="02020603050405020304" pitchFamily="18" charset="0"/>
              </a:rPr>
              <a:t>Context of Using Auto-Suggestions</a:t>
            </a:r>
            <a:endParaRPr lang="en-US" sz="2400" dirty="0">
              <a:solidFill>
                <a:schemeClr val="tx1"/>
              </a:solidFill>
            </a:endParaRPr>
          </a:p>
        </p:txBody>
      </p:sp>
      <p:pic>
        <p:nvPicPr>
          <p:cNvPr id="2" name="Picture 1"/>
          <p:cNvPicPr>
            <a:picLocks noChangeAspect="1"/>
          </p:cNvPicPr>
          <p:nvPr/>
        </p:nvPicPr>
        <p:blipFill>
          <a:blip r:embed="rId3"/>
          <a:stretch>
            <a:fillRect/>
          </a:stretch>
        </p:blipFill>
        <p:spPr>
          <a:xfrm>
            <a:off x="815567" y="985536"/>
            <a:ext cx="7351005" cy="331502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838379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40"/>
        <p:cNvGrpSpPr/>
        <p:nvPr/>
      </p:nvGrpSpPr>
      <p:grpSpPr>
        <a:xfrm>
          <a:off x="0" y="0"/>
          <a:ext cx="0" cy="0"/>
          <a:chOff x="0" y="0"/>
          <a:chExt cx="0" cy="0"/>
        </a:xfrm>
      </p:grpSpPr>
      <p:sp>
        <p:nvSpPr>
          <p:cNvPr id="8" name="Rectangle 7"/>
          <p:cNvSpPr/>
          <p:nvPr/>
        </p:nvSpPr>
        <p:spPr>
          <a:xfrm>
            <a:off x="1939159" y="205740"/>
            <a:ext cx="4667381" cy="400110"/>
          </a:xfrm>
          <a:prstGeom prst="rect">
            <a:avLst/>
          </a:prstGeom>
        </p:spPr>
        <p:txBody>
          <a:bodyPr wrap="square">
            <a:spAutoFit/>
          </a:bodyPr>
          <a:lstStyle/>
          <a:p>
            <a:pPr algn="ctr"/>
            <a:r>
              <a:rPr lang="en-US" sz="2000" b="1" dirty="0" smtClean="0">
                <a:solidFill>
                  <a:schemeClr val="tx1"/>
                </a:solidFill>
                <a:latin typeface="Times New Roman" panose="02020603050405020304" pitchFamily="18" charset="0"/>
                <a:ea typeface="Times New Roman" panose="02020603050405020304" pitchFamily="18" charset="0"/>
              </a:rPr>
              <a:t>Primary reasons</a:t>
            </a:r>
            <a:endParaRPr lang="en-US" sz="2400" dirty="0">
              <a:solidFill>
                <a:schemeClr val="tx1"/>
              </a:solidFill>
            </a:endParaRPr>
          </a:p>
        </p:txBody>
      </p:sp>
      <p:pic>
        <p:nvPicPr>
          <p:cNvPr id="3" name="Picture 2"/>
          <p:cNvPicPr>
            <a:picLocks noChangeAspect="1"/>
          </p:cNvPicPr>
          <p:nvPr/>
        </p:nvPicPr>
        <p:blipFill>
          <a:blip r:embed="rId3"/>
          <a:stretch>
            <a:fillRect/>
          </a:stretch>
        </p:blipFill>
        <p:spPr>
          <a:xfrm>
            <a:off x="942240" y="1030043"/>
            <a:ext cx="7020660" cy="2970768"/>
          </a:xfrm>
          <a:prstGeom prst="rect">
            <a:avLst/>
          </a:prstGeom>
        </p:spPr>
      </p:pic>
    </p:spTree>
    <p:extLst>
      <p:ext uri="{BB962C8B-B14F-4D97-AF65-F5344CB8AC3E}">
        <p14:creationId xmlns:p14="http://schemas.microsoft.com/office/powerpoint/2010/main" val="274744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0"/>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3774418516"/>
              </p:ext>
            </p:extLst>
          </p:nvPr>
        </p:nvGraphicFramePr>
        <p:xfrm>
          <a:off x="701565" y="1710585"/>
          <a:ext cx="7930056" cy="2112555"/>
        </p:xfrm>
        <a:graphic>
          <a:graphicData uri="http://schemas.openxmlformats.org/drawingml/2006/table">
            <a:tbl>
              <a:tblPr firstRow="1" firstCol="1" bandRow="1">
                <a:tableStyleId>{E269D01E-BC32-4049-B463-5C60D7B0CCD2}</a:tableStyleId>
              </a:tblPr>
              <a:tblGrid>
                <a:gridCol w="2643352">
                  <a:extLst>
                    <a:ext uri="{9D8B030D-6E8A-4147-A177-3AD203B41FA5}">
                      <a16:colId xmlns:a16="http://schemas.microsoft.com/office/drawing/2014/main" val="500028940"/>
                    </a:ext>
                  </a:extLst>
                </a:gridCol>
                <a:gridCol w="2643352">
                  <a:extLst>
                    <a:ext uri="{9D8B030D-6E8A-4147-A177-3AD203B41FA5}">
                      <a16:colId xmlns:a16="http://schemas.microsoft.com/office/drawing/2014/main" val="768102777"/>
                    </a:ext>
                  </a:extLst>
                </a:gridCol>
                <a:gridCol w="2643352">
                  <a:extLst>
                    <a:ext uri="{9D8B030D-6E8A-4147-A177-3AD203B41FA5}">
                      <a16:colId xmlns:a16="http://schemas.microsoft.com/office/drawing/2014/main" val="1808669885"/>
                    </a:ext>
                  </a:extLst>
                </a:gridCol>
              </a:tblGrid>
              <a:tr h="704185">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Condition</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Frequent Users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Infrequent Users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9514248"/>
                  </a:ext>
                </a:extLst>
              </a:tr>
              <a:tr h="704185">
                <a:tc>
                  <a:txBody>
                    <a:bodyPr/>
                    <a:lstStyle/>
                    <a:p>
                      <a:pPr marL="0" marR="0">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With Auto-Suggestions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95%</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98%</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21550334"/>
                  </a:ext>
                </a:extLst>
              </a:tr>
              <a:tr h="704185">
                <a:tc>
                  <a:txBody>
                    <a:bodyPr/>
                    <a:lstStyle/>
                    <a:p>
                      <a:pPr marL="0" marR="0">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Without Auto-Suggestions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60%</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85%</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2214049"/>
                  </a:ext>
                </a:extLst>
              </a:tr>
            </a:tbl>
          </a:graphicData>
        </a:graphic>
      </p:graphicFrame>
      <p:sp>
        <p:nvSpPr>
          <p:cNvPr id="8" name="Rectangle 7"/>
          <p:cNvSpPr/>
          <p:nvPr/>
        </p:nvSpPr>
        <p:spPr>
          <a:xfrm>
            <a:off x="1939159" y="1103586"/>
            <a:ext cx="5242034" cy="400110"/>
          </a:xfrm>
          <a:prstGeom prst="rect">
            <a:avLst/>
          </a:prstGeom>
        </p:spPr>
        <p:txBody>
          <a:bodyPr wrap="square">
            <a:spAutoFit/>
          </a:bodyPr>
          <a:lstStyle/>
          <a:p>
            <a:pPr algn="ctr"/>
            <a:r>
              <a:rPr lang="en-US" sz="2000" b="1" dirty="0">
                <a:solidFill>
                  <a:schemeClr val="tx1"/>
                </a:solidFill>
                <a:latin typeface="Times New Roman" panose="02020603050405020304" pitchFamily="18" charset="0"/>
                <a:ea typeface="Times New Roman" panose="02020603050405020304" pitchFamily="18" charset="0"/>
              </a:rPr>
              <a:t>Spelling Accuracy Across User Groups</a:t>
            </a:r>
            <a:endParaRPr lang="en-US" sz="2400" dirty="0">
              <a:solidFill>
                <a:schemeClr val="tx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4"/>
        <p:cNvGrpSpPr/>
        <p:nvPr/>
      </p:nvGrpSpPr>
      <p:grpSpPr>
        <a:xfrm>
          <a:off x="0" y="0"/>
          <a:ext cx="0" cy="0"/>
          <a:chOff x="0" y="0"/>
          <a:chExt cx="0" cy="0"/>
        </a:xfrm>
      </p:grpSpPr>
      <p:sp>
        <p:nvSpPr>
          <p:cNvPr id="2096" name="Google Shape;2096;p44"/>
          <p:cNvSpPr txBox="1">
            <a:spLocks noGrp="1"/>
          </p:cNvSpPr>
          <p:nvPr>
            <p:ph type="subTitle" idx="1"/>
          </p:nvPr>
        </p:nvSpPr>
        <p:spPr>
          <a:xfrm>
            <a:off x="1420939" y="358140"/>
            <a:ext cx="7204902" cy="4490042"/>
          </a:xfrm>
          <a:prstGeom prst="rect">
            <a:avLst/>
          </a:prstGeom>
        </p:spPr>
        <p:txBody>
          <a:bodyPr spcFirstLastPara="1" wrap="square" lIns="91425" tIns="91425" rIns="91425" bIns="91425" anchor="t" anchorCtr="0">
            <a:noAutofit/>
          </a:bodyPr>
          <a:lstStyle/>
          <a:p>
            <a:pPr marL="0" indent="0" algn="ctr">
              <a:lnSpc>
                <a:spcPct val="107000"/>
              </a:lnSpc>
              <a:spcAft>
                <a:spcPts val="800"/>
              </a:spcAft>
              <a:buNone/>
            </a:pP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rPr>
              <a:t>Results</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US" b="1" dirty="0" smtClean="0">
                <a:latin typeface="Times New Roman" panose="02020603050405020304" pitchFamily="18" charset="0"/>
                <a:ea typeface="Times New Roman" panose="02020603050405020304" pitchFamily="18" charset="0"/>
                <a:cs typeface="Times New Roman" panose="02020603050405020304" pitchFamily="18" charset="0"/>
              </a:rPr>
              <a:t>Spelling </a:t>
            </a:r>
            <a:r>
              <a:rPr lang="en-US" b="1" dirty="0">
                <a:latin typeface="Times New Roman" panose="02020603050405020304" pitchFamily="18" charset="0"/>
                <a:ea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gn="l">
              <a:lnSpc>
                <a:spcPct val="107000"/>
              </a:lnSpc>
              <a:spcAft>
                <a:spcPts val="800"/>
              </a:spcAft>
              <a:buSzPts val="1000"/>
              <a:buFont typeface="Courier New" panose="02070309020205020404" pitchFamily="49" charset="0"/>
              <a:buChar char="o"/>
              <a:tabLst>
                <a:tab pos="914400" algn="l"/>
              </a:tabLst>
            </a:pPr>
            <a:r>
              <a:rPr lang="en-US" b="1" dirty="0">
                <a:latin typeface="Times New Roman" panose="02020603050405020304" pitchFamily="18" charset="0"/>
                <a:ea typeface="Times New Roman" panose="02020603050405020304" pitchFamily="18" charset="0"/>
                <a:cs typeface="Times New Roman" panose="02020603050405020304" pitchFamily="18" charset="0"/>
              </a:rPr>
              <a:t>Quantitative Findings</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1143000" lvl="2" indent="-228600" algn="l">
              <a:lnSpc>
                <a:spcPct val="107000"/>
              </a:lnSpc>
              <a:spcBef>
                <a:spcPts val="0"/>
              </a:spcBef>
              <a:spcAft>
                <a:spcPts val="800"/>
              </a:spcAft>
              <a:buSzPts val="1000"/>
              <a:buFont typeface="Wingdings" panose="05000000000000000000" pitchFamily="2" charset="2"/>
              <a:buChar char=""/>
              <a:tabLst>
                <a:tab pos="13716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Frequent users exhibited a </a:t>
            </a:r>
            <a:r>
              <a:rPr lang="en-US" b="1"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40% higher error rate</a:t>
            </a:r>
            <a:r>
              <a:rPr lang="en-US"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in unaided writing tasks compared to infrequent users.</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1143000" lvl="2" indent="-228600" algn="l">
              <a:lnSpc>
                <a:spcPct val="107000"/>
              </a:lnSpc>
              <a:spcBef>
                <a:spcPts val="0"/>
              </a:spcBef>
              <a:spcAft>
                <a:spcPts val="800"/>
              </a:spcAft>
              <a:buSzPts val="1000"/>
              <a:buFont typeface="Wingdings" panose="05000000000000000000" pitchFamily="2" charset="2"/>
              <a:buChar char=""/>
              <a:tabLst>
                <a:tab pos="13716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Error rates increased significantly when auto-suggestions were disabled, highlighting dependency.</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gn="l">
              <a:lnSpc>
                <a:spcPct val="107000"/>
              </a:lnSpc>
              <a:spcAft>
                <a:spcPts val="800"/>
              </a:spcAft>
              <a:buSzPts val="1000"/>
              <a:buFont typeface="Courier New" panose="02070309020205020404" pitchFamily="49" charset="0"/>
              <a:buChar char="o"/>
              <a:tabLst>
                <a:tab pos="914400" algn="l"/>
              </a:tabLst>
            </a:pPr>
            <a:r>
              <a:rPr lang="en-US" b="1" dirty="0">
                <a:latin typeface="Times New Roman" panose="02020603050405020304" pitchFamily="18" charset="0"/>
                <a:ea typeface="Times New Roman" panose="02020603050405020304" pitchFamily="18" charset="0"/>
                <a:cs typeface="Times New Roman" panose="02020603050405020304" pitchFamily="18" charset="0"/>
              </a:rPr>
              <a:t>Key Insight</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1143000" lvl="2" indent="-228600" algn="l">
              <a:lnSpc>
                <a:spcPct val="107000"/>
              </a:lnSpc>
              <a:spcBef>
                <a:spcPts val="0"/>
              </a:spcBef>
              <a:spcAft>
                <a:spcPts val="800"/>
              </a:spcAft>
              <a:buSzPts val="1000"/>
              <a:buFont typeface="Wingdings" panose="05000000000000000000" pitchFamily="2" charset="2"/>
              <a:buChar char=""/>
              <a:tabLst>
                <a:tab pos="13716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Auto-suggestions improve surface-level accuracy but reduce the ability to recall spelling independently.</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0" lvl="0" indent="0" rtl="0">
              <a:spcBef>
                <a:spcPts val="0"/>
              </a:spcBef>
              <a:spcAft>
                <a:spcPts val="0"/>
              </a:spcAft>
              <a:buClr>
                <a:schemeClr val="dk1"/>
              </a:buClr>
              <a:buSzPts val="1100"/>
              <a:buFont typeface="Arial"/>
              <a:buNone/>
            </a:pPr>
            <a:endParaRPr dirty="0"/>
          </a:p>
        </p:txBody>
      </p:sp>
      <p:grpSp>
        <p:nvGrpSpPr>
          <p:cNvPr id="2097" name="Google Shape;2097;p44"/>
          <p:cNvGrpSpPr/>
          <p:nvPr/>
        </p:nvGrpSpPr>
        <p:grpSpPr>
          <a:xfrm>
            <a:off x="602707" y="26"/>
            <a:ext cx="1031978" cy="2052866"/>
            <a:chOff x="602707" y="26"/>
            <a:chExt cx="1031978" cy="2052866"/>
          </a:xfrm>
        </p:grpSpPr>
        <p:sp>
          <p:nvSpPr>
            <p:cNvPr id="2098" name="Google Shape;2098;p44"/>
            <p:cNvSpPr/>
            <p:nvPr/>
          </p:nvSpPr>
          <p:spPr>
            <a:xfrm rot="10800000">
              <a:off x="1020446" y="26"/>
              <a:ext cx="446029" cy="1297083"/>
            </a:xfrm>
            <a:custGeom>
              <a:avLst/>
              <a:gdLst/>
              <a:ahLst/>
              <a:cxnLst/>
              <a:rect l="l" t="t" r="r" b="b"/>
              <a:pathLst>
                <a:path w="8626" h="25085" extrusionOk="0">
                  <a:moveTo>
                    <a:pt x="1237" y="1"/>
                  </a:moveTo>
                  <a:cubicBezTo>
                    <a:pt x="554" y="1"/>
                    <a:pt x="0" y="555"/>
                    <a:pt x="0" y="1238"/>
                  </a:cubicBezTo>
                  <a:cubicBezTo>
                    <a:pt x="0" y="1922"/>
                    <a:pt x="554" y="2475"/>
                    <a:pt x="1237" y="2475"/>
                  </a:cubicBezTo>
                  <a:cubicBezTo>
                    <a:pt x="1505" y="2475"/>
                    <a:pt x="1751" y="2389"/>
                    <a:pt x="1953" y="2243"/>
                  </a:cubicBezTo>
                  <a:lnTo>
                    <a:pt x="3697" y="3987"/>
                  </a:lnTo>
                  <a:cubicBezTo>
                    <a:pt x="3725" y="4015"/>
                    <a:pt x="3764" y="4032"/>
                    <a:pt x="3806" y="4032"/>
                  </a:cubicBezTo>
                  <a:lnTo>
                    <a:pt x="8318" y="4032"/>
                  </a:lnTo>
                  <a:lnTo>
                    <a:pt x="8318" y="8698"/>
                  </a:lnTo>
                  <a:lnTo>
                    <a:pt x="5868" y="11149"/>
                  </a:lnTo>
                  <a:cubicBezTo>
                    <a:pt x="5838" y="11178"/>
                    <a:pt x="5823" y="11217"/>
                    <a:pt x="5823" y="11257"/>
                  </a:cubicBezTo>
                  <a:lnTo>
                    <a:pt x="5823" y="24930"/>
                  </a:lnTo>
                  <a:cubicBezTo>
                    <a:pt x="5823" y="25016"/>
                    <a:pt x="5891" y="25084"/>
                    <a:pt x="5975" y="25084"/>
                  </a:cubicBezTo>
                  <a:cubicBezTo>
                    <a:pt x="6060" y="25084"/>
                    <a:pt x="6129" y="25016"/>
                    <a:pt x="6129" y="24930"/>
                  </a:cubicBezTo>
                  <a:lnTo>
                    <a:pt x="6129" y="11321"/>
                  </a:lnTo>
                  <a:lnTo>
                    <a:pt x="8581" y="8871"/>
                  </a:lnTo>
                  <a:cubicBezTo>
                    <a:pt x="8609" y="8842"/>
                    <a:pt x="8626" y="8803"/>
                    <a:pt x="8626" y="8762"/>
                  </a:cubicBezTo>
                  <a:lnTo>
                    <a:pt x="8626" y="3878"/>
                  </a:lnTo>
                  <a:cubicBezTo>
                    <a:pt x="8626" y="3793"/>
                    <a:pt x="8557" y="3724"/>
                    <a:pt x="8472" y="3724"/>
                  </a:cubicBezTo>
                  <a:lnTo>
                    <a:pt x="3870" y="3724"/>
                  </a:lnTo>
                  <a:lnTo>
                    <a:pt x="2178" y="2033"/>
                  </a:lnTo>
                  <a:cubicBezTo>
                    <a:pt x="2360" y="1818"/>
                    <a:pt x="2475" y="1542"/>
                    <a:pt x="2475" y="1238"/>
                  </a:cubicBezTo>
                  <a:cubicBezTo>
                    <a:pt x="2475" y="555"/>
                    <a:pt x="1920" y="1"/>
                    <a:pt x="1237"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44"/>
            <p:cNvSpPr/>
            <p:nvPr/>
          </p:nvSpPr>
          <p:spPr>
            <a:xfrm rot="10800000">
              <a:off x="1375520" y="1206154"/>
              <a:ext cx="53931" cy="53879"/>
            </a:xfrm>
            <a:custGeom>
              <a:avLst/>
              <a:gdLst/>
              <a:ahLst/>
              <a:cxnLst/>
              <a:rect l="l" t="t" r="r" b="b"/>
              <a:pathLst>
                <a:path w="1043" h="1042" extrusionOk="0">
                  <a:moveTo>
                    <a:pt x="521" y="0"/>
                  </a:moveTo>
                  <a:cubicBezTo>
                    <a:pt x="234" y="0"/>
                    <a:pt x="1" y="233"/>
                    <a:pt x="1" y="520"/>
                  </a:cubicBezTo>
                  <a:cubicBezTo>
                    <a:pt x="1" y="809"/>
                    <a:pt x="234" y="1042"/>
                    <a:pt x="521" y="1042"/>
                  </a:cubicBezTo>
                  <a:cubicBezTo>
                    <a:pt x="809" y="1042"/>
                    <a:pt x="1042" y="809"/>
                    <a:pt x="1042" y="520"/>
                  </a:cubicBezTo>
                  <a:cubicBezTo>
                    <a:pt x="1042" y="233"/>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4"/>
            <p:cNvSpPr/>
            <p:nvPr/>
          </p:nvSpPr>
          <p:spPr>
            <a:xfrm rot="10800000">
              <a:off x="602707" y="53"/>
              <a:ext cx="1031978" cy="2052839"/>
            </a:xfrm>
            <a:custGeom>
              <a:avLst/>
              <a:gdLst/>
              <a:ahLst/>
              <a:cxnLst/>
              <a:rect l="l" t="t" r="r" b="b"/>
              <a:pathLst>
                <a:path w="19958" h="39701" extrusionOk="0">
                  <a:moveTo>
                    <a:pt x="1238" y="0"/>
                  </a:moveTo>
                  <a:cubicBezTo>
                    <a:pt x="554" y="0"/>
                    <a:pt x="0" y="553"/>
                    <a:pt x="0" y="1237"/>
                  </a:cubicBezTo>
                  <a:cubicBezTo>
                    <a:pt x="0" y="1920"/>
                    <a:pt x="554" y="2474"/>
                    <a:pt x="1238" y="2474"/>
                  </a:cubicBezTo>
                  <a:cubicBezTo>
                    <a:pt x="1524" y="2474"/>
                    <a:pt x="1784" y="2373"/>
                    <a:pt x="1993" y="2210"/>
                  </a:cubicBezTo>
                  <a:lnTo>
                    <a:pt x="4924" y="5141"/>
                  </a:lnTo>
                  <a:cubicBezTo>
                    <a:pt x="4953" y="5170"/>
                    <a:pt x="4992" y="5186"/>
                    <a:pt x="5033" y="5186"/>
                  </a:cubicBezTo>
                  <a:lnTo>
                    <a:pt x="16261" y="5186"/>
                  </a:lnTo>
                  <a:lnTo>
                    <a:pt x="19650" y="8574"/>
                  </a:lnTo>
                  <a:lnTo>
                    <a:pt x="19650" y="12148"/>
                  </a:lnTo>
                  <a:lnTo>
                    <a:pt x="16379" y="15419"/>
                  </a:lnTo>
                  <a:cubicBezTo>
                    <a:pt x="16351" y="15449"/>
                    <a:pt x="16334" y="15488"/>
                    <a:pt x="16334" y="15528"/>
                  </a:cubicBezTo>
                  <a:lnTo>
                    <a:pt x="16334" y="28800"/>
                  </a:lnTo>
                  <a:lnTo>
                    <a:pt x="13172" y="31963"/>
                  </a:lnTo>
                  <a:cubicBezTo>
                    <a:pt x="13142" y="31991"/>
                    <a:pt x="13127" y="32030"/>
                    <a:pt x="13127" y="32072"/>
                  </a:cubicBezTo>
                  <a:lnTo>
                    <a:pt x="13127" y="39546"/>
                  </a:lnTo>
                  <a:cubicBezTo>
                    <a:pt x="13127" y="39632"/>
                    <a:pt x="13196" y="39700"/>
                    <a:pt x="13281" y="39700"/>
                  </a:cubicBezTo>
                  <a:cubicBezTo>
                    <a:pt x="13365" y="39700"/>
                    <a:pt x="13434" y="39632"/>
                    <a:pt x="13434" y="39546"/>
                  </a:cubicBezTo>
                  <a:lnTo>
                    <a:pt x="13434" y="32135"/>
                  </a:lnTo>
                  <a:lnTo>
                    <a:pt x="16597" y="28973"/>
                  </a:lnTo>
                  <a:cubicBezTo>
                    <a:pt x="16625" y="28943"/>
                    <a:pt x="16642" y="28904"/>
                    <a:pt x="16642" y="28864"/>
                  </a:cubicBezTo>
                  <a:lnTo>
                    <a:pt x="16642" y="15592"/>
                  </a:lnTo>
                  <a:lnTo>
                    <a:pt x="19911" y="12321"/>
                  </a:lnTo>
                  <a:cubicBezTo>
                    <a:pt x="19941" y="12292"/>
                    <a:pt x="19958" y="12253"/>
                    <a:pt x="19958" y="12212"/>
                  </a:cubicBezTo>
                  <a:lnTo>
                    <a:pt x="19958" y="8511"/>
                  </a:lnTo>
                  <a:cubicBezTo>
                    <a:pt x="19958" y="8470"/>
                    <a:pt x="19941" y="8430"/>
                    <a:pt x="19911" y="8402"/>
                  </a:cubicBezTo>
                  <a:lnTo>
                    <a:pt x="19913" y="8402"/>
                  </a:lnTo>
                  <a:lnTo>
                    <a:pt x="16434" y="4924"/>
                  </a:lnTo>
                  <a:cubicBezTo>
                    <a:pt x="16405" y="4894"/>
                    <a:pt x="16366" y="4879"/>
                    <a:pt x="16325" y="4879"/>
                  </a:cubicBezTo>
                  <a:lnTo>
                    <a:pt x="5096" y="4879"/>
                  </a:lnTo>
                  <a:lnTo>
                    <a:pt x="2211" y="1993"/>
                  </a:lnTo>
                  <a:cubicBezTo>
                    <a:pt x="2374" y="1783"/>
                    <a:pt x="2474" y="1523"/>
                    <a:pt x="2474" y="1237"/>
                  </a:cubicBezTo>
                  <a:cubicBezTo>
                    <a:pt x="2474" y="553"/>
                    <a:pt x="1921" y="0"/>
                    <a:pt x="1238"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4"/>
            <p:cNvSpPr/>
            <p:nvPr/>
          </p:nvSpPr>
          <p:spPr>
            <a:xfrm rot="10800000">
              <a:off x="1543679" y="1961937"/>
              <a:ext cx="53983" cy="53931"/>
            </a:xfrm>
            <a:custGeom>
              <a:avLst/>
              <a:gdLst/>
              <a:ahLst/>
              <a:cxnLst/>
              <a:rect l="l" t="t" r="r" b="b"/>
              <a:pathLst>
                <a:path w="1044" h="1043" extrusionOk="0">
                  <a:moveTo>
                    <a:pt x="522" y="1"/>
                  </a:moveTo>
                  <a:cubicBezTo>
                    <a:pt x="235" y="1"/>
                    <a:pt x="0" y="233"/>
                    <a:pt x="0" y="521"/>
                  </a:cubicBezTo>
                  <a:cubicBezTo>
                    <a:pt x="0" y="809"/>
                    <a:pt x="233" y="1042"/>
                    <a:pt x="522" y="1042"/>
                  </a:cubicBezTo>
                  <a:cubicBezTo>
                    <a:pt x="809" y="1042"/>
                    <a:pt x="1043" y="809"/>
                    <a:pt x="1043" y="521"/>
                  </a:cubicBezTo>
                  <a:cubicBezTo>
                    <a:pt x="1043" y="233"/>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44"/>
            <p:cNvSpPr/>
            <p:nvPr/>
          </p:nvSpPr>
          <p:spPr>
            <a:xfrm rot="10800000">
              <a:off x="806253" y="1344321"/>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3" y="1085"/>
                    <a:pt x="1085" y="842"/>
                    <a:pt x="1085" y="543"/>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44"/>
            <p:cNvSpPr/>
            <p:nvPr/>
          </p:nvSpPr>
          <p:spPr>
            <a:xfrm rot="10800000">
              <a:off x="893745" y="1431865"/>
              <a:ext cx="56154" cy="56103"/>
            </a:xfrm>
            <a:custGeom>
              <a:avLst/>
              <a:gdLst/>
              <a:ahLst/>
              <a:cxnLst/>
              <a:rect l="l" t="t" r="r" b="b"/>
              <a:pathLst>
                <a:path w="1086" h="1085" extrusionOk="0">
                  <a:moveTo>
                    <a:pt x="544" y="1"/>
                  </a:moveTo>
                  <a:cubicBezTo>
                    <a:pt x="243" y="1"/>
                    <a:pt x="1" y="244"/>
                    <a:pt x="1" y="543"/>
                  </a:cubicBezTo>
                  <a:cubicBezTo>
                    <a:pt x="1" y="843"/>
                    <a:pt x="243" y="1085"/>
                    <a:pt x="544" y="1085"/>
                  </a:cubicBezTo>
                  <a:cubicBezTo>
                    <a:pt x="843" y="1085"/>
                    <a:pt x="1085" y="843"/>
                    <a:pt x="1085" y="543"/>
                  </a:cubicBezTo>
                  <a:cubicBezTo>
                    <a:pt x="1085" y="244"/>
                    <a:pt x="843" y="1"/>
                    <a:pt x="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44"/>
            <p:cNvSpPr/>
            <p:nvPr/>
          </p:nvSpPr>
          <p:spPr>
            <a:xfrm rot="10800000">
              <a:off x="983771" y="1521839"/>
              <a:ext cx="56103" cy="56103"/>
            </a:xfrm>
            <a:custGeom>
              <a:avLst/>
              <a:gdLst/>
              <a:ahLst/>
              <a:cxnLst/>
              <a:rect l="l" t="t" r="r" b="b"/>
              <a:pathLst>
                <a:path w="1085" h="1085" extrusionOk="0">
                  <a:moveTo>
                    <a:pt x="543" y="1"/>
                  </a:moveTo>
                  <a:cubicBezTo>
                    <a:pt x="244" y="1"/>
                    <a:pt x="1" y="244"/>
                    <a:pt x="1" y="543"/>
                  </a:cubicBezTo>
                  <a:cubicBezTo>
                    <a:pt x="1" y="842"/>
                    <a:pt x="244" y="1085"/>
                    <a:pt x="543" y="1085"/>
                  </a:cubicBezTo>
                  <a:cubicBezTo>
                    <a:pt x="843" y="1085"/>
                    <a:pt x="1085" y="842"/>
                    <a:pt x="1085" y="543"/>
                  </a:cubicBezTo>
                  <a:cubicBezTo>
                    <a:pt x="1085" y="244"/>
                    <a:pt x="843"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44"/>
            <p:cNvSpPr/>
            <p:nvPr/>
          </p:nvSpPr>
          <p:spPr>
            <a:xfrm rot="10800000">
              <a:off x="1113717" y="672721"/>
              <a:ext cx="81026" cy="81077"/>
            </a:xfrm>
            <a:custGeom>
              <a:avLst/>
              <a:gdLst/>
              <a:ahLst/>
              <a:cxnLst/>
              <a:rect l="l" t="t" r="r" b="b"/>
              <a:pathLst>
                <a:path w="1567" h="1568" extrusionOk="0">
                  <a:moveTo>
                    <a:pt x="784" y="1"/>
                  </a:moveTo>
                  <a:cubicBezTo>
                    <a:pt x="351" y="1"/>
                    <a:pt x="0" y="352"/>
                    <a:pt x="0" y="785"/>
                  </a:cubicBezTo>
                  <a:cubicBezTo>
                    <a:pt x="0" y="1216"/>
                    <a:pt x="351" y="1567"/>
                    <a:pt x="784" y="1567"/>
                  </a:cubicBezTo>
                  <a:cubicBezTo>
                    <a:pt x="1215" y="1567"/>
                    <a:pt x="1567" y="1216"/>
                    <a:pt x="1567" y="785"/>
                  </a:cubicBezTo>
                  <a:cubicBezTo>
                    <a:pt x="1567" y="352"/>
                    <a:pt x="1215"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44"/>
            <p:cNvSpPr/>
            <p:nvPr/>
          </p:nvSpPr>
          <p:spPr>
            <a:xfrm rot="10800000">
              <a:off x="1035848" y="594852"/>
              <a:ext cx="236769" cy="236820"/>
            </a:xfrm>
            <a:custGeom>
              <a:avLst/>
              <a:gdLst/>
              <a:ahLst/>
              <a:cxnLst/>
              <a:rect l="l" t="t" r="r" b="b"/>
              <a:pathLst>
                <a:path w="4579" h="4580" extrusionOk="0">
                  <a:moveTo>
                    <a:pt x="2290" y="154"/>
                  </a:moveTo>
                  <a:cubicBezTo>
                    <a:pt x="3467" y="154"/>
                    <a:pt x="4425" y="1112"/>
                    <a:pt x="4425" y="2291"/>
                  </a:cubicBezTo>
                  <a:cubicBezTo>
                    <a:pt x="4425" y="3468"/>
                    <a:pt x="3467" y="4426"/>
                    <a:pt x="2290" y="4426"/>
                  </a:cubicBezTo>
                  <a:cubicBezTo>
                    <a:pt x="1113" y="4426"/>
                    <a:pt x="154" y="3468"/>
                    <a:pt x="154" y="2291"/>
                  </a:cubicBezTo>
                  <a:cubicBezTo>
                    <a:pt x="154" y="1112"/>
                    <a:pt x="1113" y="154"/>
                    <a:pt x="2290" y="154"/>
                  </a:cubicBezTo>
                  <a:close/>
                  <a:moveTo>
                    <a:pt x="2290" y="1"/>
                  </a:moveTo>
                  <a:cubicBezTo>
                    <a:pt x="1027" y="1"/>
                    <a:pt x="0" y="1028"/>
                    <a:pt x="0" y="2291"/>
                  </a:cubicBezTo>
                  <a:cubicBezTo>
                    <a:pt x="0" y="3553"/>
                    <a:pt x="1027" y="4579"/>
                    <a:pt x="2290" y="4579"/>
                  </a:cubicBezTo>
                  <a:cubicBezTo>
                    <a:pt x="3553" y="4579"/>
                    <a:pt x="4579" y="3553"/>
                    <a:pt x="4579" y="2291"/>
                  </a:cubicBezTo>
                  <a:cubicBezTo>
                    <a:pt x="4579" y="1028"/>
                    <a:pt x="3553" y="1"/>
                    <a:pt x="2290"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44"/>
            <p:cNvSpPr/>
            <p:nvPr/>
          </p:nvSpPr>
          <p:spPr>
            <a:xfrm rot="10800000">
              <a:off x="752786" y="1753033"/>
              <a:ext cx="81077" cy="81026"/>
            </a:xfrm>
            <a:custGeom>
              <a:avLst/>
              <a:gdLst/>
              <a:ahLst/>
              <a:cxnLst/>
              <a:rect l="l" t="t" r="r" b="b"/>
              <a:pathLst>
                <a:path w="1568" h="1567" extrusionOk="0">
                  <a:moveTo>
                    <a:pt x="783" y="0"/>
                  </a:moveTo>
                  <a:cubicBezTo>
                    <a:pt x="352" y="0"/>
                    <a:pt x="1" y="351"/>
                    <a:pt x="1" y="783"/>
                  </a:cubicBezTo>
                  <a:cubicBezTo>
                    <a:pt x="1" y="1216"/>
                    <a:pt x="352" y="1567"/>
                    <a:pt x="783" y="1567"/>
                  </a:cubicBezTo>
                  <a:cubicBezTo>
                    <a:pt x="1216" y="1567"/>
                    <a:pt x="1567" y="1216"/>
                    <a:pt x="1567" y="783"/>
                  </a:cubicBezTo>
                  <a:cubicBezTo>
                    <a:pt x="1567" y="351"/>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44"/>
            <p:cNvSpPr/>
            <p:nvPr/>
          </p:nvSpPr>
          <p:spPr>
            <a:xfrm rot="10800000">
              <a:off x="674917" y="1675164"/>
              <a:ext cx="236820" cy="236769"/>
            </a:xfrm>
            <a:custGeom>
              <a:avLst/>
              <a:gdLst/>
              <a:ahLst/>
              <a:cxnLst/>
              <a:rect l="l" t="t" r="r" b="b"/>
              <a:pathLst>
                <a:path w="4580" h="4579" extrusionOk="0">
                  <a:moveTo>
                    <a:pt x="2291" y="154"/>
                  </a:moveTo>
                  <a:cubicBezTo>
                    <a:pt x="3468" y="154"/>
                    <a:pt x="4426" y="1111"/>
                    <a:pt x="4426" y="2289"/>
                  </a:cubicBezTo>
                  <a:cubicBezTo>
                    <a:pt x="4426" y="3468"/>
                    <a:pt x="3468" y="4425"/>
                    <a:pt x="2291" y="4425"/>
                  </a:cubicBezTo>
                  <a:cubicBezTo>
                    <a:pt x="1112" y="4425"/>
                    <a:pt x="154" y="3468"/>
                    <a:pt x="154" y="2289"/>
                  </a:cubicBezTo>
                  <a:cubicBezTo>
                    <a:pt x="154" y="1111"/>
                    <a:pt x="1112" y="154"/>
                    <a:pt x="2291" y="154"/>
                  </a:cubicBezTo>
                  <a:close/>
                  <a:moveTo>
                    <a:pt x="2291" y="0"/>
                  </a:moveTo>
                  <a:cubicBezTo>
                    <a:pt x="1028" y="0"/>
                    <a:pt x="1" y="1028"/>
                    <a:pt x="1" y="2289"/>
                  </a:cubicBezTo>
                  <a:cubicBezTo>
                    <a:pt x="1" y="3552"/>
                    <a:pt x="1028" y="4579"/>
                    <a:pt x="2291" y="4579"/>
                  </a:cubicBezTo>
                  <a:cubicBezTo>
                    <a:pt x="3552" y="4579"/>
                    <a:pt x="4579" y="3552"/>
                    <a:pt x="4579" y="2289"/>
                  </a:cubicBezTo>
                  <a:cubicBezTo>
                    <a:pt x="4579" y="1028"/>
                    <a:pt x="3552" y="0"/>
                    <a:pt x="2291"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44"/>
            <p:cNvSpPr/>
            <p:nvPr/>
          </p:nvSpPr>
          <p:spPr>
            <a:xfrm rot="10800000">
              <a:off x="1052546" y="1732350"/>
              <a:ext cx="122392" cy="122392"/>
            </a:xfrm>
            <a:custGeom>
              <a:avLst/>
              <a:gdLst/>
              <a:ahLst/>
              <a:cxnLst/>
              <a:rect l="l" t="t" r="r" b="b"/>
              <a:pathLst>
                <a:path w="2367" h="2367" extrusionOk="0">
                  <a:moveTo>
                    <a:pt x="1184" y="154"/>
                  </a:moveTo>
                  <a:cubicBezTo>
                    <a:pt x="1751" y="154"/>
                    <a:pt x="2213" y="615"/>
                    <a:pt x="2213" y="1183"/>
                  </a:cubicBezTo>
                  <a:cubicBezTo>
                    <a:pt x="2213" y="1752"/>
                    <a:pt x="1751" y="2213"/>
                    <a:pt x="1184" y="2213"/>
                  </a:cubicBezTo>
                  <a:cubicBezTo>
                    <a:pt x="616" y="2213"/>
                    <a:pt x="154" y="1752"/>
                    <a:pt x="154" y="1183"/>
                  </a:cubicBezTo>
                  <a:cubicBezTo>
                    <a:pt x="154" y="615"/>
                    <a:pt x="616" y="154"/>
                    <a:pt x="1184" y="154"/>
                  </a:cubicBezTo>
                  <a:close/>
                  <a:moveTo>
                    <a:pt x="1184" y="1"/>
                  </a:moveTo>
                  <a:cubicBezTo>
                    <a:pt x="531" y="1"/>
                    <a:pt x="0" y="530"/>
                    <a:pt x="0" y="1183"/>
                  </a:cubicBezTo>
                  <a:cubicBezTo>
                    <a:pt x="0" y="1836"/>
                    <a:pt x="531" y="2366"/>
                    <a:pt x="1184" y="2366"/>
                  </a:cubicBezTo>
                  <a:cubicBezTo>
                    <a:pt x="1836" y="2366"/>
                    <a:pt x="2367" y="1836"/>
                    <a:pt x="2367" y="1183"/>
                  </a:cubicBezTo>
                  <a:cubicBezTo>
                    <a:pt x="2367" y="530"/>
                    <a:pt x="1836" y="1"/>
                    <a:pt x="1184"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44"/>
          <p:cNvGrpSpPr/>
          <p:nvPr/>
        </p:nvGrpSpPr>
        <p:grpSpPr>
          <a:xfrm>
            <a:off x="6795231" y="4101553"/>
            <a:ext cx="2296779" cy="1183848"/>
            <a:chOff x="6795231" y="4101553"/>
            <a:chExt cx="2296779" cy="1183848"/>
          </a:xfrm>
        </p:grpSpPr>
        <p:sp>
          <p:nvSpPr>
            <p:cNvPr id="2111" name="Google Shape;2111;p44"/>
            <p:cNvSpPr/>
            <p:nvPr/>
          </p:nvSpPr>
          <p:spPr>
            <a:xfrm>
              <a:off x="6957030" y="4229068"/>
              <a:ext cx="188422" cy="1056333"/>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44"/>
            <p:cNvSpPr/>
            <p:nvPr/>
          </p:nvSpPr>
          <p:spPr>
            <a:xfrm>
              <a:off x="7054502" y="4266144"/>
              <a:ext cx="53931" cy="53931"/>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44"/>
            <p:cNvSpPr/>
            <p:nvPr/>
          </p:nvSpPr>
          <p:spPr>
            <a:xfrm>
              <a:off x="7144993" y="4101553"/>
              <a:ext cx="484344" cy="1183792"/>
            </a:xfrm>
            <a:custGeom>
              <a:avLst/>
              <a:gdLst/>
              <a:ahLst/>
              <a:cxnLst/>
              <a:rect l="l" t="t" r="r" b="b"/>
              <a:pathLst>
                <a:path w="9367" h="22894" extrusionOk="0">
                  <a:moveTo>
                    <a:pt x="1897" y="1"/>
                  </a:moveTo>
                  <a:cubicBezTo>
                    <a:pt x="1214" y="1"/>
                    <a:pt x="661" y="555"/>
                    <a:pt x="661" y="1238"/>
                  </a:cubicBezTo>
                  <a:cubicBezTo>
                    <a:pt x="661" y="1847"/>
                    <a:pt x="1103" y="2352"/>
                    <a:pt x="1683" y="2454"/>
                  </a:cubicBezTo>
                  <a:lnTo>
                    <a:pt x="1683" y="8153"/>
                  </a:lnTo>
                  <a:lnTo>
                    <a:pt x="46" y="9790"/>
                  </a:lnTo>
                  <a:cubicBezTo>
                    <a:pt x="17" y="9819"/>
                    <a:pt x="1" y="9858"/>
                    <a:pt x="1" y="9899"/>
                  </a:cubicBezTo>
                  <a:lnTo>
                    <a:pt x="1" y="13697"/>
                  </a:lnTo>
                  <a:cubicBezTo>
                    <a:pt x="1" y="13738"/>
                    <a:pt x="17" y="13778"/>
                    <a:pt x="46" y="13806"/>
                  </a:cubicBezTo>
                  <a:lnTo>
                    <a:pt x="9090" y="22849"/>
                  </a:lnTo>
                  <a:cubicBezTo>
                    <a:pt x="9119" y="22879"/>
                    <a:pt x="9158" y="22894"/>
                    <a:pt x="9198" y="22894"/>
                  </a:cubicBezTo>
                  <a:cubicBezTo>
                    <a:pt x="9237" y="22894"/>
                    <a:pt x="9276" y="22879"/>
                    <a:pt x="9307" y="22849"/>
                  </a:cubicBezTo>
                  <a:cubicBezTo>
                    <a:pt x="9366" y="22790"/>
                    <a:pt x="9366" y="22692"/>
                    <a:pt x="9307" y="22631"/>
                  </a:cubicBezTo>
                  <a:lnTo>
                    <a:pt x="308" y="13634"/>
                  </a:lnTo>
                  <a:lnTo>
                    <a:pt x="308" y="9963"/>
                  </a:lnTo>
                  <a:lnTo>
                    <a:pt x="1946" y="8326"/>
                  </a:lnTo>
                  <a:cubicBezTo>
                    <a:pt x="1974" y="8297"/>
                    <a:pt x="1991" y="8258"/>
                    <a:pt x="1991" y="8217"/>
                  </a:cubicBezTo>
                  <a:lnTo>
                    <a:pt x="1991" y="2466"/>
                  </a:lnTo>
                  <a:cubicBezTo>
                    <a:pt x="2629" y="2417"/>
                    <a:pt x="3135" y="1890"/>
                    <a:pt x="3135" y="1238"/>
                  </a:cubicBezTo>
                  <a:cubicBezTo>
                    <a:pt x="3135" y="555"/>
                    <a:pt x="2580" y="1"/>
                    <a:pt x="1897"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4"/>
            <p:cNvSpPr/>
            <p:nvPr/>
          </p:nvSpPr>
          <p:spPr>
            <a:xfrm>
              <a:off x="6795231" y="4533326"/>
              <a:ext cx="138369" cy="752034"/>
            </a:xfrm>
            <a:custGeom>
              <a:avLst/>
              <a:gdLst/>
              <a:ahLst/>
              <a:cxnLst/>
              <a:rect l="l" t="t" r="r" b="b"/>
              <a:pathLst>
                <a:path w="2676" h="14544" extrusionOk="0">
                  <a:moveTo>
                    <a:pt x="1438" y="0"/>
                  </a:moveTo>
                  <a:cubicBezTo>
                    <a:pt x="755" y="0"/>
                    <a:pt x="200" y="555"/>
                    <a:pt x="200" y="1238"/>
                  </a:cubicBezTo>
                  <a:cubicBezTo>
                    <a:pt x="200" y="1525"/>
                    <a:pt x="302" y="1786"/>
                    <a:pt x="466" y="1996"/>
                  </a:cubicBezTo>
                  <a:lnTo>
                    <a:pt x="45" y="2417"/>
                  </a:lnTo>
                  <a:cubicBezTo>
                    <a:pt x="17" y="2445"/>
                    <a:pt x="1" y="2484"/>
                    <a:pt x="1" y="2526"/>
                  </a:cubicBezTo>
                  <a:lnTo>
                    <a:pt x="1" y="8856"/>
                  </a:lnTo>
                  <a:cubicBezTo>
                    <a:pt x="1" y="8896"/>
                    <a:pt x="17" y="8935"/>
                    <a:pt x="45" y="8965"/>
                  </a:cubicBezTo>
                  <a:lnTo>
                    <a:pt x="1990" y="10908"/>
                  </a:lnTo>
                  <a:lnTo>
                    <a:pt x="1990" y="14390"/>
                  </a:lnTo>
                  <a:cubicBezTo>
                    <a:pt x="1990" y="14475"/>
                    <a:pt x="2059" y="14544"/>
                    <a:pt x="2144" y="14544"/>
                  </a:cubicBezTo>
                  <a:cubicBezTo>
                    <a:pt x="2229" y="14544"/>
                    <a:pt x="2297" y="14475"/>
                    <a:pt x="2297" y="14390"/>
                  </a:cubicBezTo>
                  <a:lnTo>
                    <a:pt x="2297" y="10846"/>
                  </a:lnTo>
                  <a:cubicBezTo>
                    <a:pt x="2297" y="10804"/>
                    <a:pt x="2281" y="10765"/>
                    <a:pt x="2253" y="10737"/>
                  </a:cubicBezTo>
                  <a:lnTo>
                    <a:pt x="308" y="8792"/>
                  </a:lnTo>
                  <a:lnTo>
                    <a:pt x="308" y="2589"/>
                  </a:lnTo>
                  <a:lnTo>
                    <a:pt x="684" y="2213"/>
                  </a:lnTo>
                  <a:lnTo>
                    <a:pt x="685" y="2213"/>
                  </a:lnTo>
                  <a:cubicBezTo>
                    <a:pt x="894" y="2375"/>
                    <a:pt x="1153" y="2475"/>
                    <a:pt x="1438" y="2475"/>
                  </a:cubicBezTo>
                  <a:cubicBezTo>
                    <a:pt x="2121" y="2475"/>
                    <a:pt x="2676" y="1921"/>
                    <a:pt x="2676" y="1238"/>
                  </a:cubicBezTo>
                  <a:cubicBezTo>
                    <a:pt x="2676" y="555"/>
                    <a:pt x="2121" y="0"/>
                    <a:pt x="1438"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44"/>
            <p:cNvSpPr/>
            <p:nvPr/>
          </p:nvSpPr>
          <p:spPr>
            <a:xfrm>
              <a:off x="6842597" y="4570350"/>
              <a:ext cx="53983" cy="53983"/>
            </a:xfrm>
            <a:custGeom>
              <a:avLst/>
              <a:gdLst/>
              <a:ahLst/>
              <a:cxnLst/>
              <a:rect l="l" t="t" r="r" b="b"/>
              <a:pathLst>
                <a:path w="1044" h="1044" extrusionOk="0">
                  <a:moveTo>
                    <a:pt x="522" y="1"/>
                  </a:moveTo>
                  <a:cubicBezTo>
                    <a:pt x="235" y="1"/>
                    <a:pt x="1" y="234"/>
                    <a:pt x="1" y="522"/>
                  </a:cubicBezTo>
                  <a:cubicBezTo>
                    <a:pt x="1" y="809"/>
                    <a:pt x="235" y="1044"/>
                    <a:pt x="522" y="1044"/>
                  </a:cubicBezTo>
                  <a:cubicBezTo>
                    <a:pt x="809" y="1044"/>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44"/>
            <p:cNvSpPr/>
            <p:nvPr/>
          </p:nvSpPr>
          <p:spPr>
            <a:xfrm>
              <a:off x="7703816" y="4368787"/>
              <a:ext cx="553994" cy="916567"/>
            </a:xfrm>
            <a:custGeom>
              <a:avLst/>
              <a:gdLst/>
              <a:ahLst/>
              <a:cxnLst/>
              <a:rect l="l" t="t" r="r" b="b"/>
              <a:pathLst>
                <a:path w="10714" h="17726" extrusionOk="0">
                  <a:moveTo>
                    <a:pt x="1237" y="0"/>
                  </a:moveTo>
                  <a:cubicBezTo>
                    <a:pt x="553" y="0"/>
                    <a:pt x="0" y="553"/>
                    <a:pt x="0" y="1237"/>
                  </a:cubicBezTo>
                  <a:cubicBezTo>
                    <a:pt x="0" y="1920"/>
                    <a:pt x="553" y="2474"/>
                    <a:pt x="1237" y="2474"/>
                  </a:cubicBezTo>
                  <a:cubicBezTo>
                    <a:pt x="1539" y="2474"/>
                    <a:pt x="1813" y="2362"/>
                    <a:pt x="2026" y="2182"/>
                  </a:cubicBezTo>
                  <a:lnTo>
                    <a:pt x="5616" y="5771"/>
                  </a:lnTo>
                  <a:lnTo>
                    <a:pt x="5616" y="12797"/>
                  </a:lnTo>
                  <a:cubicBezTo>
                    <a:pt x="5616" y="12839"/>
                    <a:pt x="5632" y="12878"/>
                    <a:pt x="5662" y="12906"/>
                  </a:cubicBezTo>
                  <a:cubicBezTo>
                    <a:pt x="5662" y="12906"/>
                    <a:pt x="10291" y="17537"/>
                    <a:pt x="10437" y="17681"/>
                  </a:cubicBezTo>
                  <a:cubicBezTo>
                    <a:pt x="10466" y="17711"/>
                    <a:pt x="10505" y="17726"/>
                    <a:pt x="10544" y="17726"/>
                  </a:cubicBezTo>
                  <a:cubicBezTo>
                    <a:pt x="10584" y="17726"/>
                    <a:pt x="10623" y="17710"/>
                    <a:pt x="10654" y="17681"/>
                  </a:cubicBezTo>
                  <a:cubicBezTo>
                    <a:pt x="10713" y="17620"/>
                    <a:pt x="10713" y="17524"/>
                    <a:pt x="10653" y="17463"/>
                  </a:cubicBezTo>
                  <a:lnTo>
                    <a:pt x="10654" y="17463"/>
                  </a:lnTo>
                  <a:cubicBezTo>
                    <a:pt x="10517" y="17327"/>
                    <a:pt x="6402" y="13211"/>
                    <a:pt x="5924" y="12733"/>
                  </a:cubicBezTo>
                  <a:lnTo>
                    <a:pt x="5924" y="5708"/>
                  </a:lnTo>
                  <a:cubicBezTo>
                    <a:pt x="5924" y="5667"/>
                    <a:pt x="5908" y="5627"/>
                    <a:pt x="5879" y="5599"/>
                  </a:cubicBezTo>
                  <a:lnTo>
                    <a:pt x="2238" y="1959"/>
                  </a:lnTo>
                  <a:cubicBezTo>
                    <a:pt x="2386" y="1754"/>
                    <a:pt x="2475" y="1507"/>
                    <a:pt x="2475" y="1237"/>
                  </a:cubicBezTo>
                  <a:cubicBezTo>
                    <a:pt x="2475" y="553"/>
                    <a:pt x="1920" y="0"/>
                    <a:pt x="1237"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4"/>
            <p:cNvSpPr/>
            <p:nvPr/>
          </p:nvSpPr>
          <p:spPr>
            <a:xfrm>
              <a:off x="7740839" y="4405759"/>
              <a:ext cx="53931" cy="53931"/>
            </a:xfrm>
            <a:custGeom>
              <a:avLst/>
              <a:gdLst/>
              <a:ahLst/>
              <a:cxnLst/>
              <a:rect l="l" t="t" r="r" b="b"/>
              <a:pathLst>
                <a:path w="1043" h="1043" extrusionOk="0">
                  <a:moveTo>
                    <a:pt x="521" y="0"/>
                  </a:moveTo>
                  <a:cubicBezTo>
                    <a:pt x="234" y="0"/>
                    <a:pt x="1" y="234"/>
                    <a:pt x="1" y="522"/>
                  </a:cubicBezTo>
                  <a:cubicBezTo>
                    <a:pt x="1" y="809"/>
                    <a:pt x="234" y="1043"/>
                    <a:pt x="521" y="1043"/>
                  </a:cubicBezTo>
                  <a:cubicBezTo>
                    <a:pt x="809" y="1043"/>
                    <a:pt x="1042" y="810"/>
                    <a:pt x="1042" y="522"/>
                  </a:cubicBezTo>
                  <a:cubicBezTo>
                    <a:pt x="1042"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4"/>
            <p:cNvSpPr/>
            <p:nvPr/>
          </p:nvSpPr>
          <p:spPr>
            <a:xfrm>
              <a:off x="7814680" y="4185581"/>
              <a:ext cx="1277330" cy="1062382"/>
            </a:xfrm>
            <a:custGeom>
              <a:avLst/>
              <a:gdLst/>
              <a:ahLst/>
              <a:cxnLst/>
              <a:rect l="l" t="t" r="r" b="b"/>
              <a:pathLst>
                <a:path w="24703" h="20546" extrusionOk="0">
                  <a:moveTo>
                    <a:pt x="1238" y="0"/>
                  </a:moveTo>
                  <a:cubicBezTo>
                    <a:pt x="555" y="0"/>
                    <a:pt x="1" y="553"/>
                    <a:pt x="1" y="1237"/>
                  </a:cubicBezTo>
                  <a:cubicBezTo>
                    <a:pt x="1" y="1920"/>
                    <a:pt x="555" y="2474"/>
                    <a:pt x="1238" y="2474"/>
                  </a:cubicBezTo>
                  <a:cubicBezTo>
                    <a:pt x="1922" y="2474"/>
                    <a:pt x="2415" y="1972"/>
                    <a:pt x="2466" y="1335"/>
                  </a:cubicBezTo>
                  <a:lnTo>
                    <a:pt x="11270" y="1335"/>
                  </a:lnTo>
                  <a:lnTo>
                    <a:pt x="14731" y="4796"/>
                  </a:lnTo>
                  <a:cubicBezTo>
                    <a:pt x="14759" y="4825"/>
                    <a:pt x="14798" y="4841"/>
                    <a:pt x="14839" y="4841"/>
                  </a:cubicBezTo>
                  <a:lnTo>
                    <a:pt x="19653" y="4841"/>
                  </a:lnTo>
                  <a:lnTo>
                    <a:pt x="21522" y="6710"/>
                  </a:lnTo>
                  <a:lnTo>
                    <a:pt x="21522" y="17534"/>
                  </a:lnTo>
                  <a:cubicBezTo>
                    <a:pt x="21522" y="17574"/>
                    <a:pt x="21539" y="17615"/>
                    <a:pt x="21567" y="17643"/>
                  </a:cubicBezTo>
                  <a:lnTo>
                    <a:pt x="24425" y="20500"/>
                  </a:lnTo>
                  <a:cubicBezTo>
                    <a:pt x="24455" y="20531"/>
                    <a:pt x="24494" y="20545"/>
                    <a:pt x="24533" y="20545"/>
                  </a:cubicBezTo>
                  <a:cubicBezTo>
                    <a:pt x="24573" y="20545"/>
                    <a:pt x="24612" y="20530"/>
                    <a:pt x="24642" y="20500"/>
                  </a:cubicBezTo>
                  <a:cubicBezTo>
                    <a:pt x="24702" y="20440"/>
                    <a:pt x="24702" y="20343"/>
                    <a:pt x="24642" y="20283"/>
                  </a:cubicBezTo>
                  <a:lnTo>
                    <a:pt x="21830" y="17470"/>
                  </a:lnTo>
                  <a:lnTo>
                    <a:pt x="21830" y="6646"/>
                  </a:lnTo>
                  <a:cubicBezTo>
                    <a:pt x="21830" y="6606"/>
                    <a:pt x="21814" y="6566"/>
                    <a:pt x="21785" y="6537"/>
                  </a:cubicBezTo>
                  <a:lnTo>
                    <a:pt x="19826" y="4579"/>
                  </a:lnTo>
                  <a:cubicBezTo>
                    <a:pt x="19797" y="4550"/>
                    <a:pt x="19758" y="4534"/>
                    <a:pt x="19717" y="4534"/>
                  </a:cubicBezTo>
                  <a:lnTo>
                    <a:pt x="14903" y="4534"/>
                  </a:lnTo>
                  <a:lnTo>
                    <a:pt x="11442" y="1072"/>
                  </a:lnTo>
                  <a:cubicBezTo>
                    <a:pt x="11413" y="1044"/>
                    <a:pt x="11374" y="1027"/>
                    <a:pt x="11333" y="1027"/>
                  </a:cubicBezTo>
                  <a:lnTo>
                    <a:pt x="2455" y="1027"/>
                  </a:lnTo>
                  <a:cubicBezTo>
                    <a:pt x="2354" y="445"/>
                    <a:pt x="1850" y="0"/>
                    <a:pt x="1238"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4"/>
            <p:cNvSpPr/>
            <p:nvPr/>
          </p:nvSpPr>
          <p:spPr>
            <a:xfrm>
              <a:off x="7851808" y="4222605"/>
              <a:ext cx="53879" cy="53879"/>
            </a:xfrm>
            <a:custGeom>
              <a:avLst/>
              <a:gdLst/>
              <a:ahLst/>
              <a:cxnLst/>
              <a:rect l="l" t="t" r="r" b="b"/>
              <a:pathLst>
                <a:path w="1042" h="1042" extrusionOk="0">
                  <a:moveTo>
                    <a:pt x="520" y="0"/>
                  </a:moveTo>
                  <a:cubicBezTo>
                    <a:pt x="233" y="0"/>
                    <a:pt x="0" y="233"/>
                    <a:pt x="0" y="521"/>
                  </a:cubicBezTo>
                  <a:cubicBezTo>
                    <a:pt x="0" y="809"/>
                    <a:pt x="233" y="1042"/>
                    <a:pt x="520" y="1042"/>
                  </a:cubicBezTo>
                  <a:cubicBezTo>
                    <a:pt x="809" y="1042"/>
                    <a:pt x="1042" y="809"/>
                    <a:pt x="1042" y="521"/>
                  </a:cubicBezTo>
                  <a:cubicBezTo>
                    <a:pt x="1042" y="233"/>
                    <a:pt x="809" y="0"/>
                    <a:pt x="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4"/>
            <p:cNvSpPr/>
            <p:nvPr/>
          </p:nvSpPr>
          <p:spPr>
            <a:xfrm>
              <a:off x="7580334" y="4610218"/>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4"/>
            <p:cNvSpPr/>
            <p:nvPr/>
          </p:nvSpPr>
          <p:spPr>
            <a:xfrm>
              <a:off x="7492842" y="4522674"/>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4"/>
            <p:cNvSpPr/>
            <p:nvPr/>
          </p:nvSpPr>
          <p:spPr>
            <a:xfrm>
              <a:off x="7402867" y="4432700"/>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4"/>
            <p:cNvSpPr/>
            <p:nvPr/>
          </p:nvSpPr>
          <p:spPr>
            <a:xfrm>
              <a:off x="7112520" y="4767156"/>
              <a:ext cx="80974" cy="81026"/>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4"/>
            <p:cNvSpPr/>
            <p:nvPr/>
          </p:nvSpPr>
          <p:spPr>
            <a:xfrm>
              <a:off x="7034594" y="4689281"/>
              <a:ext cx="236820" cy="236769"/>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4"/>
            <p:cNvSpPr/>
            <p:nvPr/>
          </p:nvSpPr>
          <p:spPr>
            <a:xfrm>
              <a:off x="7952641" y="4623404"/>
              <a:ext cx="81026" cy="81026"/>
            </a:xfrm>
            <a:custGeom>
              <a:avLst/>
              <a:gdLst/>
              <a:ahLst/>
              <a:cxnLst/>
              <a:rect l="l" t="t" r="r" b="b"/>
              <a:pathLst>
                <a:path w="1567" h="1567" extrusionOk="0">
                  <a:moveTo>
                    <a:pt x="783" y="1"/>
                  </a:moveTo>
                  <a:cubicBezTo>
                    <a:pt x="351" y="1"/>
                    <a:pt x="1" y="351"/>
                    <a:pt x="1" y="784"/>
                  </a:cubicBezTo>
                  <a:cubicBezTo>
                    <a:pt x="1" y="1216"/>
                    <a:pt x="351" y="1566"/>
                    <a:pt x="783" y="1566"/>
                  </a:cubicBezTo>
                  <a:cubicBezTo>
                    <a:pt x="1216" y="1566"/>
                    <a:pt x="1566" y="1216"/>
                    <a:pt x="1566" y="784"/>
                  </a:cubicBezTo>
                  <a:cubicBezTo>
                    <a:pt x="1566" y="351"/>
                    <a:pt x="1216"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4"/>
            <p:cNvSpPr/>
            <p:nvPr/>
          </p:nvSpPr>
          <p:spPr>
            <a:xfrm>
              <a:off x="7874715" y="4545478"/>
              <a:ext cx="236820" cy="236872"/>
            </a:xfrm>
            <a:custGeom>
              <a:avLst/>
              <a:gdLst/>
              <a:ahLst/>
              <a:cxnLst/>
              <a:rect l="l" t="t" r="r" b="b"/>
              <a:pathLst>
                <a:path w="4580" h="4581" extrusionOk="0">
                  <a:moveTo>
                    <a:pt x="2290" y="156"/>
                  </a:moveTo>
                  <a:cubicBezTo>
                    <a:pt x="3468" y="156"/>
                    <a:pt x="4426" y="1113"/>
                    <a:pt x="4426" y="2291"/>
                  </a:cubicBezTo>
                  <a:cubicBezTo>
                    <a:pt x="4426" y="3468"/>
                    <a:pt x="3468" y="4427"/>
                    <a:pt x="2290" y="4427"/>
                  </a:cubicBezTo>
                  <a:cubicBezTo>
                    <a:pt x="1113" y="4427"/>
                    <a:pt x="154" y="3468"/>
                    <a:pt x="154" y="2291"/>
                  </a:cubicBezTo>
                  <a:cubicBezTo>
                    <a:pt x="154" y="1113"/>
                    <a:pt x="1113" y="156"/>
                    <a:pt x="2290" y="156"/>
                  </a:cubicBezTo>
                  <a:close/>
                  <a:moveTo>
                    <a:pt x="2290" y="1"/>
                  </a:moveTo>
                  <a:cubicBezTo>
                    <a:pt x="1028" y="1"/>
                    <a:pt x="1" y="1028"/>
                    <a:pt x="1" y="2291"/>
                  </a:cubicBezTo>
                  <a:cubicBezTo>
                    <a:pt x="1" y="3553"/>
                    <a:pt x="1028" y="4580"/>
                    <a:pt x="2290" y="4580"/>
                  </a:cubicBezTo>
                  <a:cubicBezTo>
                    <a:pt x="3553" y="4580"/>
                    <a:pt x="4579" y="3553"/>
                    <a:pt x="4579" y="2291"/>
                  </a:cubicBezTo>
                  <a:cubicBezTo>
                    <a:pt x="4579" y="1028"/>
                    <a:pt x="3553" y="1"/>
                    <a:pt x="2290"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4"/>
            <p:cNvSpPr/>
            <p:nvPr/>
          </p:nvSpPr>
          <p:spPr>
            <a:xfrm>
              <a:off x="7215109" y="4140119"/>
              <a:ext cx="53983" cy="53879"/>
            </a:xfrm>
            <a:custGeom>
              <a:avLst/>
              <a:gdLst/>
              <a:ahLst/>
              <a:cxnLst/>
              <a:rect l="l" t="t" r="r" b="b"/>
              <a:pathLst>
                <a:path w="1044" h="1042" extrusionOk="0">
                  <a:moveTo>
                    <a:pt x="522" y="0"/>
                  </a:moveTo>
                  <a:cubicBezTo>
                    <a:pt x="235" y="0"/>
                    <a:pt x="1" y="233"/>
                    <a:pt x="1" y="521"/>
                  </a:cubicBezTo>
                  <a:cubicBezTo>
                    <a:pt x="1" y="809"/>
                    <a:pt x="235" y="1042"/>
                    <a:pt x="522" y="1042"/>
                  </a:cubicBezTo>
                  <a:cubicBezTo>
                    <a:pt x="811" y="1042"/>
                    <a:pt x="1043" y="809"/>
                    <a:pt x="1043" y="521"/>
                  </a:cubicBezTo>
                  <a:cubicBezTo>
                    <a:pt x="1043" y="233"/>
                    <a:pt x="81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9"/>
        <p:cNvGrpSpPr/>
        <p:nvPr/>
      </p:nvGrpSpPr>
      <p:grpSpPr>
        <a:xfrm>
          <a:off x="0" y="0"/>
          <a:ext cx="0" cy="0"/>
          <a:chOff x="0" y="0"/>
          <a:chExt cx="0" cy="0"/>
        </a:xfrm>
      </p:grpSpPr>
      <p:sp>
        <p:nvSpPr>
          <p:cNvPr id="9" name="Rectangle 8"/>
          <p:cNvSpPr/>
          <p:nvPr/>
        </p:nvSpPr>
        <p:spPr>
          <a:xfrm>
            <a:off x="514350" y="444500"/>
            <a:ext cx="7531100" cy="2087366"/>
          </a:xfrm>
          <a:prstGeom prst="rect">
            <a:avLst/>
          </a:prstGeom>
        </p:spPr>
        <p:txBody>
          <a:bodyPr wrap="square">
            <a:spAutoFit/>
          </a:bodyPr>
          <a:lstStyle/>
          <a:p>
            <a:pPr lvl="0" algn="ctr">
              <a:lnSpc>
                <a:spcPct val="107000"/>
              </a:lnSpc>
              <a:spcAft>
                <a:spcPts val="800"/>
              </a:spcAft>
              <a:tabLst>
                <a:tab pos="457200" algn="l"/>
              </a:tabLst>
            </a:pPr>
            <a:r>
              <a:rPr lang="en-US"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Confidence </a:t>
            </a:r>
            <a:r>
              <a:rPr lang="en-US"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Levels</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2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Quantitative Findings</a:t>
            </a: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Majority of frequent users (60%) reported feeling only “somewhat confident” in spelling without auto-suggestions.</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Infrequent users demonstrated higher confidence, with 70% feeling "confident" or "very confident."</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2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Key Insight</a:t>
            </a: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en-US" sz="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Auto-suggestions contribute to a perception of reduced self-efficacy among frequent users.</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282793216"/>
              </p:ext>
            </p:extLst>
          </p:nvPr>
        </p:nvGraphicFramePr>
        <p:xfrm>
          <a:off x="1196340" y="2994659"/>
          <a:ext cx="7223760" cy="1264920"/>
        </p:xfrm>
        <a:graphic>
          <a:graphicData uri="http://schemas.openxmlformats.org/drawingml/2006/table">
            <a:tbl>
              <a:tblPr firstRow="1" firstCol="1" bandRow="1"/>
              <a:tblGrid>
                <a:gridCol w="2407920">
                  <a:extLst>
                    <a:ext uri="{9D8B030D-6E8A-4147-A177-3AD203B41FA5}">
                      <a16:colId xmlns:a16="http://schemas.microsoft.com/office/drawing/2014/main" val="544887713"/>
                    </a:ext>
                  </a:extLst>
                </a:gridCol>
                <a:gridCol w="2407920">
                  <a:extLst>
                    <a:ext uri="{9D8B030D-6E8A-4147-A177-3AD203B41FA5}">
                      <a16:colId xmlns:a16="http://schemas.microsoft.com/office/drawing/2014/main" val="3225928797"/>
                    </a:ext>
                  </a:extLst>
                </a:gridCol>
                <a:gridCol w="2407920">
                  <a:extLst>
                    <a:ext uri="{9D8B030D-6E8A-4147-A177-3AD203B41FA5}">
                      <a16:colId xmlns:a16="http://schemas.microsoft.com/office/drawing/2014/main" val="2420868491"/>
                    </a:ext>
                  </a:extLst>
                </a:gridCol>
              </a:tblGrid>
              <a:tr h="316230">
                <a:tc>
                  <a:txBody>
                    <a:bodyPr/>
                    <a:lstStyle/>
                    <a:p>
                      <a:pPr marL="0" marR="0" algn="ctr">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Confidence Level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Frequent Users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Infrequent Users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1748638"/>
                  </a:ext>
                </a:extLst>
              </a:tr>
              <a:tr h="316230">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Not Confident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0210433"/>
                  </a:ext>
                </a:extLst>
              </a:tr>
              <a:tr h="316230">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Somewhat Confident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60%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25%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0002718"/>
                  </a:ext>
                </a:extLst>
              </a:tr>
              <a:tr h="316230">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Confident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25%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70%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6374045"/>
                  </a:ext>
                </a:extLst>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6"/>
        <p:cNvGrpSpPr/>
        <p:nvPr/>
      </p:nvGrpSpPr>
      <p:grpSpPr>
        <a:xfrm>
          <a:off x="0" y="0"/>
          <a:ext cx="0" cy="0"/>
          <a:chOff x="0" y="0"/>
          <a:chExt cx="0" cy="0"/>
        </a:xfrm>
      </p:grpSpPr>
      <p:grpSp>
        <p:nvGrpSpPr>
          <p:cNvPr id="2298" name="Google Shape;2298;p53"/>
          <p:cNvGrpSpPr/>
          <p:nvPr/>
        </p:nvGrpSpPr>
        <p:grpSpPr>
          <a:xfrm>
            <a:off x="709439" y="4011392"/>
            <a:ext cx="1470674" cy="1178588"/>
            <a:chOff x="709439" y="4011392"/>
            <a:chExt cx="1470674" cy="1178588"/>
          </a:xfrm>
        </p:grpSpPr>
        <p:sp>
          <p:nvSpPr>
            <p:cNvPr id="2299" name="Google Shape;2299;p53"/>
            <p:cNvSpPr/>
            <p:nvPr/>
          </p:nvSpPr>
          <p:spPr>
            <a:xfrm rot="-5400000" flipH="1">
              <a:off x="947361" y="3957227"/>
              <a:ext cx="1063531" cy="1401975"/>
            </a:xfrm>
            <a:custGeom>
              <a:avLst/>
              <a:gdLst/>
              <a:ahLst/>
              <a:cxnLst/>
              <a:rect l="l" t="t" r="r" b="b"/>
              <a:pathLst>
                <a:path w="25419" h="33508" extrusionOk="0">
                  <a:moveTo>
                    <a:pt x="3388" y="1"/>
                  </a:moveTo>
                  <a:cubicBezTo>
                    <a:pt x="3338" y="1"/>
                    <a:pt x="3287" y="20"/>
                    <a:pt x="3249" y="59"/>
                  </a:cubicBezTo>
                  <a:lnTo>
                    <a:pt x="58" y="3250"/>
                  </a:lnTo>
                  <a:cubicBezTo>
                    <a:pt x="21" y="3287"/>
                    <a:pt x="0" y="3336"/>
                    <a:pt x="0" y="3390"/>
                  </a:cubicBezTo>
                  <a:lnTo>
                    <a:pt x="0" y="8560"/>
                  </a:lnTo>
                  <a:cubicBezTo>
                    <a:pt x="0" y="8612"/>
                    <a:pt x="21" y="8663"/>
                    <a:pt x="58" y="8700"/>
                  </a:cubicBezTo>
                  <a:lnTo>
                    <a:pt x="3141" y="11783"/>
                  </a:lnTo>
                  <a:cubicBezTo>
                    <a:pt x="3178" y="11820"/>
                    <a:pt x="3229" y="11841"/>
                    <a:pt x="3281" y="11841"/>
                  </a:cubicBezTo>
                  <a:lnTo>
                    <a:pt x="9468" y="11841"/>
                  </a:lnTo>
                  <a:lnTo>
                    <a:pt x="18638" y="21011"/>
                  </a:lnTo>
                  <a:lnTo>
                    <a:pt x="18638" y="26946"/>
                  </a:lnTo>
                  <a:cubicBezTo>
                    <a:pt x="18638" y="26998"/>
                    <a:pt x="18659" y="27049"/>
                    <a:pt x="18696" y="27085"/>
                  </a:cubicBezTo>
                  <a:lnTo>
                    <a:pt x="25061" y="33450"/>
                  </a:lnTo>
                  <a:cubicBezTo>
                    <a:pt x="25100" y="33489"/>
                    <a:pt x="25150" y="33508"/>
                    <a:pt x="25201" y="33508"/>
                  </a:cubicBezTo>
                  <a:cubicBezTo>
                    <a:pt x="25252" y="33508"/>
                    <a:pt x="25302" y="33489"/>
                    <a:pt x="25341" y="33450"/>
                  </a:cubicBezTo>
                  <a:cubicBezTo>
                    <a:pt x="25418" y="33373"/>
                    <a:pt x="25418" y="33248"/>
                    <a:pt x="25341" y="33170"/>
                  </a:cubicBezTo>
                  <a:lnTo>
                    <a:pt x="19034" y="26864"/>
                  </a:lnTo>
                  <a:lnTo>
                    <a:pt x="19034" y="20928"/>
                  </a:lnTo>
                  <a:cubicBezTo>
                    <a:pt x="19034" y="20876"/>
                    <a:pt x="19013" y="20826"/>
                    <a:pt x="18977" y="20789"/>
                  </a:cubicBezTo>
                  <a:lnTo>
                    <a:pt x="9691" y="11503"/>
                  </a:lnTo>
                  <a:cubicBezTo>
                    <a:pt x="9654" y="11466"/>
                    <a:pt x="9603" y="11445"/>
                    <a:pt x="9551" y="11445"/>
                  </a:cubicBezTo>
                  <a:lnTo>
                    <a:pt x="3364" y="11445"/>
                  </a:lnTo>
                  <a:lnTo>
                    <a:pt x="396" y="8478"/>
                  </a:lnTo>
                  <a:lnTo>
                    <a:pt x="396" y="3471"/>
                  </a:lnTo>
                  <a:lnTo>
                    <a:pt x="3529" y="338"/>
                  </a:lnTo>
                  <a:cubicBezTo>
                    <a:pt x="3606" y="261"/>
                    <a:pt x="3606" y="136"/>
                    <a:pt x="3529" y="59"/>
                  </a:cubicBezTo>
                  <a:cubicBezTo>
                    <a:pt x="3490" y="20"/>
                    <a:pt x="3439" y="1"/>
                    <a:pt x="338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53"/>
            <p:cNvSpPr/>
            <p:nvPr/>
          </p:nvSpPr>
          <p:spPr>
            <a:xfrm rot="-5400000" flipH="1">
              <a:off x="1609311" y="4866454"/>
              <a:ext cx="84391" cy="84391"/>
            </a:xfrm>
            <a:custGeom>
              <a:avLst/>
              <a:gdLst/>
              <a:ahLst/>
              <a:cxnLst/>
              <a:rect l="l" t="t" r="r" b="b"/>
              <a:pathLst>
                <a:path w="2017" h="2017" extrusionOk="0">
                  <a:moveTo>
                    <a:pt x="1009" y="1"/>
                  </a:moveTo>
                  <a:cubicBezTo>
                    <a:pt x="453" y="1"/>
                    <a:pt x="1" y="452"/>
                    <a:pt x="1" y="1008"/>
                  </a:cubicBezTo>
                  <a:cubicBezTo>
                    <a:pt x="1" y="1565"/>
                    <a:pt x="453" y="2016"/>
                    <a:pt x="1009" y="2016"/>
                  </a:cubicBezTo>
                  <a:cubicBezTo>
                    <a:pt x="1566" y="2016"/>
                    <a:pt x="2017" y="1565"/>
                    <a:pt x="2017" y="1008"/>
                  </a:cubicBezTo>
                  <a:cubicBezTo>
                    <a:pt x="2017" y="452"/>
                    <a:pt x="1566" y="1"/>
                    <a:pt x="10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53"/>
            <p:cNvSpPr/>
            <p:nvPr/>
          </p:nvSpPr>
          <p:spPr>
            <a:xfrm rot="-5400000" flipH="1">
              <a:off x="1528164" y="4785350"/>
              <a:ext cx="246647" cy="246689"/>
            </a:xfrm>
            <a:custGeom>
              <a:avLst/>
              <a:gdLst/>
              <a:ahLst/>
              <a:cxnLst/>
              <a:rect l="l" t="t" r="r" b="b"/>
              <a:pathLst>
                <a:path w="5895" h="5896" extrusionOk="0">
                  <a:moveTo>
                    <a:pt x="2947" y="199"/>
                  </a:moveTo>
                  <a:cubicBezTo>
                    <a:pt x="4463" y="199"/>
                    <a:pt x="5696" y="1432"/>
                    <a:pt x="5696" y="2948"/>
                  </a:cubicBezTo>
                  <a:cubicBezTo>
                    <a:pt x="5696" y="4465"/>
                    <a:pt x="4463" y="5698"/>
                    <a:pt x="2947" y="5698"/>
                  </a:cubicBezTo>
                  <a:cubicBezTo>
                    <a:pt x="1432" y="5698"/>
                    <a:pt x="199" y="4465"/>
                    <a:pt x="199" y="2948"/>
                  </a:cubicBezTo>
                  <a:cubicBezTo>
                    <a:pt x="199" y="1432"/>
                    <a:pt x="1432" y="199"/>
                    <a:pt x="2947" y="199"/>
                  </a:cubicBezTo>
                  <a:close/>
                  <a:moveTo>
                    <a:pt x="2947" y="1"/>
                  </a:moveTo>
                  <a:cubicBezTo>
                    <a:pt x="1322" y="1"/>
                    <a:pt x="0" y="1324"/>
                    <a:pt x="0" y="2948"/>
                  </a:cubicBezTo>
                  <a:cubicBezTo>
                    <a:pt x="0" y="4573"/>
                    <a:pt x="1322" y="5895"/>
                    <a:pt x="2947" y="5895"/>
                  </a:cubicBezTo>
                  <a:cubicBezTo>
                    <a:pt x="4573" y="5895"/>
                    <a:pt x="5895" y="4573"/>
                    <a:pt x="5895" y="2948"/>
                  </a:cubicBezTo>
                  <a:cubicBezTo>
                    <a:pt x="5895" y="1324"/>
                    <a:pt x="4572" y="1"/>
                    <a:pt x="2947"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53"/>
            <p:cNvSpPr/>
            <p:nvPr/>
          </p:nvSpPr>
          <p:spPr>
            <a:xfrm rot="-5400000" flipH="1">
              <a:off x="1089671" y="4092560"/>
              <a:ext cx="84391" cy="84391"/>
            </a:xfrm>
            <a:custGeom>
              <a:avLst/>
              <a:gdLst/>
              <a:ahLst/>
              <a:cxnLst/>
              <a:rect l="l" t="t" r="r" b="b"/>
              <a:pathLst>
                <a:path w="2017" h="2017" extrusionOk="0">
                  <a:moveTo>
                    <a:pt x="1008" y="1"/>
                  </a:moveTo>
                  <a:cubicBezTo>
                    <a:pt x="451" y="1"/>
                    <a:pt x="0" y="452"/>
                    <a:pt x="0" y="1009"/>
                  </a:cubicBezTo>
                  <a:cubicBezTo>
                    <a:pt x="0" y="1566"/>
                    <a:pt x="451" y="2016"/>
                    <a:pt x="1008" y="2016"/>
                  </a:cubicBezTo>
                  <a:cubicBezTo>
                    <a:pt x="1564" y="2016"/>
                    <a:pt x="2016" y="1566"/>
                    <a:pt x="2016" y="1009"/>
                  </a:cubicBezTo>
                  <a:cubicBezTo>
                    <a:pt x="2016" y="452"/>
                    <a:pt x="1564" y="1"/>
                    <a:pt x="10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53"/>
            <p:cNvSpPr/>
            <p:nvPr/>
          </p:nvSpPr>
          <p:spPr>
            <a:xfrm rot="-5400000" flipH="1">
              <a:off x="1008567" y="4011371"/>
              <a:ext cx="246647" cy="246689"/>
            </a:xfrm>
            <a:custGeom>
              <a:avLst/>
              <a:gdLst/>
              <a:ahLst/>
              <a:cxnLst/>
              <a:rect l="l" t="t" r="r" b="b"/>
              <a:pathLst>
                <a:path w="5895" h="5896" extrusionOk="0">
                  <a:moveTo>
                    <a:pt x="2948" y="198"/>
                  </a:moveTo>
                  <a:cubicBezTo>
                    <a:pt x="4464" y="198"/>
                    <a:pt x="5697" y="1433"/>
                    <a:pt x="5697" y="2948"/>
                  </a:cubicBezTo>
                  <a:cubicBezTo>
                    <a:pt x="5697" y="4464"/>
                    <a:pt x="4464" y="5697"/>
                    <a:pt x="2948" y="5697"/>
                  </a:cubicBezTo>
                  <a:cubicBezTo>
                    <a:pt x="1432" y="5697"/>
                    <a:pt x="199" y="4464"/>
                    <a:pt x="199" y="2948"/>
                  </a:cubicBezTo>
                  <a:cubicBezTo>
                    <a:pt x="199" y="1433"/>
                    <a:pt x="1432" y="198"/>
                    <a:pt x="2948" y="198"/>
                  </a:cubicBezTo>
                  <a:close/>
                  <a:moveTo>
                    <a:pt x="2948" y="1"/>
                  </a:moveTo>
                  <a:cubicBezTo>
                    <a:pt x="1323" y="1"/>
                    <a:pt x="0" y="1323"/>
                    <a:pt x="0" y="2948"/>
                  </a:cubicBezTo>
                  <a:cubicBezTo>
                    <a:pt x="0" y="4574"/>
                    <a:pt x="1323" y="5895"/>
                    <a:pt x="2948" y="5895"/>
                  </a:cubicBezTo>
                  <a:cubicBezTo>
                    <a:pt x="4573" y="5895"/>
                    <a:pt x="5895" y="4574"/>
                    <a:pt x="5895" y="2948"/>
                  </a:cubicBezTo>
                  <a:cubicBezTo>
                    <a:pt x="5895" y="1323"/>
                    <a:pt x="4573" y="1"/>
                    <a:pt x="2948"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53"/>
            <p:cNvSpPr/>
            <p:nvPr/>
          </p:nvSpPr>
          <p:spPr>
            <a:xfrm rot="-5400000" flipH="1">
              <a:off x="1348696" y="4593999"/>
              <a:ext cx="127445" cy="127528"/>
            </a:xfrm>
            <a:custGeom>
              <a:avLst/>
              <a:gdLst/>
              <a:ahLst/>
              <a:cxnLst/>
              <a:rect l="l" t="t" r="r" b="b"/>
              <a:pathLst>
                <a:path w="3046" h="3048" extrusionOk="0">
                  <a:moveTo>
                    <a:pt x="1523" y="199"/>
                  </a:moveTo>
                  <a:cubicBezTo>
                    <a:pt x="2254" y="199"/>
                    <a:pt x="2848" y="794"/>
                    <a:pt x="2848" y="1525"/>
                  </a:cubicBezTo>
                  <a:cubicBezTo>
                    <a:pt x="2848" y="2255"/>
                    <a:pt x="2254" y="2849"/>
                    <a:pt x="1523" y="2849"/>
                  </a:cubicBezTo>
                  <a:cubicBezTo>
                    <a:pt x="793" y="2849"/>
                    <a:pt x="198" y="2255"/>
                    <a:pt x="198" y="1525"/>
                  </a:cubicBezTo>
                  <a:cubicBezTo>
                    <a:pt x="198" y="794"/>
                    <a:pt x="793" y="199"/>
                    <a:pt x="1523" y="199"/>
                  </a:cubicBezTo>
                  <a:close/>
                  <a:moveTo>
                    <a:pt x="1523" y="1"/>
                  </a:moveTo>
                  <a:cubicBezTo>
                    <a:pt x="684" y="1"/>
                    <a:pt x="1" y="684"/>
                    <a:pt x="1" y="1525"/>
                  </a:cubicBezTo>
                  <a:cubicBezTo>
                    <a:pt x="1" y="2364"/>
                    <a:pt x="684" y="3047"/>
                    <a:pt x="1523" y="3047"/>
                  </a:cubicBezTo>
                  <a:cubicBezTo>
                    <a:pt x="2364" y="3047"/>
                    <a:pt x="3046" y="2364"/>
                    <a:pt x="3046" y="1525"/>
                  </a:cubicBezTo>
                  <a:cubicBezTo>
                    <a:pt x="3046" y="684"/>
                    <a:pt x="2364" y="1"/>
                    <a:pt x="1523"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53"/>
            <p:cNvSpPr/>
            <p:nvPr/>
          </p:nvSpPr>
          <p:spPr>
            <a:xfrm rot="-5400000" flipH="1">
              <a:off x="709439" y="4225105"/>
              <a:ext cx="133344" cy="133344"/>
            </a:xfrm>
            <a:custGeom>
              <a:avLst/>
              <a:gdLst/>
              <a:ahLst/>
              <a:cxnLst/>
              <a:rect l="l" t="t" r="r" b="b"/>
              <a:pathLst>
                <a:path w="3187" h="3187" extrusionOk="0">
                  <a:moveTo>
                    <a:pt x="1594" y="0"/>
                  </a:moveTo>
                  <a:cubicBezTo>
                    <a:pt x="714" y="0"/>
                    <a:pt x="1" y="714"/>
                    <a:pt x="1" y="1594"/>
                  </a:cubicBezTo>
                  <a:cubicBezTo>
                    <a:pt x="1" y="2473"/>
                    <a:pt x="714" y="3186"/>
                    <a:pt x="1594" y="3186"/>
                  </a:cubicBezTo>
                  <a:cubicBezTo>
                    <a:pt x="2474" y="3186"/>
                    <a:pt x="3187" y="2473"/>
                    <a:pt x="3187" y="1594"/>
                  </a:cubicBezTo>
                  <a:cubicBezTo>
                    <a:pt x="3187" y="714"/>
                    <a:pt x="2474" y="0"/>
                    <a:pt x="1594"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53"/>
            <p:cNvSpPr/>
            <p:nvPr/>
          </p:nvSpPr>
          <p:spPr>
            <a:xfrm rot="-5400000" flipH="1">
              <a:off x="748015" y="4263681"/>
              <a:ext cx="56191" cy="56191"/>
            </a:xfrm>
            <a:custGeom>
              <a:avLst/>
              <a:gdLst/>
              <a:ahLst/>
              <a:cxnLst/>
              <a:rect l="l" t="t" r="r" b="b"/>
              <a:pathLst>
                <a:path w="1343" h="1343" extrusionOk="0">
                  <a:moveTo>
                    <a:pt x="671" y="0"/>
                  </a:moveTo>
                  <a:cubicBezTo>
                    <a:pt x="301" y="0"/>
                    <a:pt x="1" y="301"/>
                    <a:pt x="1" y="672"/>
                  </a:cubicBezTo>
                  <a:cubicBezTo>
                    <a:pt x="1" y="1042"/>
                    <a:pt x="301" y="1342"/>
                    <a:pt x="671" y="1342"/>
                  </a:cubicBezTo>
                  <a:cubicBezTo>
                    <a:pt x="1042" y="1342"/>
                    <a:pt x="1343" y="1042"/>
                    <a:pt x="1343" y="672"/>
                  </a:cubicBezTo>
                  <a:cubicBezTo>
                    <a:pt x="1343" y="301"/>
                    <a:pt x="1042" y="0"/>
                    <a:pt x="6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7" name="Google Shape;2307;p53"/>
          <p:cNvGrpSpPr/>
          <p:nvPr/>
        </p:nvGrpSpPr>
        <p:grpSpPr>
          <a:xfrm>
            <a:off x="5026613" y="-47459"/>
            <a:ext cx="3405230" cy="1251003"/>
            <a:chOff x="5026613" y="-47459"/>
            <a:chExt cx="3405230" cy="1251003"/>
          </a:xfrm>
        </p:grpSpPr>
        <p:sp>
          <p:nvSpPr>
            <p:cNvPr id="2308" name="Google Shape;2308;p53"/>
            <p:cNvSpPr/>
            <p:nvPr/>
          </p:nvSpPr>
          <p:spPr>
            <a:xfrm rot="5400000" flipH="1">
              <a:off x="4766010" y="229864"/>
              <a:ext cx="878698" cy="357492"/>
            </a:xfrm>
            <a:custGeom>
              <a:avLst/>
              <a:gdLst/>
              <a:ahLst/>
              <a:cxnLst/>
              <a:rect l="l" t="t" r="r" b="b"/>
              <a:pathLst>
                <a:path w="16134" h="6564" extrusionOk="0">
                  <a:moveTo>
                    <a:pt x="15965" y="1"/>
                  </a:moveTo>
                  <a:cubicBezTo>
                    <a:pt x="15926" y="1"/>
                    <a:pt x="15886" y="16"/>
                    <a:pt x="15856" y="46"/>
                  </a:cubicBezTo>
                  <a:lnTo>
                    <a:pt x="12384" y="3518"/>
                  </a:lnTo>
                  <a:lnTo>
                    <a:pt x="3033" y="3518"/>
                  </a:lnTo>
                  <a:cubicBezTo>
                    <a:pt x="2992" y="3518"/>
                    <a:pt x="2953" y="3535"/>
                    <a:pt x="2924" y="3563"/>
                  </a:cubicBezTo>
                  <a:lnTo>
                    <a:pt x="2070" y="4417"/>
                  </a:lnTo>
                  <a:cubicBezTo>
                    <a:pt x="1850" y="4216"/>
                    <a:pt x="1560" y="4089"/>
                    <a:pt x="1237" y="4089"/>
                  </a:cubicBezTo>
                  <a:cubicBezTo>
                    <a:pt x="554" y="4089"/>
                    <a:pt x="1" y="4643"/>
                    <a:pt x="1" y="5327"/>
                  </a:cubicBezTo>
                  <a:cubicBezTo>
                    <a:pt x="1" y="6010"/>
                    <a:pt x="554" y="6563"/>
                    <a:pt x="1237" y="6563"/>
                  </a:cubicBezTo>
                  <a:cubicBezTo>
                    <a:pt x="1921" y="6563"/>
                    <a:pt x="2475" y="6010"/>
                    <a:pt x="2475" y="5327"/>
                  </a:cubicBezTo>
                  <a:cubicBezTo>
                    <a:pt x="2475" y="5076"/>
                    <a:pt x="2399" y="4844"/>
                    <a:pt x="2272" y="4649"/>
                  </a:cubicBezTo>
                  <a:lnTo>
                    <a:pt x="3096" y="3825"/>
                  </a:lnTo>
                  <a:lnTo>
                    <a:pt x="12448" y="3825"/>
                  </a:lnTo>
                  <a:cubicBezTo>
                    <a:pt x="12488" y="3825"/>
                    <a:pt x="12527" y="3809"/>
                    <a:pt x="12557" y="3781"/>
                  </a:cubicBezTo>
                  <a:lnTo>
                    <a:pt x="16074" y="264"/>
                  </a:lnTo>
                  <a:cubicBezTo>
                    <a:pt x="16134" y="203"/>
                    <a:pt x="16134" y="106"/>
                    <a:pt x="16074" y="46"/>
                  </a:cubicBezTo>
                  <a:cubicBezTo>
                    <a:pt x="16043" y="16"/>
                    <a:pt x="16004" y="1"/>
                    <a:pt x="1596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53"/>
            <p:cNvSpPr/>
            <p:nvPr/>
          </p:nvSpPr>
          <p:spPr>
            <a:xfrm rot="5400000" flipH="1">
              <a:off x="5065606" y="752105"/>
              <a:ext cx="56750" cy="56859"/>
            </a:xfrm>
            <a:custGeom>
              <a:avLst/>
              <a:gdLst/>
              <a:ahLst/>
              <a:cxnLst/>
              <a:rect l="l" t="t" r="r" b="b"/>
              <a:pathLst>
                <a:path w="1042" h="1044" extrusionOk="0">
                  <a:moveTo>
                    <a:pt x="520" y="0"/>
                  </a:moveTo>
                  <a:cubicBezTo>
                    <a:pt x="233" y="0"/>
                    <a:pt x="0" y="233"/>
                    <a:pt x="0" y="522"/>
                  </a:cubicBezTo>
                  <a:cubicBezTo>
                    <a:pt x="0" y="809"/>
                    <a:pt x="233" y="1043"/>
                    <a:pt x="520" y="1043"/>
                  </a:cubicBezTo>
                  <a:cubicBezTo>
                    <a:pt x="809" y="1043"/>
                    <a:pt x="1042" y="809"/>
                    <a:pt x="1042" y="522"/>
                  </a:cubicBezTo>
                  <a:cubicBezTo>
                    <a:pt x="1042" y="233"/>
                    <a:pt x="809" y="0"/>
                    <a:pt x="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53"/>
            <p:cNvSpPr/>
            <p:nvPr/>
          </p:nvSpPr>
          <p:spPr>
            <a:xfrm rot="5400000" flipH="1">
              <a:off x="5069503" y="242255"/>
              <a:ext cx="783171" cy="205487"/>
            </a:xfrm>
            <a:custGeom>
              <a:avLst/>
              <a:gdLst/>
              <a:ahLst/>
              <a:cxnLst/>
              <a:rect l="l" t="t" r="r" b="b"/>
              <a:pathLst>
                <a:path w="14380" h="3773" extrusionOk="0">
                  <a:moveTo>
                    <a:pt x="3670" y="0"/>
                  </a:moveTo>
                  <a:cubicBezTo>
                    <a:pt x="3629" y="0"/>
                    <a:pt x="3590" y="17"/>
                    <a:pt x="3562" y="45"/>
                  </a:cubicBezTo>
                  <a:lnTo>
                    <a:pt x="2021" y="1585"/>
                  </a:lnTo>
                  <a:cubicBezTo>
                    <a:pt x="1807" y="1408"/>
                    <a:pt x="1538" y="1297"/>
                    <a:pt x="1237" y="1297"/>
                  </a:cubicBezTo>
                  <a:cubicBezTo>
                    <a:pt x="554" y="1297"/>
                    <a:pt x="1" y="1852"/>
                    <a:pt x="1" y="2535"/>
                  </a:cubicBezTo>
                  <a:cubicBezTo>
                    <a:pt x="1" y="3218"/>
                    <a:pt x="554" y="3773"/>
                    <a:pt x="1237" y="3773"/>
                  </a:cubicBezTo>
                  <a:cubicBezTo>
                    <a:pt x="1921" y="3773"/>
                    <a:pt x="2475" y="3218"/>
                    <a:pt x="2475" y="2535"/>
                  </a:cubicBezTo>
                  <a:cubicBezTo>
                    <a:pt x="2475" y="2262"/>
                    <a:pt x="2384" y="2011"/>
                    <a:pt x="2234" y="1807"/>
                  </a:cubicBezTo>
                  <a:lnTo>
                    <a:pt x="3734" y="308"/>
                  </a:lnTo>
                  <a:lnTo>
                    <a:pt x="14226" y="308"/>
                  </a:lnTo>
                  <a:cubicBezTo>
                    <a:pt x="14311" y="308"/>
                    <a:pt x="14380" y="239"/>
                    <a:pt x="14380" y="154"/>
                  </a:cubicBezTo>
                  <a:cubicBezTo>
                    <a:pt x="14380" y="69"/>
                    <a:pt x="14311" y="0"/>
                    <a:pt x="14226"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53"/>
            <p:cNvSpPr/>
            <p:nvPr/>
          </p:nvSpPr>
          <p:spPr>
            <a:xfrm rot="5400000" flipH="1">
              <a:off x="5397394" y="640730"/>
              <a:ext cx="56750" cy="56859"/>
            </a:xfrm>
            <a:custGeom>
              <a:avLst/>
              <a:gdLst/>
              <a:ahLst/>
              <a:cxnLst/>
              <a:rect l="l" t="t" r="r" b="b"/>
              <a:pathLst>
                <a:path w="1042" h="1044" extrusionOk="0">
                  <a:moveTo>
                    <a:pt x="522" y="1"/>
                  </a:moveTo>
                  <a:cubicBezTo>
                    <a:pt x="233" y="1"/>
                    <a:pt x="0" y="235"/>
                    <a:pt x="0" y="522"/>
                  </a:cubicBezTo>
                  <a:cubicBezTo>
                    <a:pt x="0" y="809"/>
                    <a:pt x="233" y="1043"/>
                    <a:pt x="522" y="1043"/>
                  </a:cubicBezTo>
                  <a:cubicBezTo>
                    <a:pt x="809" y="1043"/>
                    <a:pt x="1042" y="809"/>
                    <a:pt x="1042" y="522"/>
                  </a:cubicBezTo>
                  <a:cubicBezTo>
                    <a:pt x="1042" y="235"/>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53"/>
            <p:cNvSpPr/>
            <p:nvPr/>
          </p:nvSpPr>
          <p:spPr>
            <a:xfrm rot="5400000" flipH="1">
              <a:off x="5076013" y="308290"/>
              <a:ext cx="1110872" cy="401116"/>
            </a:xfrm>
            <a:custGeom>
              <a:avLst/>
              <a:gdLst/>
              <a:ahLst/>
              <a:cxnLst/>
              <a:rect l="l" t="t" r="r" b="b"/>
              <a:pathLst>
                <a:path w="20397" h="7365" extrusionOk="0">
                  <a:moveTo>
                    <a:pt x="14368" y="1"/>
                  </a:moveTo>
                  <a:cubicBezTo>
                    <a:pt x="14327" y="1"/>
                    <a:pt x="14288" y="16"/>
                    <a:pt x="14259" y="46"/>
                  </a:cubicBezTo>
                  <a:lnTo>
                    <a:pt x="11461" y="2844"/>
                  </a:lnTo>
                  <a:lnTo>
                    <a:pt x="4342" y="2844"/>
                  </a:lnTo>
                  <a:cubicBezTo>
                    <a:pt x="4301" y="2844"/>
                    <a:pt x="4262" y="2859"/>
                    <a:pt x="4233" y="2889"/>
                  </a:cubicBezTo>
                  <a:lnTo>
                    <a:pt x="1980" y="5142"/>
                  </a:lnTo>
                  <a:cubicBezTo>
                    <a:pt x="1771" y="4986"/>
                    <a:pt x="1517" y="4890"/>
                    <a:pt x="1237" y="4890"/>
                  </a:cubicBezTo>
                  <a:cubicBezTo>
                    <a:pt x="554" y="4890"/>
                    <a:pt x="1" y="5445"/>
                    <a:pt x="1" y="6128"/>
                  </a:cubicBezTo>
                  <a:cubicBezTo>
                    <a:pt x="1" y="6811"/>
                    <a:pt x="554" y="7364"/>
                    <a:pt x="1237" y="7364"/>
                  </a:cubicBezTo>
                  <a:cubicBezTo>
                    <a:pt x="1920" y="7364"/>
                    <a:pt x="2475" y="6811"/>
                    <a:pt x="2475" y="6128"/>
                  </a:cubicBezTo>
                  <a:cubicBezTo>
                    <a:pt x="2475" y="5835"/>
                    <a:pt x="2368" y="5569"/>
                    <a:pt x="2199" y="5357"/>
                  </a:cubicBezTo>
                  <a:lnTo>
                    <a:pt x="4405" y="3151"/>
                  </a:lnTo>
                  <a:lnTo>
                    <a:pt x="11524" y="3151"/>
                  </a:lnTo>
                  <a:cubicBezTo>
                    <a:pt x="11566" y="3151"/>
                    <a:pt x="11605" y="3135"/>
                    <a:pt x="11633" y="3106"/>
                  </a:cubicBezTo>
                  <a:lnTo>
                    <a:pt x="14431" y="308"/>
                  </a:lnTo>
                  <a:lnTo>
                    <a:pt x="20243" y="308"/>
                  </a:lnTo>
                  <a:cubicBezTo>
                    <a:pt x="20328" y="308"/>
                    <a:pt x="20397" y="239"/>
                    <a:pt x="20397" y="154"/>
                  </a:cubicBezTo>
                  <a:cubicBezTo>
                    <a:pt x="20397" y="69"/>
                    <a:pt x="20328" y="1"/>
                    <a:pt x="20243"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53"/>
            <p:cNvSpPr/>
            <p:nvPr/>
          </p:nvSpPr>
          <p:spPr>
            <a:xfrm rot="5400000" flipH="1">
              <a:off x="5469884" y="968484"/>
              <a:ext cx="56804" cy="56804"/>
            </a:xfrm>
            <a:custGeom>
              <a:avLst/>
              <a:gdLst/>
              <a:ahLst/>
              <a:cxnLst/>
              <a:rect l="l" t="t" r="r" b="b"/>
              <a:pathLst>
                <a:path w="1043" h="1043" extrusionOk="0">
                  <a:moveTo>
                    <a:pt x="522" y="1"/>
                  </a:moveTo>
                  <a:cubicBezTo>
                    <a:pt x="234" y="1"/>
                    <a:pt x="1" y="233"/>
                    <a:pt x="1" y="522"/>
                  </a:cubicBezTo>
                  <a:cubicBezTo>
                    <a:pt x="1" y="809"/>
                    <a:pt x="234" y="1042"/>
                    <a:pt x="522" y="1042"/>
                  </a:cubicBezTo>
                  <a:cubicBezTo>
                    <a:pt x="810" y="1042"/>
                    <a:pt x="1042" y="809"/>
                    <a:pt x="1042" y="522"/>
                  </a:cubicBezTo>
                  <a:cubicBezTo>
                    <a:pt x="1042"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53"/>
            <p:cNvSpPr/>
            <p:nvPr/>
          </p:nvSpPr>
          <p:spPr>
            <a:xfrm rot="5400000" flipH="1">
              <a:off x="5646839" y="61956"/>
              <a:ext cx="878099" cy="659269"/>
            </a:xfrm>
            <a:custGeom>
              <a:avLst/>
              <a:gdLst/>
              <a:ahLst/>
              <a:cxnLst/>
              <a:rect l="l" t="t" r="r" b="b"/>
              <a:pathLst>
                <a:path w="16123" h="12105" extrusionOk="0">
                  <a:moveTo>
                    <a:pt x="15953" y="0"/>
                  </a:moveTo>
                  <a:cubicBezTo>
                    <a:pt x="15914" y="0"/>
                    <a:pt x="15874" y="15"/>
                    <a:pt x="15844" y="45"/>
                  </a:cubicBezTo>
                  <a:lnTo>
                    <a:pt x="10731" y="5158"/>
                  </a:lnTo>
                  <a:lnTo>
                    <a:pt x="4716" y="5158"/>
                  </a:lnTo>
                  <a:cubicBezTo>
                    <a:pt x="4676" y="5158"/>
                    <a:pt x="4636" y="5175"/>
                    <a:pt x="4608" y="5203"/>
                  </a:cubicBezTo>
                  <a:lnTo>
                    <a:pt x="3421" y="6390"/>
                  </a:lnTo>
                  <a:cubicBezTo>
                    <a:pt x="3392" y="6420"/>
                    <a:pt x="3376" y="6459"/>
                    <a:pt x="3376" y="6500"/>
                  </a:cubicBezTo>
                  <a:lnTo>
                    <a:pt x="3376" y="8694"/>
                  </a:lnTo>
                  <a:lnTo>
                    <a:pt x="2093" y="9977"/>
                  </a:lnTo>
                  <a:cubicBezTo>
                    <a:pt x="1871" y="9763"/>
                    <a:pt x="1571" y="9631"/>
                    <a:pt x="1237" y="9631"/>
                  </a:cubicBezTo>
                  <a:cubicBezTo>
                    <a:pt x="554" y="9631"/>
                    <a:pt x="1" y="10185"/>
                    <a:pt x="1" y="10868"/>
                  </a:cubicBezTo>
                  <a:cubicBezTo>
                    <a:pt x="1" y="11552"/>
                    <a:pt x="554" y="12105"/>
                    <a:pt x="1237" y="12105"/>
                  </a:cubicBezTo>
                  <a:cubicBezTo>
                    <a:pt x="1921" y="12105"/>
                    <a:pt x="2475" y="11552"/>
                    <a:pt x="2475" y="10868"/>
                  </a:cubicBezTo>
                  <a:cubicBezTo>
                    <a:pt x="2475" y="10628"/>
                    <a:pt x="2404" y="10407"/>
                    <a:pt x="2287" y="10218"/>
                  </a:cubicBezTo>
                  <a:lnTo>
                    <a:pt x="3638" y="8866"/>
                  </a:lnTo>
                  <a:cubicBezTo>
                    <a:pt x="3667" y="8837"/>
                    <a:pt x="3683" y="8798"/>
                    <a:pt x="3683" y="8757"/>
                  </a:cubicBezTo>
                  <a:lnTo>
                    <a:pt x="3683" y="6563"/>
                  </a:lnTo>
                  <a:lnTo>
                    <a:pt x="4780" y="5466"/>
                  </a:lnTo>
                  <a:lnTo>
                    <a:pt x="10795" y="5466"/>
                  </a:lnTo>
                  <a:cubicBezTo>
                    <a:pt x="10835" y="5466"/>
                    <a:pt x="10874" y="5450"/>
                    <a:pt x="10904" y="5421"/>
                  </a:cubicBezTo>
                  <a:lnTo>
                    <a:pt x="16062" y="263"/>
                  </a:lnTo>
                  <a:cubicBezTo>
                    <a:pt x="16122" y="203"/>
                    <a:pt x="16122" y="106"/>
                    <a:pt x="16062" y="45"/>
                  </a:cubicBezTo>
                  <a:cubicBezTo>
                    <a:pt x="16032" y="15"/>
                    <a:pt x="15992" y="0"/>
                    <a:pt x="15953"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53"/>
            <p:cNvSpPr/>
            <p:nvPr/>
          </p:nvSpPr>
          <p:spPr>
            <a:xfrm rot="5400000" flipH="1">
              <a:off x="5795273" y="734813"/>
              <a:ext cx="56750" cy="56804"/>
            </a:xfrm>
            <a:custGeom>
              <a:avLst/>
              <a:gdLst/>
              <a:ahLst/>
              <a:cxnLst/>
              <a:rect l="l" t="t" r="r" b="b"/>
              <a:pathLst>
                <a:path w="1042" h="1043" extrusionOk="0">
                  <a:moveTo>
                    <a:pt x="520" y="1"/>
                  </a:moveTo>
                  <a:cubicBezTo>
                    <a:pt x="233" y="1"/>
                    <a:pt x="0" y="234"/>
                    <a:pt x="0" y="522"/>
                  </a:cubicBezTo>
                  <a:cubicBezTo>
                    <a:pt x="0" y="810"/>
                    <a:pt x="233" y="1042"/>
                    <a:pt x="520" y="1042"/>
                  </a:cubicBezTo>
                  <a:cubicBezTo>
                    <a:pt x="809" y="1042"/>
                    <a:pt x="1042" y="810"/>
                    <a:pt x="1042" y="522"/>
                  </a:cubicBezTo>
                  <a:cubicBezTo>
                    <a:pt x="1042" y="234"/>
                    <a:pt x="809" y="1"/>
                    <a:pt x="5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53"/>
            <p:cNvSpPr/>
            <p:nvPr/>
          </p:nvSpPr>
          <p:spPr>
            <a:xfrm rot="5400000" flipH="1">
              <a:off x="5515064" y="194600"/>
              <a:ext cx="699571" cy="217196"/>
            </a:xfrm>
            <a:custGeom>
              <a:avLst/>
              <a:gdLst/>
              <a:ahLst/>
              <a:cxnLst/>
              <a:rect l="l" t="t" r="r" b="b"/>
              <a:pathLst>
                <a:path w="12845" h="3988" extrusionOk="0">
                  <a:moveTo>
                    <a:pt x="4160" y="0"/>
                  </a:moveTo>
                  <a:cubicBezTo>
                    <a:pt x="4119" y="0"/>
                    <a:pt x="4080" y="16"/>
                    <a:pt x="4052" y="45"/>
                  </a:cubicBezTo>
                  <a:lnTo>
                    <a:pt x="2161" y="1934"/>
                  </a:lnTo>
                  <a:cubicBezTo>
                    <a:pt x="1934" y="1678"/>
                    <a:pt x="1607" y="1514"/>
                    <a:pt x="1238" y="1514"/>
                  </a:cubicBezTo>
                  <a:cubicBezTo>
                    <a:pt x="555" y="1514"/>
                    <a:pt x="0" y="2068"/>
                    <a:pt x="0" y="2751"/>
                  </a:cubicBezTo>
                  <a:cubicBezTo>
                    <a:pt x="0" y="3435"/>
                    <a:pt x="555" y="3988"/>
                    <a:pt x="1238" y="3988"/>
                  </a:cubicBezTo>
                  <a:cubicBezTo>
                    <a:pt x="1921" y="3988"/>
                    <a:pt x="2476" y="3435"/>
                    <a:pt x="2476" y="2751"/>
                  </a:cubicBezTo>
                  <a:cubicBezTo>
                    <a:pt x="2476" y="2549"/>
                    <a:pt x="2423" y="2362"/>
                    <a:pt x="2338" y="2193"/>
                  </a:cubicBezTo>
                  <a:lnTo>
                    <a:pt x="4223" y="308"/>
                  </a:lnTo>
                  <a:lnTo>
                    <a:pt x="12691" y="308"/>
                  </a:lnTo>
                  <a:cubicBezTo>
                    <a:pt x="12776" y="308"/>
                    <a:pt x="12845" y="239"/>
                    <a:pt x="12845" y="154"/>
                  </a:cubicBezTo>
                  <a:cubicBezTo>
                    <a:pt x="12845" y="69"/>
                    <a:pt x="12776" y="0"/>
                    <a:pt x="12691"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53"/>
            <p:cNvSpPr/>
            <p:nvPr/>
          </p:nvSpPr>
          <p:spPr>
            <a:xfrm rot="5400000" flipH="1">
              <a:off x="5795218" y="557157"/>
              <a:ext cx="56859" cy="56804"/>
            </a:xfrm>
            <a:custGeom>
              <a:avLst/>
              <a:gdLst/>
              <a:ahLst/>
              <a:cxnLst/>
              <a:rect l="l" t="t" r="r" b="b"/>
              <a:pathLst>
                <a:path w="1044" h="1043" extrusionOk="0">
                  <a:moveTo>
                    <a:pt x="522" y="1"/>
                  </a:moveTo>
                  <a:cubicBezTo>
                    <a:pt x="235" y="1"/>
                    <a:pt x="1" y="234"/>
                    <a:pt x="1" y="522"/>
                  </a:cubicBezTo>
                  <a:cubicBezTo>
                    <a:pt x="1" y="810"/>
                    <a:pt x="235" y="1042"/>
                    <a:pt x="522" y="1042"/>
                  </a:cubicBezTo>
                  <a:cubicBezTo>
                    <a:pt x="811" y="1042"/>
                    <a:pt x="1043" y="810"/>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53"/>
            <p:cNvSpPr/>
            <p:nvPr/>
          </p:nvSpPr>
          <p:spPr>
            <a:xfrm rot="5400000" flipH="1">
              <a:off x="6144573" y="347939"/>
              <a:ext cx="961644" cy="172592"/>
            </a:xfrm>
            <a:custGeom>
              <a:avLst/>
              <a:gdLst/>
              <a:ahLst/>
              <a:cxnLst/>
              <a:rect l="l" t="t" r="r" b="b"/>
              <a:pathLst>
                <a:path w="17657" h="3169" extrusionOk="0">
                  <a:moveTo>
                    <a:pt x="1239" y="0"/>
                  </a:moveTo>
                  <a:cubicBezTo>
                    <a:pt x="555" y="0"/>
                    <a:pt x="1" y="555"/>
                    <a:pt x="1" y="1238"/>
                  </a:cubicBezTo>
                  <a:cubicBezTo>
                    <a:pt x="1" y="1922"/>
                    <a:pt x="555" y="2475"/>
                    <a:pt x="1239" y="2475"/>
                  </a:cubicBezTo>
                  <a:cubicBezTo>
                    <a:pt x="1547" y="2475"/>
                    <a:pt x="1826" y="2359"/>
                    <a:pt x="2043" y="2172"/>
                  </a:cubicBezTo>
                  <a:lnTo>
                    <a:pt x="2994" y="3123"/>
                  </a:lnTo>
                  <a:cubicBezTo>
                    <a:pt x="3023" y="3152"/>
                    <a:pt x="3062" y="3169"/>
                    <a:pt x="3103" y="3169"/>
                  </a:cubicBezTo>
                  <a:lnTo>
                    <a:pt x="7848" y="3169"/>
                  </a:lnTo>
                  <a:cubicBezTo>
                    <a:pt x="7890" y="3169"/>
                    <a:pt x="7929" y="3152"/>
                    <a:pt x="7957" y="3123"/>
                  </a:cubicBezTo>
                  <a:lnTo>
                    <a:pt x="10366" y="713"/>
                  </a:lnTo>
                  <a:lnTo>
                    <a:pt x="17503" y="713"/>
                  </a:lnTo>
                  <a:cubicBezTo>
                    <a:pt x="17588" y="713"/>
                    <a:pt x="17657" y="645"/>
                    <a:pt x="17657" y="560"/>
                  </a:cubicBezTo>
                  <a:cubicBezTo>
                    <a:pt x="17657" y="475"/>
                    <a:pt x="17588" y="406"/>
                    <a:pt x="17503" y="406"/>
                  </a:cubicBezTo>
                  <a:lnTo>
                    <a:pt x="10304" y="406"/>
                  </a:lnTo>
                  <a:cubicBezTo>
                    <a:pt x="10262" y="406"/>
                    <a:pt x="10223" y="423"/>
                    <a:pt x="10195" y="451"/>
                  </a:cubicBezTo>
                  <a:lnTo>
                    <a:pt x="7784" y="2860"/>
                  </a:lnTo>
                  <a:lnTo>
                    <a:pt x="3167" y="2860"/>
                  </a:lnTo>
                  <a:lnTo>
                    <a:pt x="2252" y="1946"/>
                  </a:lnTo>
                  <a:cubicBezTo>
                    <a:pt x="2392" y="1745"/>
                    <a:pt x="2476" y="1502"/>
                    <a:pt x="2476" y="1238"/>
                  </a:cubicBezTo>
                  <a:cubicBezTo>
                    <a:pt x="2476" y="555"/>
                    <a:pt x="1922" y="0"/>
                    <a:pt x="123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53"/>
            <p:cNvSpPr/>
            <p:nvPr/>
          </p:nvSpPr>
          <p:spPr>
            <a:xfrm rot="5400000" flipH="1">
              <a:off x="6615892" y="819203"/>
              <a:ext cx="56804" cy="56804"/>
            </a:xfrm>
            <a:custGeom>
              <a:avLst/>
              <a:gdLst/>
              <a:ahLst/>
              <a:cxnLst/>
              <a:rect l="l" t="t" r="r" b="b"/>
              <a:pathLst>
                <a:path w="1043" h="1043" extrusionOk="0">
                  <a:moveTo>
                    <a:pt x="522" y="1"/>
                  </a:moveTo>
                  <a:cubicBezTo>
                    <a:pt x="234" y="1"/>
                    <a:pt x="0" y="234"/>
                    <a:pt x="0" y="522"/>
                  </a:cubicBezTo>
                  <a:cubicBezTo>
                    <a:pt x="0" y="809"/>
                    <a:pt x="234" y="1042"/>
                    <a:pt x="522" y="1042"/>
                  </a:cubicBezTo>
                  <a:cubicBezTo>
                    <a:pt x="809" y="1042"/>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53"/>
            <p:cNvSpPr/>
            <p:nvPr/>
          </p:nvSpPr>
          <p:spPr>
            <a:xfrm rot="5400000" flipH="1">
              <a:off x="6225556" y="870452"/>
              <a:ext cx="59092" cy="59092"/>
            </a:xfrm>
            <a:custGeom>
              <a:avLst/>
              <a:gdLst/>
              <a:ahLst/>
              <a:cxnLst/>
              <a:rect l="l" t="t" r="r" b="b"/>
              <a:pathLst>
                <a:path w="1085" h="1085" extrusionOk="0">
                  <a:moveTo>
                    <a:pt x="544" y="1"/>
                  </a:moveTo>
                  <a:cubicBezTo>
                    <a:pt x="244" y="1"/>
                    <a:pt x="1" y="243"/>
                    <a:pt x="1" y="542"/>
                  </a:cubicBezTo>
                  <a:cubicBezTo>
                    <a:pt x="1" y="841"/>
                    <a:pt x="244" y="1085"/>
                    <a:pt x="544" y="1085"/>
                  </a:cubicBezTo>
                  <a:cubicBezTo>
                    <a:pt x="843" y="1085"/>
                    <a:pt x="1085" y="841"/>
                    <a:pt x="1085" y="542"/>
                  </a:cubicBezTo>
                  <a:cubicBezTo>
                    <a:pt x="1085" y="243"/>
                    <a:pt x="843" y="1"/>
                    <a:pt x="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53"/>
            <p:cNvSpPr/>
            <p:nvPr/>
          </p:nvSpPr>
          <p:spPr>
            <a:xfrm rot="5400000" flipH="1">
              <a:off x="6317707" y="778247"/>
              <a:ext cx="59092" cy="59092"/>
            </a:xfrm>
            <a:custGeom>
              <a:avLst/>
              <a:gdLst/>
              <a:ahLst/>
              <a:cxnLst/>
              <a:rect l="l" t="t" r="r" b="b"/>
              <a:pathLst>
                <a:path w="1085" h="1085" extrusionOk="0">
                  <a:moveTo>
                    <a:pt x="543" y="0"/>
                  </a:moveTo>
                  <a:cubicBezTo>
                    <a:pt x="243" y="0"/>
                    <a:pt x="1" y="242"/>
                    <a:pt x="1" y="541"/>
                  </a:cubicBezTo>
                  <a:cubicBezTo>
                    <a:pt x="1" y="841"/>
                    <a:pt x="243" y="1084"/>
                    <a:pt x="543" y="1084"/>
                  </a:cubicBezTo>
                  <a:cubicBezTo>
                    <a:pt x="842" y="1084"/>
                    <a:pt x="1085" y="841"/>
                    <a:pt x="1085" y="541"/>
                  </a:cubicBezTo>
                  <a:cubicBezTo>
                    <a:pt x="1085"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53"/>
            <p:cNvSpPr/>
            <p:nvPr/>
          </p:nvSpPr>
          <p:spPr>
            <a:xfrm rot="5400000" flipH="1">
              <a:off x="6412527" y="683483"/>
              <a:ext cx="59092" cy="59092"/>
            </a:xfrm>
            <a:custGeom>
              <a:avLst/>
              <a:gdLst/>
              <a:ahLst/>
              <a:cxnLst/>
              <a:rect l="l" t="t" r="r" b="b"/>
              <a:pathLst>
                <a:path w="1085" h="1085" extrusionOk="0">
                  <a:moveTo>
                    <a:pt x="542" y="1"/>
                  </a:moveTo>
                  <a:cubicBezTo>
                    <a:pt x="243" y="1"/>
                    <a:pt x="1" y="243"/>
                    <a:pt x="1" y="542"/>
                  </a:cubicBezTo>
                  <a:cubicBezTo>
                    <a:pt x="1" y="843"/>
                    <a:pt x="243" y="1085"/>
                    <a:pt x="542" y="1085"/>
                  </a:cubicBezTo>
                  <a:cubicBezTo>
                    <a:pt x="843" y="1085"/>
                    <a:pt x="1085" y="843"/>
                    <a:pt x="1085" y="542"/>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53"/>
            <p:cNvSpPr/>
            <p:nvPr/>
          </p:nvSpPr>
          <p:spPr>
            <a:xfrm rot="5400000" flipH="1">
              <a:off x="6885441" y="229864"/>
              <a:ext cx="878698" cy="357492"/>
            </a:xfrm>
            <a:custGeom>
              <a:avLst/>
              <a:gdLst/>
              <a:ahLst/>
              <a:cxnLst/>
              <a:rect l="l" t="t" r="r" b="b"/>
              <a:pathLst>
                <a:path w="16134" h="6564" extrusionOk="0">
                  <a:moveTo>
                    <a:pt x="15965" y="1"/>
                  </a:moveTo>
                  <a:cubicBezTo>
                    <a:pt x="15926" y="1"/>
                    <a:pt x="15886" y="16"/>
                    <a:pt x="15856" y="46"/>
                  </a:cubicBezTo>
                  <a:lnTo>
                    <a:pt x="12384" y="3518"/>
                  </a:lnTo>
                  <a:lnTo>
                    <a:pt x="3033" y="3518"/>
                  </a:lnTo>
                  <a:cubicBezTo>
                    <a:pt x="2992" y="3518"/>
                    <a:pt x="2953" y="3535"/>
                    <a:pt x="2924" y="3563"/>
                  </a:cubicBezTo>
                  <a:lnTo>
                    <a:pt x="2070" y="4417"/>
                  </a:lnTo>
                  <a:cubicBezTo>
                    <a:pt x="1850" y="4216"/>
                    <a:pt x="1560" y="4089"/>
                    <a:pt x="1237" y="4089"/>
                  </a:cubicBezTo>
                  <a:cubicBezTo>
                    <a:pt x="554" y="4089"/>
                    <a:pt x="1" y="4643"/>
                    <a:pt x="1" y="5327"/>
                  </a:cubicBezTo>
                  <a:cubicBezTo>
                    <a:pt x="1" y="6010"/>
                    <a:pt x="554" y="6563"/>
                    <a:pt x="1237" y="6563"/>
                  </a:cubicBezTo>
                  <a:cubicBezTo>
                    <a:pt x="1921" y="6563"/>
                    <a:pt x="2475" y="6010"/>
                    <a:pt x="2475" y="5327"/>
                  </a:cubicBezTo>
                  <a:cubicBezTo>
                    <a:pt x="2475" y="5076"/>
                    <a:pt x="2399" y="4844"/>
                    <a:pt x="2272" y="4649"/>
                  </a:cubicBezTo>
                  <a:lnTo>
                    <a:pt x="3096" y="3825"/>
                  </a:lnTo>
                  <a:lnTo>
                    <a:pt x="12448" y="3825"/>
                  </a:lnTo>
                  <a:cubicBezTo>
                    <a:pt x="12488" y="3825"/>
                    <a:pt x="12527" y="3809"/>
                    <a:pt x="12557" y="3781"/>
                  </a:cubicBezTo>
                  <a:lnTo>
                    <a:pt x="16074" y="264"/>
                  </a:lnTo>
                  <a:cubicBezTo>
                    <a:pt x="16134" y="203"/>
                    <a:pt x="16134" y="106"/>
                    <a:pt x="16074" y="46"/>
                  </a:cubicBezTo>
                  <a:cubicBezTo>
                    <a:pt x="16043" y="16"/>
                    <a:pt x="16004" y="1"/>
                    <a:pt x="1596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53"/>
            <p:cNvSpPr/>
            <p:nvPr/>
          </p:nvSpPr>
          <p:spPr>
            <a:xfrm rot="5400000" flipH="1">
              <a:off x="7185037" y="752105"/>
              <a:ext cx="56750" cy="56859"/>
            </a:xfrm>
            <a:custGeom>
              <a:avLst/>
              <a:gdLst/>
              <a:ahLst/>
              <a:cxnLst/>
              <a:rect l="l" t="t" r="r" b="b"/>
              <a:pathLst>
                <a:path w="1042" h="1044" extrusionOk="0">
                  <a:moveTo>
                    <a:pt x="520" y="0"/>
                  </a:moveTo>
                  <a:cubicBezTo>
                    <a:pt x="233" y="0"/>
                    <a:pt x="0" y="233"/>
                    <a:pt x="0" y="522"/>
                  </a:cubicBezTo>
                  <a:cubicBezTo>
                    <a:pt x="0" y="809"/>
                    <a:pt x="233" y="1043"/>
                    <a:pt x="520" y="1043"/>
                  </a:cubicBezTo>
                  <a:cubicBezTo>
                    <a:pt x="809" y="1043"/>
                    <a:pt x="1042" y="809"/>
                    <a:pt x="1042" y="522"/>
                  </a:cubicBezTo>
                  <a:cubicBezTo>
                    <a:pt x="1042" y="233"/>
                    <a:pt x="809" y="0"/>
                    <a:pt x="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53"/>
            <p:cNvSpPr/>
            <p:nvPr/>
          </p:nvSpPr>
          <p:spPr>
            <a:xfrm rot="5400000" flipH="1">
              <a:off x="6491103" y="495504"/>
              <a:ext cx="1234229" cy="181850"/>
            </a:xfrm>
            <a:custGeom>
              <a:avLst/>
              <a:gdLst/>
              <a:ahLst/>
              <a:cxnLst/>
              <a:rect l="l" t="t" r="r" b="b"/>
              <a:pathLst>
                <a:path w="22662" h="3339" extrusionOk="0">
                  <a:moveTo>
                    <a:pt x="1237" y="0"/>
                  </a:moveTo>
                  <a:cubicBezTo>
                    <a:pt x="554" y="0"/>
                    <a:pt x="1" y="553"/>
                    <a:pt x="1" y="1237"/>
                  </a:cubicBezTo>
                  <a:cubicBezTo>
                    <a:pt x="1" y="1920"/>
                    <a:pt x="554" y="2475"/>
                    <a:pt x="1237" y="2475"/>
                  </a:cubicBezTo>
                  <a:cubicBezTo>
                    <a:pt x="1562" y="2475"/>
                    <a:pt x="1857" y="2347"/>
                    <a:pt x="2076" y="2141"/>
                  </a:cubicBezTo>
                  <a:lnTo>
                    <a:pt x="3230" y="3294"/>
                  </a:lnTo>
                  <a:cubicBezTo>
                    <a:pt x="3259" y="3323"/>
                    <a:pt x="3298" y="3339"/>
                    <a:pt x="3339" y="3339"/>
                  </a:cubicBezTo>
                  <a:lnTo>
                    <a:pt x="7566" y="3339"/>
                  </a:lnTo>
                  <a:cubicBezTo>
                    <a:pt x="7608" y="3339"/>
                    <a:pt x="7647" y="3323"/>
                    <a:pt x="7675" y="3294"/>
                  </a:cubicBezTo>
                  <a:lnTo>
                    <a:pt x="8719" y="2251"/>
                  </a:lnTo>
                  <a:lnTo>
                    <a:pt x="13252" y="2251"/>
                  </a:lnTo>
                  <a:cubicBezTo>
                    <a:pt x="13292" y="2251"/>
                    <a:pt x="13331" y="2235"/>
                    <a:pt x="13360" y="2206"/>
                  </a:cubicBezTo>
                  <a:lnTo>
                    <a:pt x="15246" y="319"/>
                  </a:lnTo>
                  <a:lnTo>
                    <a:pt x="20131" y="319"/>
                  </a:lnTo>
                  <a:lnTo>
                    <a:pt x="22385" y="2575"/>
                  </a:lnTo>
                  <a:cubicBezTo>
                    <a:pt x="22415" y="2605"/>
                    <a:pt x="22455" y="2619"/>
                    <a:pt x="22494" y="2619"/>
                  </a:cubicBezTo>
                  <a:cubicBezTo>
                    <a:pt x="22533" y="2619"/>
                    <a:pt x="22572" y="2605"/>
                    <a:pt x="22603" y="2575"/>
                  </a:cubicBezTo>
                  <a:cubicBezTo>
                    <a:pt x="22662" y="2515"/>
                    <a:pt x="22662" y="2417"/>
                    <a:pt x="22603" y="2358"/>
                  </a:cubicBezTo>
                  <a:lnTo>
                    <a:pt x="20303" y="57"/>
                  </a:lnTo>
                  <a:cubicBezTo>
                    <a:pt x="20274" y="29"/>
                    <a:pt x="20235" y="12"/>
                    <a:pt x="20193" y="12"/>
                  </a:cubicBezTo>
                  <a:lnTo>
                    <a:pt x="15182" y="12"/>
                  </a:lnTo>
                  <a:cubicBezTo>
                    <a:pt x="15141" y="12"/>
                    <a:pt x="15102" y="29"/>
                    <a:pt x="15073" y="57"/>
                  </a:cubicBezTo>
                  <a:lnTo>
                    <a:pt x="13188" y="1944"/>
                  </a:lnTo>
                  <a:lnTo>
                    <a:pt x="8655" y="1944"/>
                  </a:lnTo>
                  <a:cubicBezTo>
                    <a:pt x="8614" y="1944"/>
                    <a:pt x="8575" y="1959"/>
                    <a:pt x="8547" y="1989"/>
                  </a:cubicBezTo>
                  <a:lnTo>
                    <a:pt x="7503" y="3031"/>
                  </a:lnTo>
                  <a:lnTo>
                    <a:pt x="3402" y="3031"/>
                  </a:lnTo>
                  <a:lnTo>
                    <a:pt x="2276" y="1906"/>
                  </a:lnTo>
                  <a:cubicBezTo>
                    <a:pt x="2400" y="1712"/>
                    <a:pt x="2475" y="1484"/>
                    <a:pt x="2475" y="1237"/>
                  </a:cubicBezTo>
                  <a:cubicBezTo>
                    <a:pt x="2475" y="553"/>
                    <a:pt x="1920" y="0"/>
                    <a:pt x="1237"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53"/>
            <p:cNvSpPr/>
            <p:nvPr/>
          </p:nvSpPr>
          <p:spPr>
            <a:xfrm rot="5400000" flipH="1">
              <a:off x="7103370" y="1107717"/>
              <a:ext cx="56804" cy="56859"/>
            </a:xfrm>
            <a:custGeom>
              <a:avLst/>
              <a:gdLst/>
              <a:ahLst/>
              <a:cxnLst/>
              <a:rect l="l" t="t" r="r" b="b"/>
              <a:pathLst>
                <a:path w="1043" h="1044" extrusionOk="0">
                  <a:moveTo>
                    <a:pt x="521" y="0"/>
                  </a:moveTo>
                  <a:cubicBezTo>
                    <a:pt x="234" y="0"/>
                    <a:pt x="1" y="233"/>
                    <a:pt x="1" y="522"/>
                  </a:cubicBezTo>
                  <a:cubicBezTo>
                    <a:pt x="1" y="809"/>
                    <a:pt x="234" y="1043"/>
                    <a:pt x="521" y="1043"/>
                  </a:cubicBezTo>
                  <a:cubicBezTo>
                    <a:pt x="810" y="1043"/>
                    <a:pt x="1042" y="809"/>
                    <a:pt x="1042" y="522"/>
                  </a:cubicBezTo>
                  <a:cubicBezTo>
                    <a:pt x="1042" y="233"/>
                    <a:pt x="810"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53"/>
            <p:cNvSpPr/>
            <p:nvPr/>
          </p:nvSpPr>
          <p:spPr>
            <a:xfrm rot="5400000" flipH="1">
              <a:off x="7366990" y="61956"/>
              <a:ext cx="878099" cy="659269"/>
            </a:xfrm>
            <a:custGeom>
              <a:avLst/>
              <a:gdLst/>
              <a:ahLst/>
              <a:cxnLst/>
              <a:rect l="l" t="t" r="r" b="b"/>
              <a:pathLst>
                <a:path w="16123" h="12105" extrusionOk="0">
                  <a:moveTo>
                    <a:pt x="15953" y="0"/>
                  </a:moveTo>
                  <a:cubicBezTo>
                    <a:pt x="15914" y="0"/>
                    <a:pt x="15874" y="15"/>
                    <a:pt x="15844" y="45"/>
                  </a:cubicBezTo>
                  <a:lnTo>
                    <a:pt x="10731" y="5158"/>
                  </a:lnTo>
                  <a:lnTo>
                    <a:pt x="4716" y="5158"/>
                  </a:lnTo>
                  <a:cubicBezTo>
                    <a:pt x="4676" y="5158"/>
                    <a:pt x="4636" y="5175"/>
                    <a:pt x="4608" y="5203"/>
                  </a:cubicBezTo>
                  <a:lnTo>
                    <a:pt x="3421" y="6390"/>
                  </a:lnTo>
                  <a:cubicBezTo>
                    <a:pt x="3392" y="6420"/>
                    <a:pt x="3376" y="6459"/>
                    <a:pt x="3376" y="6500"/>
                  </a:cubicBezTo>
                  <a:lnTo>
                    <a:pt x="3376" y="8694"/>
                  </a:lnTo>
                  <a:lnTo>
                    <a:pt x="2093" y="9977"/>
                  </a:lnTo>
                  <a:cubicBezTo>
                    <a:pt x="1871" y="9763"/>
                    <a:pt x="1571" y="9631"/>
                    <a:pt x="1237" y="9631"/>
                  </a:cubicBezTo>
                  <a:cubicBezTo>
                    <a:pt x="554" y="9631"/>
                    <a:pt x="1" y="10185"/>
                    <a:pt x="1" y="10868"/>
                  </a:cubicBezTo>
                  <a:cubicBezTo>
                    <a:pt x="1" y="11552"/>
                    <a:pt x="554" y="12105"/>
                    <a:pt x="1237" y="12105"/>
                  </a:cubicBezTo>
                  <a:cubicBezTo>
                    <a:pt x="1921" y="12105"/>
                    <a:pt x="2475" y="11552"/>
                    <a:pt x="2475" y="10868"/>
                  </a:cubicBezTo>
                  <a:cubicBezTo>
                    <a:pt x="2475" y="10628"/>
                    <a:pt x="2404" y="10407"/>
                    <a:pt x="2287" y="10218"/>
                  </a:cubicBezTo>
                  <a:lnTo>
                    <a:pt x="3638" y="8866"/>
                  </a:lnTo>
                  <a:cubicBezTo>
                    <a:pt x="3667" y="8837"/>
                    <a:pt x="3683" y="8798"/>
                    <a:pt x="3683" y="8757"/>
                  </a:cubicBezTo>
                  <a:lnTo>
                    <a:pt x="3683" y="6563"/>
                  </a:lnTo>
                  <a:lnTo>
                    <a:pt x="4780" y="5466"/>
                  </a:lnTo>
                  <a:lnTo>
                    <a:pt x="10795" y="5466"/>
                  </a:lnTo>
                  <a:cubicBezTo>
                    <a:pt x="10835" y="5466"/>
                    <a:pt x="10874" y="5450"/>
                    <a:pt x="10904" y="5421"/>
                  </a:cubicBezTo>
                  <a:lnTo>
                    <a:pt x="16062" y="263"/>
                  </a:lnTo>
                  <a:cubicBezTo>
                    <a:pt x="16122" y="203"/>
                    <a:pt x="16122" y="106"/>
                    <a:pt x="16062" y="45"/>
                  </a:cubicBezTo>
                  <a:cubicBezTo>
                    <a:pt x="16032" y="15"/>
                    <a:pt x="15992" y="0"/>
                    <a:pt x="15953"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53"/>
            <p:cNvSpPr/>
            <p:nvPr/>
          </p:nvSpPr>
          <p:spPr>
            <a:xfrm rot="5400000" flipH="1">
              <a:off x="7515424" y="734813"/>
              <a:ext cx="56750" cy="56804"/>
            </a:xfrm>
            <a:custGeom>
              <a:avLst/>
              <a:gdLst/>
              <a:ahLst/>
              <a:cxnLst/>
              <a:rect l="l" t="t" r="r" b="b"/>
              <a:pathLst>
                <a:path w="1042" h="1043" extrusionOk="0">
                  <a:moveTo>
                    <a:pt x="520" y="1"/>
                  </a:moveTo>
                  <a:cubicBezTo>
                    <a:pt x="233" y="1"/>
                    <a:pt x="0" y="234"/>
                    <a:pt x="0" y="522"/>
                  </a:cubicBezTo>
                  <a:cubicBezTo>
                    <a:pt x="0" y="810"/>
                    <a:pt x="233" y="1042"/>
                    <a:pt x="520" y="1042"/>
                  </a:cubicBezTo>
                  <a:cubicBezTo>
                    <a:pt x="809" y="1042"/>
                    <a:pt x="1042" y="810"/>
                    <a:pt x="1042" y="522"/>
                  </a:cubicBezTo>
                  <a:cubicBezTo>
                    <a:pt x="1042" y="234"/>
                    <a:pt x="809" y="1"/>
                    <a:pt x="5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53"/>
            <p:cNvSpPr/>
            <p:nvPr/>
          </p:nvSpPr>
          <p:spPr>
            <a:xfrm rot="5400000" flipH="1">
              <a:off x="7235215" y="194600"/>
              <a:ext cx="699571" cy="217196"/>
            </a:xfrm>
            <a:custGeom>
              <a:avLst/>
              <a:gdLst/>
              <a:ahLst/>
              <a:cxnLst/>
              <a:rect l="l" t="t" r="r" b="b"/>
              <a:pathLst>
                <a:path w="12845" h="3988" extrusionOk="0">
                  <a:moveTo>
                    <a:pt x="4160" y="0"/>
                  </a:moveTo>
                  <a:cubicBezTo>
                    <a:pt x="4119" y="0"/>
                    <a:pt x="4080" y="16"/>
                    <a:pt x="4052" y="45"/>
                  </a:cubicBezTo>
                  <a:lnTo>
                    <a:pt x="2161" y="1934"/>
                  </a:lnTo>
                  <a:cubicBezTo>
                    <a:pt x="1934" y="1678"/>
                    <a:pt x="1607" y="1514"/>
                    <a:pt x="1238" y="1514"/>
                  </a:cubicBezTo>
                  <a:cubicBezTo>
                    <a:pt x="555" y="1514"/>
                    <a:pt x="0" y="2068"/>
                    <a:pt x="0" y="2751"/>
                  </a:cubicBezTo>
                  <a:cubicBezTo>
                    <a:pt x="0" y="3435"/>
                    <a:pt x="555" y="3988"/>
                    <a:pt x="1238" y="3988"/>
                  </a:cubicBezTo>
                  <a:cubicBezTo>
                    <a:pt x="1921" y="3988"/>
                    <a:pt x="2476" y="3435"/>
                    <a:pt x="2476" y="2751"/>
                  </a:cubicBezTo>
                  <a:cubicBezTo>
                    <a:pt x="2476" y="2549"/>
                    <a:pt x="2423" y="2362"/>
                    <a:pt x="2338" y="2193"/>
                  </a:cubicBezTo>
                  <a:lnTo>
                    <a:pt x="4223" y="308"/>
                  </a:lnTo>
                  <a:lnTo>
                    <a:pt x="12691" y="308"/>
                  </a:lnTo>
                  <a:cubicBezTo>
                    <a:pt x="12776" y="308"/>
                    <a:pt x="12845" y="239"/>
                    <a:pt x="12845" y="154"/>
                  </a:cubicBezTo>
                  <a:cubicBezTo>
                    <a:pt x="12845" y="69"/>
                    <a:pt x="12776" y="0"/>
                    <a:pt x="12691"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53"/>
            <p:cNvSpPr/>
            <p:nvPr/>
          </p:nvSpPr>
          <p:spPr>
            <a:xfrm rot="5400000" flipH="1">
              <a:off x="7515369" y="557157"/>
              <a:ext cx="56859" cy="56804"/>
            </a:xfrm>
            <a:custGeom>
              <a:avLst/>
              <a:gdLst/>
              <a:ahLst/>
              <a:cxnLst/>
              <a:rect l="l" t="t" r="r" b="b"/>
              <a:pathLst>
                <a:path w="1044" h="1043" extrusionOk="0">
                  <a:moveTo>
                    <a:pt x="522" y="1"/>
                  </a:moveTo>
                  <a:cubicBezTo>
                    <a:pt x="235" y="1"/>
                    <a:pt x="1" y="234"/>
                    <a:pt x="1" y="522"/>
                  </a:cubicBezTo>
                  <a:cubicBezTo>
                    <a:pt x="1" y="810"/>
                    <a:pt x="235" y="1042"/>
                    <a:pt x="522" y="1042"/>
                  </a:cubicBezTo>
                  <a:cubicBezTo>
                    <a:pt x="811" y="1042"/>
                    <a:pt x="1043" y="810"/>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53"/>
            <p:cNvSpPr/>
            <p:nvPr/>
          </p:nvSpPr>
          <p:spPr>
            <a:xfrm rot="5400000" flipH="1">
              <a:off x="7864725" y="347939"/>
              <a:ext cx="961644" cy="172592"/>
            </a:xfrm>
            <a:custGeom>
              <a:avLst/>
              <a:gdLst/>
              <a:ahLst/>
              <a:cxnLst/>
              <a:rect l="l" t="t" r="r" b="b"/>
              <a:pathLst>
                <a:path w="17657" h="3169" extrusionOk="0">
                  <a:moveTo>
                    <a:pt x="1239" y="0"/>
                  </a:moveTo>
                  <a:cubicBezTo>
                    <a:pt x="555" y="0"/>
                    <a:pt x="1" y="555"/>
                    <a:pt x="1" y="1238"/>
                  </a:cubicBezTo>
                  <a:cubicBezTo>
                    <a:pt x="1" y="1922"/>
                    <a:pt x="555" y="2475"/>
                    <a:pt x="1239" y="2475"/>
                  </a:cubicBezTo>
                  <a:cubicBezTo>
                    <a:pt x="1547" y="2475"/>
                    <a:pt x="1826" y="2359"/>
                    <a:pt x="2043" y="2172"/>
                  </a:cubicBezTo>
                  <a:lnTo>
                    <a:pt x="2994" y="3123"/>
                  </a:lnTo>
                  <a:cubicBezTo>
                    <a:pt x="3023" y="3152"/>
                    <a:pt x="3062" y="3169"/>
                    <a:pt x="3103" y="3169"/>
                  </a:cubicBezTo>
                  <a:lnTo>
                    <a:pt x="7848" y="3169"/>
                  </a:lnTo>
                  <a:cubicBezTo>
                    <a:pt x="7890" y="3169"/>
                    <a:pt x="7929" y="3152"/>
                    <a:pt x="7957" y="3123"/>
                  </a:cubicBezTo>
                  <a:lnTo>
                    <a:pt x="10366" y="713"/>
                  </a:lnTo>
                  <a:lnTo>
                    <a:pt x="17503" y="713"/>
                  </a:lnTo>
                  <a:cubicBezTo>
                    <a:pt x="17588" y="713"/>
                    <a:pt x="17657" y="645"/>
                    <a:pt x="17657" y="560"/>
                  </a:cubicBezTo>
                  <a:cubicBezTo>
                    <a:pt x="17657" y="475"/>
                    <a:pt x="17588" y="406"/>
                    <a:pt x="17503" y="406"/>
                  </a:cubicBezTo>
                  <a:lnTo>
                    <a:pt x="10304" y="406"/>
                  </a:lnTo>
                  <a:cubicBezTo>
                    <a:pt x="10262" y="406"/>
                    <a:pt x="10223" y="423"/>
                    <a:pt x="10195" y="451"/>
                  </a:cubicBezTo>
                  <a:lnTo>
                    <a:pt x="7784" y="2860"/>
                  </a:lnTo>
                  <a:lnTo>
                    <a:pt x="3167" y="2860"/>
                  </a:lnTo>
                  <a:lnTo>
                    <a:pt x="2252" y="1946"/>
                  </a:lnTo>
                  <a:cubicBezTo>
                    <a:pt x="2392" y="1745"/>
                    <a:pt x="2476" y="1502"/>
                    <a:pt x="2476" y="1238"/>
                  </a:cubicBezTo>
                  <a:cubicBezTo>
                    <a:pt x="2476" y="555"/>
                    <a:pt x="1922" y="0"/>
                    <a:pt x="123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53"/>
            <p:cNvSpPr/>
            <p:nvPr/>
          </p:nvSpPr>
          <p:spPr>
            <a:xfrm rot="5400000" flipH="1">
              <a:off x="8336043" y="819203"/>
              <a:ext cx="56804" cy="56804"/>
            </a:xfrm>
            <a:custGeom>
              <a:avLst/>
              <a:gdLst/>
              <a:ahLst/>
              <a:cxnLst/>
              <a:rect l="l" t="t" r="r" b="b"/>
              <a:pathLst>
                <a:path w="1043" h="1043" extrusionOk="0">
                  <a:moveTo>
                    <a:pt x="522" y="1"/>
                  </a:moveTo>
                  <a:cubicBezTo>
                    <a:pt x="234" y="1"/>
                    <a:pt x="0" y="234"/>
                    <a:pt x="0" y="522"/>
                  </a:cubicBezTo>
                  <a:cubicBezTo>
                    <a:pt x="0" y="809"/>
                    <a:pt x="234" y="1042"/>
                    <a:pt x="522" y="1042"/>
                  </a:cubicBezTo>
                  <a:cubicBezTo>
                    <a:pt x="809" y="1042"/>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53"/>
            <p:cNvSpPr/>
            <p:nvPr/>
          </p:nvSpPr>
          <p:spPr>
            <a:xfrm rot="5400000" flipH="1">
              <a:off x="7945707" y="870452"/>
              <a:ext cx="59092" cy="59092"/>
            </a:xfrm>
            <a:custGeom>
              <a:avLst/>
              <a:gdLst/>
              <a:ahLst/>
              <a:cxnLst/>
              <a:rect l="l" t="t" r="r" b="b"/>
              <a:pathLst>
                <a:path w="1085" h="1085" extrusionOk="0">
                  <a:moveTo>
                    <a:pt x="544" y="1"/>
                  </a:moveTo>
                  <a:cubicBezTo>
                    <a:pt x="244" y="1"/>
                    <a:pt x="1" y="243"/>
                    <a:pt x="1" y="542"/>
                  </a:cubicBezTo>
                  <a:cubicBezTo>
                    <a:pt x="1" y="841"/>
                    <a:pt x="244" y="1085"/>
                    <a:pt x="544" y="1085"/>
                  </a:cubicBezTo>
                  <a:cubicBezTo>
                    <a:pt x="843" y="1085"/>
                    <a:pt x="1085" y="841"/>
                    <a:pt x="1085" y="542"/>
                  </a:cubicBezTo>
                  <a:cubicBezTo>
                    <a:pt x="1085" y="243"/>
                    <a:pt x="843" y="1"/>
                    <a:pt x="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53"/>
            <p:cNvSpPr/>
            <p:nvPr/>
          </p:nvSpPr>
          <p:spPr>
            <a:xfrm rot="5400000" flipH="1">
              <a:off x="8037859" y="778247"/>
              <a:ext cx="59092" cy="59092"/>
            </a:xfrm>
            <a:custGeom>
              <a:avLst/>
              <a:gdLst/>
              <a:ahLst/>
              <a:cxnLst/>
              <a:rect l="l" t="t" r="r" b="b"/>
              <a:pathLst>
                <a:path w="1085" h="1085" extrusionOk="0">
                  <a:moveTo>
                    <a:pt x="543" y="0"/>
                  </a:moveTo>
                  <a:cubicBezTo>
                    <a:pt x="243" y="0"/>
                    <a:pt x="1" y="242"/>
                    <a:pt x="1" y="541"/>
                  </a:cubicBezTo>
                  <a:cubicBezTo>
                    <a:pt x="1" y="841"/>
                    <a:pt x="243" y="1084"/>
                    <a:pt x="543" y="1084"/>
                  </a:cubicBezTo>
                  <a:cubicBezTo>
                    <a:pt x="842" y="1084"/>
                    <a:pt x="1085" y="841"/>
                    <a:pt x="1085" y="541"/>
                  </a:cubicBezTo>
                  <a:cubicBezTo>
                    <a:pt x="1085"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53"/>
            <p:cNvSpPr/>
            <p:nvPr/>
          </p:nvSpPr>
          <p:spPr>
            <a:xfrm rot="5400000" flipH="1">
              <a:off x="8132678" y="683483"/>
              <a:ext cx="59092" cy="59092"/>
            </a:xfrm>
            <a:custGeom>
              <a:avLst/>
              <a:gdLst/>
              <a:ahLst/>
              <a:cxnLst/>
              <a:rect l="l" t="t" r="r" b="b"/>
              <a:pathLst>
                <a:path w="1085" h="1085" extrusionOk="0">
                  <a:moveTo>
                    <a:pt x="542" y="1"/>
                  </a:moveTo>
                  <a:cubicBezTo>
                    <a:pt x="243" y="1"/>
                    <a:pt x="1" y="243"/>
                    <a:pt x="1" y="542"/>
                  </a:cubicBezTo>
                  <a:cubicBezTo>
                    <a:pt x="1" y="843"/>
                    <a:pt x="243" y="1085"/>
                    <a:pt x="542" y="1085"/>
                  </a:cubicBezTo>
                  <a:cubicBezTo>
                    <a:pt x="843" y="1085"/>
                    <a:pt x="1085" y="843"/>
                    <a:pt x="1085" y="542"/>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Table 1"/>
          <p:cNvGraphicFramePr>
            <a:graphicFrameLocks noGrp="1"/>
          </p:cNvGraphicFramePr>
          <p:nvPr>
            <p:extLst>
              <p:ext uri="{D42A27DB-BD31-4B8C-83A1-F6EECF244321}">
                <p14:modId xmlns:p14="http://schemas.microsoft.com/office/powerpoint/2010/main" val="3703641380"/>
              </p:ext>
            </p:extLst>
          </p:nvPr>
        </p:nvGraphicFramePr>
        <p:xfrm>
          <a:off x="632460" y="1986389"/>
          <a:ext cx="8100060" cy="1637676"/>
        </p:xfrm>
        <a:graphic>
          <a:graphicData uri="http://schemas.openxmlformats.org/drawingml/2006/table">
            <a:tbl>
              <a:tblPr firstRow="1" firstCol="1" bandRow="1"/>
              <a:tblGrid>
                <a:gridCol w="2700020">
                  <a:extLst>
                    <a:ext uri="{9D8B030D-6E8A-4147-A177-3AD203B41FA5}">
                      <a16:colId xmlns:a16="http://schemas.microsoft.com/office/drawing/2014/main" val="4088345658"/>
                    </a:ext>
                  </a:extLst>
                </a:gridCol>
                <a:gridCol w="2700020">
                  <a:extLst>
                    <a:ext uri="{9D8B030D-6E8A-4147-A177-3AD203B41FA5}">
                      <a16:colId xmlns:a16="http://schemas.microsoft.com/office/drawing/2014/main" val="3266900588"/>
                    </a:ext>
                  </a:extLst>
                </a:gridCol>
                <a:gridCol w="2700020">
                  <a:extLst>
                    <a:ext uri="{9D8B030D-6E8A-4147-A177-3AD203B41FA5}">
                      <a16:colId xmlns:a16="http://schemas.microsoft.com/office/drawing/2014/main" val="1324138040"/>
                    </a:ext>
                  </a:extLst>
                </a:gridCol>
              </a:tblGrid>
              <a:tr h="409419">
                <a:tc>
                  <a:txBody>
                    <a:bodyPr/>
                    <a:lstStyle/>
                    <a:p>
                      <a:pPr marL="0" marR="0" algn="ctr">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Aspect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Frequent Users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Infrequent Users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1569467"/>
                  </a:ext>
                </a:extLst>
              </a:tr>
              <a:tr h="409419">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Spelling Accuracy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60% without auto-suggestions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85% without auto-suggestions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7715317"/>
                  </a:ext>
                </a:extLst>
              </a:tr>
              <a:tr h="409419">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Lexical Diversity (TTR)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0.45 with auto-suggestions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0.65 with auto-suggestions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2067301"/>
                  </a:ext>
                </a:extLst>
              </a:tr>
              <a:tr h="409419">
                <a:tc>
                  <a:txBody>
                    <a:bodyPr/>
                    <a:lstStyle/>
                    <a:p>
                      <a:pPr marL="0" marR="0">
                        <a:lnSpc>
                          <a:spcPct val="107000"/>
                        </a:lnSpc>
                        <a:spcBef>
                          <a:spcPts val="0"/>
                        </a:spcBef>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Creativity Perception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60% felt less creative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30% felt more creative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1003959"/>
                  </a:ext>
                </a:extLst>
              </a:tr>
            </a:tbl>
          </a:graphicData>
        </a:graphic>
      </p:graphicFrame>
      <p:sp>
        <p:nvSpPr>
          <p:cNvPr id="3" name="Rectangle 1"/>
          <p:cNvSpPr>
            <a:spLocks noGrp="1" noChangeArrowheads="1"/>
          </p:cNvSpPr>
          <p:nvPr>
            <p:ph type="title"/>
          </p:nvPr>
        </p:nvSpPr>
        <p:spPr bwMode="auto">
          <a:xfrm>
            <a:off x="2628899" y="1472021"/>
            <a:ext cx="36888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rgbClr val="FFC000"/>
                </a:solidFill>
                <a:effectLst/>
                <a:latin typeface="Times New Roman" panose="02020603050405020304" pitchFamily="18" charset="0"/>
                <a:ea typeface="Times New Roman" panose="02020603050405020304" pitchFamily="18" charset="0"/>
                <a:cs typeface="Times New Roman" panose="02020603050405020304" pitchFamily="18" charset="0"/>
              </a:rPr>
              <a:t>Key Findings Summary</a:t>
            </a:r>
            <a:endParaRPr kumimoji="0" lang="en-US" altLang="en-US" sz="2400" b="0" i="0" u="none" strike="noStrike" cap="none" normalizeH="0" baseline="0" dirty="0" smtClean="0">
              <a:ln>
                <a:noFill/>
              </a:ln>
              <a:solidFill>
                <a:srgbClr val="FFC000"/>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0"/>
        <p:cNvGrpSpPr/>
        <p:nvPr/>
      </p:nvGrpSpPr>
      <p:grpSpPr>
        <a:xfrm>
          <a:off x="0" y="0"/>
          <a:ext cx="0" cy="0"/>
          <a:chOff x="0" y="0"/>
          <a:chExt cx="0" cy="0"/>
        </a:xfrm>
      </p:grpSpPr>
      <p:sp>
        <p:nvSpPr>
          <p:cNvPr id="2" name="Title 1"/>
          <p:cNvSpPr>
            <a:spLocks noGrp="1"/>
          </p:cNvSpPr>
          <p:nvPr>
            <p:ph type="title"/>
          </p:nvPr>
        </p:nvSpPr>
        <p:spPr>
          <a:xfrm>
            <a:off x="594360" y="441960"/>
            <a:ext cx="8145780" cy="4000500"/>
          </a:xfrm>
        </p:spPr>
        <p:txBody>
          <a:bodyPr/>
          <a:lstStyle/>
          <a:p>
            <a:pPr algn="ctr">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Qualitative Insights</a:t>
            </a:r>
            <a:r>
              <a:rPr lang="en-US" sz="1800" dirty="0">
                <a:latin typeface="Times New Roman" panose="02020603050405020304" pitchFamily="18" charset="0"/>
                <a:ea typeface="Calibri" panose="020F0502020204030204" pitchFamily="34" charset="0"/>
                <a:cs typeface="Times New Roman" panose="02020603050405020304" pitchFamily="18" charset="0"/>
              </a:rPr>
              <a:t/>
            </a:r>
            <a:br>
              <a:rPr lang="en-US" sz="1800" dirty="0">
                <a:latin typeface="Times New Roman" panose="02020603050405020304" pitchFamily="18" charset="0"/>
                <a:ea typeface="Calibri" panose="020F0502020204030204" pitchFamily="34" charset="0"/>
                <a:cs typeface="Times New Roman" panose="02020603050405020304" pitchFamily="18" charset="0"/>
              </a:rPr>
            </a:br>
            <a:r>
              <a:rPr lang="en-US" sz="1200" dirty="0">
                <a:latin typeface="Times New Roman" panose="02020603050405020304" pitchFamily="18" charset="0"/>
                <a:ea typeface="Calibri" panose="020F0502020204030204" pitchFamily="34" charset="0"/>
                <a:cs typeface="Times New Roman" panose="02020603050405020304" pitchFamily="18" charset="0"/>
              </a:rPr>
              <a:t/>
            </a:r>
            <a:br>
              <a:rPr lang="en-US" sz="1200" dirty="0">
                <a:latin typeface="Times New Roman" panose="02020603050405020304" pitchFamily="18" charset="0"/>
                <a:ea typeface="Calibri" panose="020F0502020204030204" pitchFamily="34" charset="0"/>
                <a:cs typeface="Times New Roman" panose="02020603050405020304" pitchFamily="18" charset="0"/>
              </a:rPr>
            </a:b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Reduced </a:t>
            </a:r>
            <a:r>
              <a:rPr lang="en-US" sz="1400" b="1" dirty="0" smtClean="0">
                <a:latin typeface="Times New Roman" panose="02020603050405020304" pitchFamily="18" charset="0"/>
                <a:ea typeface="Times New Roman" panose="02020603050405020304" pitchFamily="18" charset="0"/>
                <a:cs typeface="Times New Roman" panose="02020603050405020304" pitchFamily="18" charset="0"/>
              </a:rPr>
              <a:t>Effort</a:t>
            </a:r>
            <a:r>
              <a:rPr lang="en-US" sz="1200" dirty="0">
                <a:latin typeface="Times New Roman" panose="02020603050405020304" pitchFamily="18" charset="0"/>
                <a:ea typeface="Calibri" panose="020F0502020204030204" pitchFamily="34" charset="0"/>
                <a:cs typeface="Times New Roman" panose="02020603050405020304" pitchFamily="18" charset="0"/>
              </a:rPr>
              <a:t/>
            </a:r>
            <a:br>
              <a:rPr lang="en-US" sz="1200" dirty="0">
                <a:latin typeface="Times New Roman" panose="02020603050405020304" pitchFamily="18" charset="0"/>
                <a:ea typeface="Calibri" panose="020F0502020204030204" pitchFamily="34" charset="0"/>
                <a:cs typeface="Times New Roman" panose="02020603050405020304" pitchFamily="18" charset="0"/>
              </a:rPr>
            </a:br>
            <a:r>
              <a:rPr lang="en-US" sz="1400" dirty="0">
                <a:latin typeface="Times New Roman" panose="02020603050405020304" pitchFamily="18" charset="0"/>
                <a:ea typeface="Times New Roman" panose="02020603050405020304" pitchFamily="18" charset="0"/>
                <a:cs typeface="Times New Roman" panose="02020603050405020304" pitchFamily="18" charset="0"/>
              </a:rPr>
              <a:t>"Auto-suggestions make writing faster, but I no longer think about spelling or word choice."</a:t>
            </a:r>
            <a:r>
              <a:rPr lang="en-US" sz="1200" dirty="0">
                <a:latin typeface="Times New Roman" panose="02020603050405020304" pitchFamily="18" charset="0"/>
                <a:ea typeface="Calibri" panose="020F0502020204030204" pitchFamily="34" charset="0"/>
                <a:cs typeface="Times New Roman" panose="02020603050405020304" pitchFamily="18" charset="0"/>
              </a:rPr>
              <a:t/>
            </a:r>
            <a:br>
              <a:rPr lang="en-US" sz="1200" dirty="0">
                <a:latin typeface="Times New Roman" panose="02020603050405020304" pitchFamily="18" charset="0"/>
                <a:ea typeface="Calibri" panose="020F0502020204030204" pitchFamily="34" charset="0"/>
                <a:cs typeface="Times New Roman" panose="02020603050405020304" pitchFamily="18" charset="0"/>
              </a:rPr>
            </a:br>
            <a:r>
              <a:rPr lang="en-US" sz="1400" dirty="0">
                <a:latin typeface="Times New Roman" panose="02020603050405020304" pitchFamily="18" charset="0"/>
                <a:ea typeface="Times New Roman" panose="02020603050405020304" pitchFamily="18" charset="0"/>
                <a:cs typeface="Times New Roman" panose="02020603050405020304" pitchFamily="18" charset="0"/>
              </a:rPr>
              <a:t>Frequent users acknowledged a </a:t>
            </a:r>
            <a:r>
              <a:rPr lang="en-US" sz="1400" i="1" dirty="0">
                <a:solidFill>
                  <a:schemeClr val="accent1">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decreased cognitive engagement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during writing tasks</a:t>
            </a:r>
            <a:r>
              <a:rPr lang="en-US" sz="1400" dirty="0" smtClean="0">
                <a:latin typeface="Times New Roman" panose="02020603050405020304" pitchFamily="18" charset="0"/>
                <a:ea typeface="Times New Roman" panose="02020603050405020304" pitchFamily="18" charset="0"/>
                <a:cs typeface="Times New Roman" panose="02020603050405020304" pitchFamily="18" charset="0"/>
              </a:rPr>
              <a:t>.</a:t>
            </a:r>
            <a:br>
              <a:rPr lang="en-US" sz="1400" dirty="0" smtClean="0">
                <a:latin typeface="Times New Roman" panose="02020603050405020304" pitchFamily="18" charset="0"/>
                <a:ea typeface="Times New Roman" panose="02020603050405020304" pitchFamily="18" charset="0"/>
                <a:cs typeface="Times New Roman" panose="02020603050405020304" pitchFamily="18" charset="0"/>
              </a:rPr>
            </a:br>
            <a:r>
              <a:rPr lang="en-US" sz="1200" dirty="0">
                <a:latin typeface="Times New Roman" panose="02020603050405020304" pitchFamily="18" charset="0"/>
                <a:ea typeface="Calibri" panose="020F0502020204030204" pitchFamily="34" charset="0"/>
                <a:cs typeface="Times New Roman" panose="02020603050405020304" pitchFamily="18" charset="0"/>
              </a:rPr>
              <a:t/>
            </a:r>
            <a:br>
              <a:rPr lang="en-US" sz="1200" dirty="0">
                <a:latin typeface="Times New Roman" panose="02020603050405020304" pitchFamily="18" charset="0"/>
                <a:ea typeface="Calibri" panose="020F0502020204030204" pitchFamily="34" charset="0"/>
                <a:cs typeface="Times New Roman" panose="02020603050405020304" pitchFamily="18" charset="0"/>
              </a:rPr>
            </a:br>
            <a:r>
              <a:rPr lang="en-US" sz="1400" b="1"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Diminished </a:t>
            </a:r>
            <a:r>
              <a:rPr lang="en-US" sz="1400" b="1" dirty="0" smtClean="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Confidence</a:t>
            </a:r>
            <a:r>
              <a:rPr lang="en-US" sz="1200" dirty="0">
                <a:solidFill>
                  <a:srgbClr val="FFC000"/>
                </a:solidFill>
                <a:latin typeface="Times New Roman" panose="02020603050405020304" pitchFamily="18" charset="0"/>
                <a:ea typeface="Calibri" panose="020F0502020204030204" pitchFamily="34" charset="0"/>
                <a:cs typeface="Times New Roman" panose="02020603050405020304" pitchFamily="18" charset="0"/>
              </a:rPr>
              <a:t/>
            </a:r>
            <a:br>
              <a:rPr lang="en-US" sz="1200" dirty="0">
                <a:solidFill>
                  <a:srgbClr val="FFC000"/>
                </a:solidFill>
                <a:latin typeface="Times New Roman" panose="02020603050405020304" pitchFamily="18" charset="0"/>
                <a:ea typeface="Calibri" panose="020F0502020204030204" pitchFamily="34" charset="0"/>
                <a:cs typeface="Times New Roman" panose="02020603050405020304" pitchFamily="18" charset="0"/>
              </a:rPr>
            </a:br>
            <a:r>
              <a:rPr lang="en-US" sz="1400" dirty="0">
                <a:latin typeface="Times New Roman" panose="02020603050405020304" pitchFamily="18" charset="0"/>
                <a:ea typeface="Times New Roman" panose="02020603050405020304" pitchFamily="18" charset="0"/>
                <a:cs typeface="Times New Roman" panose="02020603050405020304" pitchFamily="18" charset="0"/>
              </a:rPr>
              <a:t>"I feel less capable without predictive text. It’s like a crutch I can’t do without."</a:t>
            </a:r>
            <a:r>
              <a:rPr lang="en-US" sz="1200" dirty="0">
                <a:latin typeface="Times New Roman" panose="02020603050405020304" pitchFamily="18" charset="0"/>
                <a:ea typeface="Calibri" panose="020F0502020204030204" pitchFamily="34" charset="0"/>
                <a:cs typeface="Times New Roman" panose="02020603050405020304" pitchFamily="18" charset="0"/>
              </a:rPr>
              <a:t/>
            </a:r>
            <a:br>
              <a:rPr lang="en-US" sz="1200" dirty="0">
                <a:latin typeface="Times New Roman" panose="02020603050405020304" pitchFamily="18" charset="0"/>
                <a:ea typeface="Calibri" panose="020F0502020204030204" pitchFamily="34" charset="0"/>
                <a:cs typeface="Times New Roman" panose="02020603050405020304" pitchFamily="18" charset="0"/>
              </a:rPr>
            </a:br>
            <a:r>
              <a:rPr lang="en-US" sz="1400" dirty="0" smtClean="0">
                <a:latin typeface="Times New Roman" panose="02020603050405020304" pitchFamily="18" charset="0"/>
                <a:ea typeface="Times New Roman" panose="02020603050405020304" pitchFamily="18" charset="0"/>
                <a:cs typeface="Times New Roman" panose="02020603050405020304" pitchFamily="18" charset="0"/>
              </a:rPr>
              <a:t>Open-ended responses reveal anxiety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when auto-suggestions are disabled</a:t>
            </a:r>
            <a:r>
              <a:rPr lang="en-US" sz="1400" dirty="0" smtClean="0">
                <a:latin typeface="Times New Roman" panose="02020603050405020304" pitchFamily="18" charset="0"/>
                <a:ea typeface="Times New Roman" panose="02020603050405020304" pitchFamily="18" charset="0"/>
                <a:cs typeface="Times New Roman" panose="02020603050405020304" pitchFamily="18" charset="0"/>
              </a:rPr>
              <a:t>.</a:t>
            </a:r>
            <a:br>
              <a:rPr lang="en-US" sz="1400" dirty="0" smtClean="0">
                <a:latin typeface="Times New Roman" panose="02020603050405020304" pitchFamily="18" charset="0"/>
                <a:ea typeface="Times New Roman" panose="02020603050405020304" pitchFamily="18" charset="0"/>
                <a:cs typeface="Times New Roman" panose="02020603050405020304" pitchFamily="18" charset="0"/>
              </a:rPr>
            </a:br>
            <a:r>
              <a:rPr lang="en-US" sz="1200" dirty="0">
                <a:latin typeface="Times New Roman" panose="02020603050405020304" pitchFamily="18" charset="0"/>
                <a:ea typeface="Calibri" panose="020F0502020204030204" pitchFamily="34" charset="0"/>
                <a:cs typeface="Times New Roman" panose="02020603050405020304" pitchFamily="18" charset="0"/>
              </a:rPr>
              <a:t/>
            </a:r>
            <a:br>
              <a:rPr lang="en-US" sz="1200" dirty="0">
                <a:latin typeface="Times New Roman" panose="02020603050405020304" pitchFamily="18" charset="0"/>
                <a:ea typeface="Calibri" panose="020F0502020204030204" pitchFamily="34" charset="0"/>
                <a:cs typeface="Times New Roman" panose="02020603050405020304" pitchFamily="18" charset="0"/>
              </a:rPr>
            </a:b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Communication </a:t>
            </a:r>
            <a:r>
              <a:rPr lang="en-US" sz="1400" b="1" dirty="0" smtClean="0">
                <a:latin typeface="Times New Roman" panose="02020603050405020304" pitchFamily="18" charset="0"/>
                <a:ea typeface="Times New Roman" panose="02020603050405020304" pitchFamily="18" charset="0"/>
                <a:cs typeface="Times New Roman" panose="02020603050405020304" pitchFamily="18" charset="0"/>
              </a:rPr>
              <a:t>Errors</a:t>
            </a:r>
            <a:r>
              <a:rPr lang="en-US" sz="1200" dirty="0">
                <a:latin typeface="Times New Roman" panose="02020603050405020304" pitchFamily="18" charset="0"/>
                <a:ea typeface="Calibri" panose="020F0502020204030204" pitchFamily="34" charset="0"/>
                <a:cs typeface="Times New Roman" panose="02020603050405020304" pitchFamily="18" charset="0"/>
              </a:rPr>
              <a:t/>
            </a:r>
            <a:br>
              <a:rPr lang="en-US" sz="1200" dirty="0">
                <a:latin typeface="Times New Roman" panose="02020603050405020304" pitchFamily="18" charset="0"/>
                <a:ea typeface="Calibri" panose="020F0502020204030204" pitchFamily="34" charset="0"/>
                <a:cs typeface="Times New Roman" panose="02020603050405020304" pitchFamily="18" charset="0"/>
              </a:rPr>
            </a:br>
            <a:r>
              <a:rPr lang="en-US" sz="1400" dirty="0">
                <a:latin typeface="Times New Roman" panose="02020603050405020304" pitchFamily="18" charset="0"/>
                <a:ea typeface="Times New Roman" panose="02020603050405020304" pitchFamily="18" charset="0"/>
                <a:cs typeface="Times New Roman" panose="02020603050405020304" pitchFamily="18" charset="0"/>
              </a:rPr>
              <a:t>Examples include reliance on inappropriate suggestions:</a:t>
            </a:r>
            <a:r>
              <a:rPr lang="en-US" sz="1200" dirty="0">
                <a:latin typeface="Times New Roman" panose="02020603050405020304" pitchFamily="18" charset="0"/>
                <a:ea typeface="Calibri" panose="020F0502020204030204" pitchFamily="34" charset="0"/>
                <a:cs typeface="Times New Roman" panose="02020603050405020304" pitchFamily="18" charset="0"/>
              </a:rPr>
              <a:t/>
            </a:r>
            <a:br>
              <a:rPr lang="en-US" sz="1200" dirty="0">
                <a:latin typeface="Times New Roman" panose="02020603050405020304" pitchFamily="18" charset="0"/>
                <a:ea typeface="Calibri" panose="020F0502020204030204" pitchFamily="34" charset="0"/>
                <a:cs typeface="Times New Roman" panose="02020603050405020304" pitchFamily="18" charset="0"/>
              </a:rPr>
            </a:br>
            <a:r>
              <a:rPr lang="en-US" sz="1400" dirty="0">
                <a:latin typeface="Times New Roman" panose="02020603050405020304" pitchFamily="18" charset="0"/>
                <a:ea typeface="Times New Roman" panose="02020603050405020304" pitchFamily="18" charset="0"/>
                <a:cs typeface="Times New Roman" panose="02020603050405020304" pitchFamily="18" charset="0"/>
              </a:rPr>
              <a:t>"I once sent a message with a wrong word because I trusted auto-suggestions."</a:t>
            </a:r>
            <a:r>
              <a:rPr lang="en-US" sz="1200" dirty="0">
                <a:latin typeface="Times New Roman" panose="02020603050405020304" pitchFamily="18" charset="0"/>
                <a:ea typeface="Calibri" panose="020F0502020204030204" pitchFamily="34" charset="0"/>
                <a:cs typeface="Times New Roman" panose="02020603050405020304" pitchFamily="18" charset="0"/>
              </a:rPr>
              <a:t/>
            </a:r>
            <a:br>
              <a:rPr lang="en-US" sz="1200" dirty="0">
                <a:latin typeface="Times New Roman" panose="02020603050405020304" pitchFamily="18" charset="0"/>
                <a:ea typeface="Calibri" panose="020F0502020204030204" pitchFamily="34" charset="0"/>
                <a:cs typeface="Times New Roman" panose="02020603050405020304" pitchFamily="18" charset="0"/>
              </a:rPr>
            </a:br>
            <a:r>
              <a:rPr lang="en-US" sz="1400" dirty="0">
                <a:latin typeface="Times New Roman" panose="02020603050405020304" pitchFamily="18" charset="0"/>
                <a:ea typeface="Times New Roman" panose="02020603050405020304" pitchFamily="18" charset="0"/>
                <a:cs typeface="Times New Roman" panose="02020603050405020304" pitchFamily="18" charset="0"/>
              </a:rPr>
              <a:t>Participants expressed frustration with irrelevant or inaccurate suggestions leading to misunderstandings.</a:t>
            </a:r>
            <a:r>
              <a:rPr lang="en-US" sz="1200" dirty="0">
                <a:latin typeface="Times New Roman" panose="02020603050405020304" pitchFamily="18" charset="0"/>
                <a:ea typeface="Calibri" panose="020F0502020204030204" pitchFamily="34" charset="0"/>
                <a:cs typeface="Times New Roman" panose="02020603050405020304" pitchFamily="18" charset="0"/>
              </a:rPr>
              <a:t/>
            </a:r>
            <a:br>
              <a:rPr lang="en-US" sz="1200" dirty="0">
                <a:latin typeface="Times New Roman" panose="02020603050405020304" pitchFamily="18" charset="0"/>
                <a:ea typeface="Calibri" panose="020F0502020204030204" pitchFamily="34"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8"/>
        <p:cNvGrpSpPr/>
        <p:nvPr/>
      </p:nvGrpSpPr>
      <p:grpSpPr>
        <a:xfrm>
          <a:off x="0" y="0"/>
          <a:ext cx="0" cy="0"/>
          <a:chOff x="0" y="0"/>
          <a:chExt cx="0" cy="0"/>
        </a:xfrm>
      </p:grpSpPr>
      <p:sp>
        <p:nvSpPr>
          <p:cNvPr id="11" name="Rectangle 10"/>
          <p:cNvSpPr/>
          <p:nvPr/>
        </p:nvSpPr>
        <p:spPr>
          <a:xfrm>
            <a:off x="944880" y="525778"/>
            <a:ext cx="7635240" cy="3671903"/>
          </a:xfrm>
          <a:prstGeom prst="rect">
            <a:avLst/>
          </a:prstGeom>
        </p:spPr>
        <p:txBody>
          <a:bodyPr wrap="square">
            <a:spAutoFit/>
          </a:bodyPr>
          <a:lstStyle/>
          <a:p>
            <a:pPr algn="ctr">
              <a:lnSpc>
                <a:spcPct val="107000"/>
              </a:lnSpc>
              <a:spcAft>
                <a:spcPts val="800"/>
              </a:spcAft>
            </a:pPr>
            <a:r>
              <a:rPr lang="en-US" sz="20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Implications</a:t>
            </a:r>
            <a:endParaRPr lang="en-US" sz="18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6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For Education</a:t>
            </a:r>
            <a:r>
              <a:rPr lang="en-US" sz="16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r>
              <a:rPr lang="en-US"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Over-reliance on predictive tools risks undermining foundational linguistic skills.</a:t>
            </a:r>
            <a:endPar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6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Recommendation</a:t>
            </a:r>
            <a:r>
              <a:rPr lang="en-US" sz="16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r>
              <a:rPr lang="en-US" sz="16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Incorporate </a:t>
            </a:r>
            <a:r>
              <a:rPr lang="en-US" sz="16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exercises that disable predictive features to promote independent spelling and lexical </a:t>
            </a:r>
            <a:r>
              <a:rPr lang="en-US" sz="16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skills.</a:t>
            </a:r>
            <a:endParaRPr lang="en-US"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r>
              <a:rPr lang="en-US" sz="16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Encourage </a:t>
            </a:r>
            <a:r>
              <a:rPr lang="en-US" sz="16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reflection on the creative aspects of writing to counteract conformity encouraged by </a:t>
            </a:r>
            <a:r>
              <a:rPr lang="en-US" sz="16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auto-suggestions.</a:t>
            </a:r>
          </a:p>
          <a:p>
            <a:pPr marL="342900" indent="-342900">
              <a:lnSpc>
                <a:spcPct val="107000"/>
              </a:lnSpc>
              <a:spcAft>
                <a:spcPts val="800"/>
              </a:spcAft>
              <a:buFont typeface="Arial" panose="020B0604020202020204" pitchFamily="34" charset="0"/>
              <a:buChar char="•"/>
            </a:pPr>
            <a:endParaRPr lang="en-US" sz="16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Aft>
                <a:spcPts val="800"/>
              </a:spcAft>
            </a:pPr>
            <a:r>
              <a:rPr lang="en-US" sz="1600" b="1" dirty="0" smtClean="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Example</a:t>
            </a:r>
            <a:r>
              <a:rPr lang="en-US" sz="1600"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Curriculum designs could include periodic assessments without technological aids to ensure skill retention</a:t>
            </a:r>
            <a:r>
              <a:rPr lang="en-US" sz="16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39"/>
        <p:cNvGrpSpPr/>
        <p:nvPr/>
      </p:nvGrpSpPr>
      <p:grpSpPr>
        <a:xfrm>
          <a:off x="0" y="0"/>
          <a:ext cx="0" cy="0"/>
          <a:chOff x="0" y="0"/>
          <a:chExt cx="0" cy="0"/>
        </a:xfrm>
      </p:grpSpPr>
      <p:sp>
        <p:nvSpPr>
          <p:cNvPr id="2340" name="Google Shape;2340;p54"/>
          <p:cNvSpPr txBox="1">
            <a:spLocks noGrp="1"/>
          </p:cNvSpPr>
          <p:nvPr>
            <p:ph type="subTitle" idx="1"/>
          </p:nvPr>
        </p:nvSpPr>
        <p:spPr>
          <a:xfrm>
            <a:off x="1482711" y="167640"/>
            <a:ext cx="7204089" cy="4124527"/>
          </a:xfrm>
          <a:prstGeom prst="rect">
            <a:avLst/>
          </a:prstGeom>
        </p:spPr>
        <p:txBody>
          <a:bodyPr spcFirstLastPara="1" wrap="square" lIns="91425" tIns="91425" rIns="91425" bIns="91425" anchor="b" anchorCtr="0">
            <a:noAutofit/>
          </a:bodyPr>
          <a:lstStyle/>
          <a:p>
            <a:pPr marL="0" lvl="0" indent="0" algn="ctr">
              <a:lnSpc>
                <a:spcPct val="107000"/>
              </a:lnSpc>
              <a:spcAft>
                <a:spcPts val="800"/>
              </a:spcAft>
              <a:tabLst>
                <a:tab pos="457200" algn="l"/>
              </a:tabLst>
            </a:pPr>
            <a:r>
              <a:rPr lang="en-US" sz="2400" b="1" dirty="0" smtClean="0">
                <a:latin typeface="Times New Roman" panose="02020603050405020304" pitchFamily="18" charset="0"/>
                <a:ea typeface="Times New Roman" panose="02020603050405020304" pitchFamily="18" charset="0"/>
                <a:cs typeface="Times New Roman" panose="02020603050405020304" pitchFamily="18" charset="0"/>
              </a:rPr>
              <a:t>References</a:t>
            </a:r>
          </a:p>
          <a:p>
            <a:pPr marL="285750" lvl="0" indent="-285750" algn="l">
              <a:lnSpc>
                <a:spcPct val="107000"/>
              </a:lnSpc>
              <a:spcAft>
                <a:spcPts val="800"/>
              </a:spcAft>
              <a:buFont typeface="Arial" panose="020B0604020202020204" pitchFamily="34" charset="0"/>
              <a:buChar char="•"/>
              <a:tabLst>
                <a:tab pos="457200" algn="l"/>
              </a:tabLst>
            </a:pPr>
            <a:r>
              <a:rPr lang="en-US" sz="1800" dirty="0" smtClean="0">
                <a:latin typeface="Times New Roman" panose="02020603050405020304" pitchFamily="18" charset="0"/>
                <a:ea typeface="Times New Roman" panose="02020603050405020304" pitchFamily="18" charset="0"/>
                <a:cs typeface="Times New Roman" panose="02020603050405020304" pitchFamily="18" charset="0"/>
              </a:rPr>
              <a:t>Chomsky</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 N. (1965). </a:t>
            </a:r>
            <a:r>
              <a:rPr lang="en-US" sz="1800" i="1" dirty="0">
                <a:latin typeface="Times New Roman" panose="02020603050405020304" pitchFamily="18" charset="0"/>
                <a:ea typeface="Times New Roman" panose="02020603050405020304" pitchFamily="18" charset="0"/>
                <a:cs typeface="Times New Roman" panose="02020603050405020304" pitchFamily="18" charset="0"/>
              </a:rPr>
              <a:t>Aspects of the Theory of Syntax.</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 MIT Press.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l">
              <a:lnSpc>
                <a:spcPct val="107000"/>
              </a:lnSpc>
              <a:spcAft>
                <a:spcPts val="800"/>
              </a:spcAft>
              <a:buFont typeface="Arial" panose="020B0604020202020204" pitchFamily="34" charset="0"/>
              <a:buChar char="•"/>
              <a:tabLst>
                <a:tab pos="457200" algn="l"/>
              </a:tabLst>
            </a:pPr>
            <a:r>
              <a:rPr lang="en-US" sz="1800" dirty="0" err="1">
                <a:latin typeface="Times New Roman" panose="02020603050405020304" pitchFamily="18" charset="0"/>
                <a:ea typeface="Times New Roman" panose="02020603050405020304" pitchFamily="18" charset="0"/>
                <a:cs typeface="Times New Roman" panose="02020603050405020304" pitchFamily="18" charset="0"/>
              </a:rPr>
              <a:t>Sweller</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 J. (1988). Cognitive Load During Problem Solving: Effects on Learning. </a:t>
            </a:r>
            <a:r>
              <a:rPr lang="en-US" sz="1800" i="1" dirty="0">
                <a:latin typeface="Times New Roman" panose="02020603050405020304" pitchFamily="18" charset="0"/>
                <a:ea typeface="Times New Roman" panose="02020603050405020304" pitchFamily="18" charset="0"/>
                <a:cs typeface="Times New Roman" panose="02020603050405020304" pitchFamily="18" charset="0"/>
              </a:rPr>
              <a:t>Cognitive Science, 12</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(2), 257–285. https://doi.org/10.xxxx</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l">
              <a:lnSpc>
                <a:spcPct val="107000"/>
              </a:lnSpc>
              <a:spcAft>
                <a:spcPts val="800"/>
              </a:spcAft>
              <a:buFont typeface="Arial" panose="020B0604020202020204" pitchFamily="34" charset="0"/>
              <a:buChar char="•"/>
              <a:tabLst>
                <a:tab pos="457200" algn="l"/>
              </a:tabLst>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Hutchins, E. (1995). </a:t>
            </a:r>
            <a:r>
              <a:rPr lang="en-US" sz="1800" i="1" dirty="0">
                <a:latin typeface="Times New Roman" panose="02020603050405020304" pitchFamily="18" charset="0"/>
                <a:ea typeface="Times New Roman" panose="02020603050405020304" pitchFamily="18" charset="0"/>
                <a:cs typeface="Times New Roman" panose="02020603050405020304" pitchFamily="18" charset="0"/>
              </a:rPr>
              <a:t>Cognition in the Wild.</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 MIT Press.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l">
              <a:lnSpc>
                <a:spcPct val="107000"/>
              </a:lnSpc>
              <a:spcAft>
                <a:spcPts val="800"/>
              </a:spcAft>
              <a:buFont typeface="Arial" panose="020B0604020202020204" pitchFamily="34" charset="0"/>
              <a:buChar char="•"/>
              <a:tabLst>
                <a:tab pos="457200" algn="l"/>
              </a:tabLst>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McLuhan, M. (1964). </a:t>
            </a:r>
            <a:r>
              <a:rPr lang="en-US" sz="1800" i="1" dirty="0">
                <a:latin typeface="Times New Roman" panose="02020603050405020304" pitchFamily="18" charset="0"/>
                <a:ea typeface="Times New Roman" panose="02020603050405020304" pitchFamily="18" charset="0"/>
                <a:cs typeface="Times New Roman" panose="02020603050405020304" pitchFamily="18" charset="0"/>
              </a:rPr>
              <a:t>Understanding Media: The Extensions of Man.</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 McGraw-Hill.</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l">
              <a:lnSpc>
                <a:spcPct val="107000"/>
              </a:lnSpc>
              <a:spcAft>
                <a:spcPts val="800"/>
              </a:spcAft>
              <a:buFont typeface="Arial" panose="020B0604020202020204" pitchFamily="34" charset="0"/>
              <a:buChar char="•"/>
              <a:tabLst>
                <a:tab pos="457200" algn="l"/>
              </a:tabLst>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Bandura, A. (1997). </a:t>
            </a:r>
            <a:r>
              <a:rPr lang="en-US" sz="1800" i="1" dirty="0">
                <a:latin typeface="Times New Roman" panose="02020603050405020304" pitchFamily="18" charset="0"/>
                <a:ea typeface="Times New Roman" panose="02020603050405020304" pitchFamily="18" charset="0"/>
                <a:cs typeface="Times New Roman" panose="02020603050405020304" pitchFamily="18" charset="0"/>
              </a:rPr>
              <a:t>Self-Efficacy: The Exercise of Control.</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 W. H. Freeman.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2342" name="Google Shape;2342;p54"/>
          <p:cNvGrpSpPr/>
          <p:nvPr/>
        </p:nvGrpSpPr>
        <p:grpSpPr>
          <a:xfrm>
            <a:off x="-28076" y="907593"/>
            <a:ext cx="1251003" cy="3405230"/>
            <a:chOff x="-28076" y="907593"/>
            <a:chExt cx="1251003" cy="3405230"/>
          </a:xfrm>
        </p:grpSpPr>
        <p:sp>
          <p:nvSpPr>
            <p:cNvPr id="2343" name="Google Shape;2343;p54"/>
            <p:cNvSpPr/>
            <p:nvPr/>
          </p:nvSpPr>
          <p:spPr>
            <a:xfrm rot="10800000">
              <a:off x="-11357" y="907593"/>
              <a:ext cx="878698" cy="357492"/>
            </a:xfrm>
            <a:custGeom>
              <a:avLst/>
              <a:gdLst/>
              <a:ahLst/>
              <a:cxnLst/>
              <a:rect l="l" t="t" r="r" b="b"/>
              <a:pathLst>
                <a:path w="16134" h="6564" extrusionOk="0">
                  <a:moveTo>
                    <a:pt x="15965" y="1"/>
                  </a:moveTo>
                  <a:cubicBezTo>
                    <a:pt x="15926" y="1"/>
                    <a:pt x="15886" y="16"/>
                    <a:pt x="15856" y="46"/>
                  </a:cubicBezTo>
                  <a:lnTo>
                    <a:pt x="12384" y="3518"/>
                  </a:lnTo>
                  <a:lnTo>
                    <a:pt x="3033" y="3518"/>
                  </a:lnTo>
                  <a:cubicBezTo>
                    <a:pt x="2992" y="3518"/>
                    <a:pt x="2953" y="3535"/>
                    <a:pt x="2924" y="3563"/>
                  </a:cubicBezTo>
                  <a:lnTo>
                    <a:pt x="2070" y="4417"/>
                  </a:lnTo>
                  <a:cubicBezTo>
                    <a:pt x="1850" y="4216"/>
                    <a:pt x="1560" y="4089"/>
                    <a:pt x="1237" y="4089"/>
                  </a:cubicBezTo>
                  <a:cubicBezTo>
                    <a:pt x="554" y="4089"/>
                    <a:pt x="1" y="4643"/>
                    <a:pt x="1" y="5327"/>
                  </a:cubicBezTo>
                  <a:cubicBezTo>
                    <a:pt x="1" y="6010"/>
                    <a:pt x="554" y="6563"/>
                    <a:pt x="1237" y="6563"/>
                  </a:cubicBezTo>
                  <a:cubicBezTo>
                    <a:pt x="1921" y="6563"/>
                    <a:pt x="2475" y="6010"/>
                    <a:pt x="2475" y="5327"/>
                  </a:cubicBezTo>
                  <a:cubicBezTo>
                    <a:pt x="2475" y="5076"/>
                    <a:pt x="2399" y="4844"/>
                    <a:pt x="2272" y="4649"/>
                  </a:cubicBezTo>
                  <a:lnTo>
                    <a:pt x="3096" y="3825"/>
                  </a:lnTo>
                  <a:lnTo>
                    <a:pt x="12448" y="3825"/>
                  </a:lnTo>
                  <a:cubicBezTo>
                    <a:pt x="12488" y="3825"/>
                    <a:pt x="12527" y="3809"/>
                    <a:pt x="12557" y="3781"/>
                  </a:cubicBezTo>
                  <a:lnTo>
                    <a:pt x="16074" y="264"/>
                  </a:lnTo>
                  <a:cubicBezTo>
                    <a:pt x="16134" y="203"/>
                    <a:pt x="16134" y="106"/>
                    <a:pt x="16074" y="46"/>
                  </a:cubicBezTo>
                  <a:cubicBezTo>
                    <a:pt x="16043" y="16"/>
                    <a:pt x="16004" y="1"/>
                    <a:pt x="1596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54"/>
            <p:cNvSpPr/>
            <p:nvPr/>
          </p:nvSpPr>
          <p:spPr>
            <a:xfrm rot="10800000">
              <a:off x="771542" y="946532"/>
              <a:ext cx="56750" cy="56859"/>
            </a:xfrm>
            <a:custGeom>
              <a:avLst/>
              <a:gdLst/>
              <a:ahLst/>
              <a:cxnLst/>
              <a:rect l="l" t="t" r="r" b="b"/>
              <a:pathLst>
                <a:path w="1042" h="1044" extrusionOk="0">
                  <a:moveTo>
                    <a:pt x="520" y="0"/>
                  </a:moveTo>
                  <a:cubicBezTo>
                    <a:pt x="233" y="0"/>
                    <a:pt x="0" y="233"/>
                    <a:pt x="0" y="522"/>
                  </a:cubicBezTo>
                  <a:cubicBezTo>
                    <a:pt x="0" y="809"/>
                    <a:pt x="233" y="1043"/>
                    <a:pt x="520" y="1043"/>
                  </a:cubicBezTo>
                  <a:cubicBezTo>
                    <a:pt x="809" y="1043"/>
                    <a:pt x="1042" y="809"/>
                    <a:pt x="1042" y="522"/>
                  </a:cubicBezTo>
                  <a:cubicBezTo>
                    <a:pt x="1042" y="233"/>
                    <a:pt x="809" y="0"/>
                    <a:pt x="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54"/>
            <p:cNvSpPr/>
            <p:nvPr/>
          </p:nvSpPr>
          <p:spPr>
            <a:xfrm rot="10800000">
              <a:off x="-27205" y="1239325"/>
              <a:ext cx="783171" cy="205487"/>
            </a:xfrm>
            <a:custGeom>
              <a:avLst/>
              <a:gdLst/>
              <a:ahLst/>
              <a:cxnLst/>
              <a:rect l="l" t="t" r="r" b="b"/>
              <a:pathLst>
                <a:path w="14380" h="3773" extrusionOk="0">
                  <a:moveTo>
                    <a:pt x="3670" y="0"/>
                  </a:moveTo>
                  <a:cubicBezTo>
                    <a:pt x="3629" y="0"/>
                    <a:pt x="3590" y="17"/>
                    <a:pt x="3562" y="45"/>
                  </a:cubicBezTo>
                  <a:lnTo>
                    <a:pt x="2021" y="1585"/>
                  </a:lnTo>
                  <a:cubicBezTo>
                    <a:pt x="1807" y="1408"/>
                    <a:pt x="1538" y="1297"/>
                    <a:pt x="1237" y="1297"/>
                  </a:cubicBezTo>
                  <a:cubicBezTo>
                    <a:pt x="554" y="1297"/>
                    <a:pt x="1" y="1852"/>
                    <a:pt x="1" y="2535"/>
                  </a:cubicBezTo>
                  <a:cubicBezTo>
                    <a:pt x="1" y="3218"/>
                    <a:pt x="554" y="3773"/>
                    <a:pt x="1237" y="3773"/>
                  </a:cubicBezTo>
                  <a:cubicBezTo>
                    <a:pt x="1921" y="3773"/>
                    <a:pt x="2475" y="3218"/>
                    <a:pt x="2475" y="2535"/>
                  </a:cubicBezTo>
                  <a:cubicBezTo>
                    <a:pt x="2475" y="2262"/>
                    <a:pt x="2384" y="2011"/>
                    <a:pt x="2234" y="1807"/>
                  </a:cubicBezTo>
                  <a:lnTo>
                    <a:pt x="3734" y="308"/>
                  </a:lnTo>
                  <a:lnTo>
                    <a:pt x="14226" y="308"/>
                  </a:lnTo>
                  <a:cubicBezTo>
                    <a:pt x="14311" y="308"/>
                    <a:pt x="14380" y="239"/>
                    <a:pt x="14380" y="154"/>
                  </a:cubicBezTo>
                  <a:cubicBezTo>
                    <a:pt x="14380" y="69"/>
                    <a:pt x="14311" y="0"/>
                    <a:pt x="14226"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54"/>
            <p:cNvSpPr/>
            <p:nvPr/>
          </p:nvSpPr>
          <p:spPr>
            <a:xfrm rot="10800000">
              <a:off x="660167" y="1278320"/>
              <a:ext cx="56750" cy="56859"/>
            </a:xfrm>
            <a:custGeom>
              <a:avLst/>
              <a:gdLst/>
              <a:ahLst/>
              <a:cxnLst/>
              <a:rect l="l" t="t" r="r" b="b"/>
              <a:pathLst>
                <a:path w="1042" h="1044" extrusionOk="0">
                  <a:moveTo>
                    <a:pt x="522" y="1"/>
                  </a:moveTo>
                  <a:cubicBezTo>
                    <a:pt x="233" y="1"/>
                    <a:pt x="0" y="235"/>
                    <a:pt x="0" y="522"/>
                  </a:cubicBezTo>
                  <a:cubicBezTo>
                    <a:pt x="0" y="809"/>
                    <a:pt x="233" y="1043"/>
                    <a:pt x="522" y="1043"/>
                  </a:cubicBezTo>
                  <a:cubicBezTo>
                    <a:pt x="809" y="1043"/>
                    <a:pt x="1042" y="809"/>
                    <a:pt x="1042" y="522"/>
                  </a:cubicBezTo>
                  <a:cubicBezTo>
                    <a:pt x="1042" y="235"/>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54"/>
            <p:cNvSpPr/>
            <p:nvPr/>
          </p:nvSpPr>
          <p:spPr>
            <a:xfrm rot="10800000">
              <a:off x="-27206" y="1311871"/>
              <a:ext cx="1110872" cy="401116"/>
            </a:xfrm>
            <a:custGeom>
              <a:avLst/>
              <a:gdLst/>
              <a:ahLst/>
              <a:cxnLst/>
              <a:rect l="l" t="t" r="r" b="b"/>
              <a:pathLst>
                <a:path w="20397" h="7365" extrusionOk="0">
                  <a:moveTo>
                    <a:pt x="14368" y="1"/>
                  </a:moveTo>
                  <a:cubicBezTo>
                    <a:pt x="14327" y="1"/>
                    <a:pt x="14288" y="16"/>
                    <a:pt x="14259" y="46"/>
                  </a:cubicBezTo>
                  <a:lnTo>
                    <a:pt x="11461" y="2844"/>
                  </a:lnTo>
                  <a:lnTo>
                    <a:pt x="4342" y="2844"/>
                  </a:lnTo>
                  <a:cubicBezTo>
                    <a:pt x="4301" y="2844"/>
                    <a:pt x="4262" y="2859"/>
                    <a:pt x="4233" y="2889"/>
                  </a:cubicBezTo>
                  <a:lnTo>
                    <a:pt x="1980" y="5142"/>
                  </a:lnTo>
                  <a:cubicBezTo>
                    <a:pt x="1771" y="4986"/>
                    <a:pt x="1517" y="4890"/>
                    <a:pt x="1237" y="4890"/>
                  </a:cubicBezTo>
                  <a:cubicBezTo>
                    <a:pt x="554" y="4890"/>
                    <a:pt x="1" y="5445"/>
                    <a:pt x="1" y="6128"/>
                  </a:cubicBezTo>
                  <a:cubicBezTo>
                    <a:pt x="1" y="6811"/>
                    <a:pt x="554" y="7364"/>
                    <a:pt x="1237" y="7364"/>
                  </a:cubicBezTo>
                  <a:cubicBezTo>
                    <a:pt x="1920" y="7364"/>
                    <a:pt x="2475" y="6811"/>
                    <a:pt x="2475" y="6128"/>
                  </a:cubicBezTo>
                  <a:cubicBezTo>
                    <a:pt x="2475" y="5835"/>
                    <a:pt x="2368" y="5569"/>
                    <a:pt x="2199" y="5357"/>
                  </a:cubicBezTo>
                  <a:lnTo>
                    <a:pt x="4405" y="3151"/>
                  </a:lnTo>
                  <a:lnTo>
                    <a:pt x="11524" y="3151"/>
                  </a:lnTo>
                  <a:cubicBezTo>
                    <a:pt x="11566" y="3151"/>
                    <a:pt x="11605" y="3135"/>
                    <a:pt x="11633" y="3106"/>
                  </a:cubicBezTo>
                  <a:lnTo>
                    <a:pt x="14431" y="308"/>
                  </a:lnTo>
                  <a:lnTo>
                    <a:pt x="20243" y="308"/>
                  </a:lnTo>
                  <a:cubicBezTo>
                    <a:pt x="20328" y="308"/>
                    <a:pt x="20397" y="239"/>
                    <a:pt x="20397" y="154"/>
                  </a:cubicBezTo>
                  <a:cubicBezTo>
                    <a:pt x="20397" y="69"/>
                    <a:pt x="20328" y="1"/>
                    <a:pt x="20243"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54"/>
            <p:cNvSpPr/>
            <p:nvPr/>
          </p:nvSpPr>
          <p:spPr>
            <a:xfrm rot="10800000">
              <a:off x="987867" y="1350864"/>
              <a:ext cx="56804" cy="56804"/>
            </a:xfrm>
            <a:custGeom>
              <a:avLst/>
              <a:gdLst/>
              <a:ahLst/>
              <a:cxnLst/>
              <a:rect l="l" t="t" r="r" b="b"/>
              <a:pathLst>
                <a:path w="1043" h="1043" extrusionOk="0">
                  <a:moveTo>
                    <a:pt x="522" y="1"/>
                  </a:moveTo>
                  <a:cubicBezTo>
                    <a:pt x="234" y="1"/>
                    <a:pt x="1" y="233"/>
                    <a:pt x="1" y="522"/>
                  </a:cubicBezTo>
                  <a:cubicBezTo>
                    <a:pt x="1" y="809"/>
                    <a:pt x="234" y="1042"/>
                    <a:pt x="522" y="1042"/>
                  </a:cubicBezTo>
                  <a:cubicBezTo>
                    <a:pt x="810" y="1042"/>
                    <a:pt x="1042" y="809"/>
                    <a:pt x="1042" y="522"/>
                  </a:cubicBezTo>
                  <a:cubicBezTo>
                    <a:pt x="1042" y="233"/>
                    <a:pt x="810"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54"/>
            <p:cNvSpPr/>
            <p:nvPr/>
          </p:nvSpPr>
          <p:spPr>
            <a:xfrm rot="10800000">
              <a:off x="-28076" y="1637234"/>
              <a:ext cx="878099" cy="659269"/>
            </a:xfrm>
            <a:custGeom>
              <a:avLst/>
              <a:gdLst/>
              <a:ahLst/>
              <a:cxnLst/>
              <a:rect l="l" t="t" r="r" b="b"/>
              <a:pathLst>
                <a:path w="16123" h="12105" extrusionOk="0">
                  <a:moveTo>
                    <a:pt x="15953" y="0"/>
                  </a:moveTo>
                  <a:cubicBezTo>
                    <a:pt x="15914" y="0"/>
                    <a:pt x="15874" y="15"/>
                    <a:pt x="15844" y="45"/>
                  </a:cubicBezTo>
                  <a:lnTo>
                    <a:pt x="10731" y="5158"/>
                  </a:lnTo>
                  <a:lnTo>
                    <a:pt x="4716" y="5158"/>
                  </a:lnTo>
                  <a:cubicBezTo>
                    <a:pt x="4676" y="5158"/>
                    <a:pt x="4636" y="5175"/>
                    <a:pt x="4608" y="5203"/>
                  </a:cubicBezTo>
                  <a:lnTo>
                    <a:pt x="3421" y="6390"/>
                  </a:lnTo>
                  <a:cubicBezTo>
                    <a:pt x="3392" y="6420"/>
                    <a:pt x="3376" y="6459"/>
                    <a:pt x="3376" y="6500"/>
                  </a:cubicBezTo>
                  <a:lnTo>
                    <a:pt x="3376" y="8694"/>
                  </a:lnTo>
                  <a:lnTo>
                    <a:pt x="2093" y="9977"/>
                  </a:lnTo>
                  <a:cubicBezTo>
                    <a:pt x="1871" y="9763"/>
                    <a:pt x="1571" y="9631"/>
                    <a:pt x="1237" y="9631"/>
                  </a:cubicBezTo>
                  <a:cubicBezTo>
                    <a:pt x="554" y="9631"/>
                    <a:pt x="1" y="10185"/>
                    <a:pt x="1" y="10868"/>
                  </a:cubicBezTo>
                  <a:cubicBezTo>
                    <a:pt x="1" y="11552"/>
                    <a:pt x="554" y="12105"/>
                    <a:pt x="1237" y="12105"/>
                  </a:cubicBezTo>
                  <a:cubicBezTo>
                    <a:pt x="1921" y="12105"/>
                    <a:pt x="2475" y="11552"/>
                    <a:pt x="2475" y="10868"/>
                  </a:cubicBezTo>
                  <a:cubicBezTo>
                    <a:pt x="2475" y="10628"/>
                    <a:pt x="2404" y="10407"/>
                    <a:pt x="2287" y="10218"/>
                  </a:cubicBezTo>
                  <a:lnTo>
                    <a:pt x="3638" y="8866"/>
                  </a:lnTo>
                  <a:cubicBezTo>
                    <a:pt x="3667" y="8837"/>
                    <a:pt x="3683" y="8798"/>
                    <a:pt x="3683" y="8757"/>
                  </a:cubicBezTo>
                  <a:lnTo>
                    <a:pt x="3683" y="6563"/>
                  </a:lnTo>
                  <a:lnTo>
                    <a:pt x="4780" y="5466"/>
                  </a:lnTo>
                  <a:lnTo>
                    <a:pt x="10795" y="5466"/>
                  </a:lnTo>
                  <a:cubicBezTo>
                    <a:pt x="10835" y="5466"/>
                    <a:pt x="10874" y="5450"/>
                    <a:pt x="10904" y="5421"/>
                  </a:cubicBezTo>
                  <a:lnTo>
                    <a:pt x="16062" y="263"/>
                  </a:lnTo>
                  <a:cubicBezTo>
                    <a:pt x="16122" y="203"/>
                    <a:pt x="16122" y="106"/>
                    <a:pt x="16062" y="45"/>
                  </a:cubicBezTo>
                  <a:cubicBezTo>
                    <a:pt x="16032" y="15"/>
                    <a:pt x="15992" y="0"/>
                    <a:pt x="15953"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54"/>
            <p:cNvSpPr/>
            <p:nvPr/>
          </p:nvSpPr>
          <p:spPr>
            <a:xfrm rot="10800000">
              <a:off x="754223" y="1676225"/>
              <a:ext cx="56750" cy="56804"/>
            </a:xfrm>
            <a:custGeom>
              <a:avLst/>
              <a:gdLst/>
              <a:ahLst/>
              <a:cxnLst/>
              <a:rect l="l" t="t" r="r" b="b"/>
              <a:pathLst>
                <a:path w="1042" h="1043" extrusionOk="0">
                  <a:moveTo>
                    <a:pt x="520" y="1"/>
                  </a:moveTo>
                  <a:cubicBezTo>
                    <a:pt x="233" y="1"/>
                    <a:pt x="0" y="234"/>
                    <a:pt x="0" y="522"/>
                  </a:cubicBezTo>
                  <a:cubicBezTo>
                    <a:pt x="0" y="810"/>
                    <a:pt x="233" y="1042"/>
                    <a:pt x="520" y="1042"/>
                  </a:cubicBezTo>
                  <a:cubicBezTo>
                    <a:pt x="809" y="1042"/>
                    <a:pt x="1042" y="810"/>
                    <a:pt x="1042" y="522"/>
                  </a:cubicBezTo>
                  <a:cubicBezTo>
                    <a:pt x="1042" y="234"/>
                    <a:pt x="809" y="1"/>
                    <a:pt x="5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54"/>
            <p:cNvSpPr/>
            <p:nvPr/>
          </p:nvSpPr>
          <p:spPr>
            <a:xfrm rot="10800000">
              <a:off x="-27205" y="2420080"/>
              <a:ext cx="961644" cy="172592"/>
            </a:xfrm>
            <a:custGeom>
              <a:avLst/>
              <a:gdLst/>
              <a:ahLst/>
              <a:cxnLst/>
              <a:rect l="l" t="t" r="r" b="b"/>
              <a:pathLst>
                <a:path w="17657" h="3169" extrusionOk="0">
                  <a:moveTo>
                    <a:pt x="1239" y="0"/>
                  </a:moveTo>
                  <a:cubicBezTo>
                    <a:pt x="555" y="0"/>
                    <a:pt x="1" y="555"/>
                    <a:pt x="1" y="1238"/>
                  </a:cubicBezTo>
                  <a:cubicBezTo>
                    <a:pt x="1" y="1922"/>
                    <a:pt x="555" y="2475"/>
                    <a:pt x="1239" y="2475"/>
                  </a:cubicBezTo>
                  <a:cubicBezTo>
                    <a:pt x="1547" y="2475"/>
                    <a:pt x="1826" y="2359"/>
                    <a:pt x="2043" y="2172"/>
                  </a:cubicBezTo>
                  <a:lnTo>
                    <a:pt x="2994" y="3123"/>
                  </a:lnTo>
                  <a:cubicBezTo>
                    <a:pt x="3023" y="3152"/>
                    <a:pt x="3062" y="3169"/>
                    <a:pt x="3103" y="3169"/>
                  </a:cubicBezTo>
                  <a:lnTo>
                    <a:pt x="7848" y="3169"/>
                  </a:lnTo>
                  <a:cubicBezTo>
                    <a:pt x="7890" y="3169"/>
                    <a:pt x="7929" y="3152"/>
                    <a:pt x="7957" y="3123"/>
                  </a:cubicBezTo>
                  <a:lnTo>
                    <a:pt x="10366" y="713"/>
                  </a:lnTo>
                  <a:lnTo>
                    <a:pt x="17503" y="713"/>
                  </a:lnTo>
                  <a:cubicBezTo>
                    <a:pt x="17588" y="713"/>
                    <a:pt x="17657" y="645"/>
                    <a:pt x="17657" y="560"/>
                  </a:cubicBezTo>
                  <a:cubicBezTo>
                    <a:pt x="17657" y="475"/>
                    <a:pt x="17588" y="406"/>
                    <a:pt x="17503" y="406"/>
                  </a:cubicBezTo>
                  <a:lnTo>
                    <a:pt x="10304" y="406"/>
                  </a:lnTo>
                  <a:cubicBezTo>
                    <a:pt x="10262" y="406"/>
                    <a:pt x="10223" y="423"/>
                    <a:pt x="10195" y="451"/>
                  </a:cubicBezTo>
                  <a:lnTo>
                    <a:pt x="7784" y="2860"/>
                  </a:lnTo>
                  <a:lnTo>
                    <a:pt x="3167" y="2860"/>
                  </a:lnTo>
                  <a:lnTo>
                    <a:pt x="2252" y="1946"/>
                  </a:lnTo>
                  <a:cubicBezTo>
                    <a:pt x="2392" y="1745"/>
                    <a:pt x="2476" y="1502"/>
                    <a:pt x="2476" y="1238"/>
                  </a:cubicBezTo>
                  <a:cubicBezTo>
                    <a:pt x="2476" y="555"/>
                    <a:pt x="1922" y="0"/>
                    <a:pt x="123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54"/>
            <p:cNvSpPr/>
            <p:nvPr/>
          </p:nvSpPr>
          <p:spPr>
            <a:xfrm rot="10800000">
              <a:off x="838585" y="2496872"/>
              <a:ext cx="56804" cy="56804"/>
            </a:xfrm>
            <a:custGeom>
              <a:avLst/>
              <a:gdLst/>
              <a:ahLst/>
              <a:cxnLst/>
              <a:rect l="l" t="t" r="r" b="b"/>
              <a:pathLst>
                <a:path w="1043" h="1043" extrusionOk="0">
                  <a:moveTo>
                    <a:pt x="522" y="1"/>
                  </a:moveTo>
                  <a:cubicBezTo>
                    <a:pt x="234" y="1"/>
                    <a:pt x="0" y="234"/>
                    <a:pt x="0" y="522"/>
                  </a:cubicBezTo>
                  <a:cubicBezTo>
                    <a:pt x="0" y="809"/>
                    <a:pt x="234" y="1042"/>
                    <a:pt x="522" y="1042"/>
                  </a:cubicBezTo>
                  <a:cubicBezTo>
                    <a:pt x="809" y="1042"/>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54"/>
            <p:cNvSpPr/>
            <p:nvPr/>
          </p:nvSpPr>
          <p:spPr>
            <a:xfrm rot="10800000">
              <a:off x="889834" y="2106537"/>
              <a:ext cx="59092" cy="59092"/>
            </a:xfrm>
            <a:custGeom>
              <a:avLst/>
              <a:gdLst/>
              <a:ahLst/>
              <a:cxnLst/>
              <a:rect l="l" t="t" r="r" b="b"/>
              <a:pathLst>
                <a:path w="1085" h="1085" extrusionOk="0">
                  <a:moveTo>
                    <a:pt x="544" y="1"/>
                  </a:moveTo>
                  <a:cubicBezTo>
                    <a:pt x="244" y="1"/>
                    <a:pt x="1" y="243"/>
                    <a:pt x="1" y="542"/>
                  </a:cubicBezTo>
                  <a:cubicBezTo>
                    <a:pt x="1" y="841"/>
                    <a:pt x="244" y="1085"/>
                    <a:pt x="544" y="1085"/>
                  </a:cubicBezTo>
                  <a:cubicBezTo>
                    <a:pt x="843" y="1085"/>
                    <a:pt x="1085" y="841"/>
                    <a:pt x="1085" y="542"/>
                  </a:cubicBezTo>
                  <a:cubicBezTo>
                    <a:pt x="1085" y="243"/>
                    <a:pt x="843" y="1"/>
                    <a:pt x="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54"/>
            <p:cNvSpPr/>
            <p:nvPr/>
          </p:nvSpPr>
          <p:spPr>
            <a:xfrm rot="10800000">
              <a:off x="797629" y="2198688"/>
              <a:ext cx="59092" cy="59092"/>
            </a:xfrm>
            <a:custGeom>
              <a:avLst/>
              <a:gdLst/>
              <a:ahLst/>
              <a:cxnLst/>
              <a:rect l="l" t="t" r="r" b="b"/>
              <a:pathLst>
                <a:path w="1085" h="1085" extrusionOk="0">
                  <a:moveTo>
                    <a:pt x="543" y="0"/>
                  </a:moveTo>
                  <a:cubicBezTo>
                    <a:pt x="243" y="0"/>
                    <a:pt x="1" y="242"/>
                    <a:pt x="1" y="541"/>
                  </a:cubicBezTo>
                  <a:cubicBezTo>
                    <a:pt x="1" y="841"/>
                    <a:pt x="243" y="1084"/>
                    <a:pt x="543" y="1084"/>
                  </a:cubicBezTo>
                  <a:cubicBezTo>
                    <a:pt x="842" y="1084"/>
                    <a:pt x="1085" y="841"/>
                    <a:pt x="1085" y="541"/>
                  </a:cubicBezTo>
                  <a:cubicBezTo>
                    <a:pt x="1085"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54"/>
            <p:cNvSpPr/>
            <p:nvPr/>
          </p:nvSpPr>
          <p:spPr>
            <a:xfrm rot="10800000">
              <a:off x="702865" y="2293507"/>
              <a:ext cx="59092" cy="59092"/>
            </a:xfrm>
            <a:custGeom>
              <a:avLst/>
              <a:gdLst/>
              <a:ahLst/>
              <a:cxnLst/>
              <a:rect l="l" t="t" r="r" b="b"/>
              <a:pathLst>
                <a:path w="1085" h="1085" extrusionOk="0">
                  <a:moveTo>
                    <a:pt x="542" y="1"/>
                  </a:moveTo>
                  <a:cubicBezTo>
                    <a:pt x="243" y="1"/>
                    <a:pt x="1" y="243"/>
                    <a:pt x="1" y="542"/>
                  </a:cubicBezTo>
                  <a:cubicBezTo>
                    <a:pt x="1" y="843"/>
                    <a:pt x="243" y="1085"/>
                    <a:pt x="542" y="1085"/>
                  </a:cubicBezTo>
                  <a:cubicBezTo>
                    <a:pt x="843" y="1085"/>
                    <a:pt x="1085" y="843"/>
                    <a:pt x="1085" y="542"/>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54"/>
            <p:cNvSpPr/>
            <p:nvPr/>
          </p:nvSpPr>
          <p:spPr>
            <a:xfrm rot="10800000">
              <a:off x="-11357" y="3027024"/>
              <a:ext cx="878698" cy="357492"/>
            </a:xfrm>
            <a:custGeom>
              <a:avLst/>
              <a:gdLst/>
              <a:ahLst/>
              <a:cxnLst/>
              <a:rect l="l" t="t" r="r" b="b"/>
              <a:pathLst>
                <a:path w="16134" h="6564" extrusionOk="0">
                  <a:moveTo>
                    <a:pt x="15965" y="1"/>
                  </a:moveTo>
                  <a:cubicBezTo>
                    <a:pt x="15926" y="1"/>
                    <a:pt x="15886" y="16"/>
                    <a:pt x="15856" y="46"/>
                  </a:cubicBezTo>
                  <a:lnTo>
                    <a:pt x="12384" y="3518"/>
                  </a:lnTo>
                  <a:lnTo>
                    <a:pt x="3033" y="3518"/>
                  </a:lnTo>
                  <a:cubicBezTo>
                    <a:pt x="2992" y="3518"/>
                    <a:pt x="2953" y="3535"/>
                    <a:pt x="2924" y="3563"/>
                  </a:cubicBezTo>
                  <a:lnTo>
                    <a:pt x="2070" y="4417"/>
                  </a:lnTo>
                  <a:cubicBezTo>
                    <a:pt x="1850" y="4216"/>
                    <a:pt x="1560" y="4089"/>
                    <a:pt x="1237" y="4089"/>
                  </a:cubicBezTo>
                  <a:cubicBezTo>
                    <a:pt x="554" y="4089"/>
                    <a:pt x="1" y="4643"/>
                    <a:pt x="1" y="5327"/>
                  </a:cubicBezTo>
                  <a:cubicBezTo>
                    <a:pt x="1" y="6010"/>
                    <a:pt x="554" y="6563"/>
                    <a:pt x="1237" y="6563"/>
                  </a:cubicBezTo>
                  <a:cubicBezTo>
                    <a:pt x="1921" y="6563"/>
                    <a:pt x="2475" y="6010"/>
                    <a:pt x="2475" y="5327"/>
                  </a:cubicBezTo>
                  <a:cubicBezTo>
                    <a:pt x="2475" y="5076"/>
                    <a:pt x="2399" y="4844"/>
                    <a:pt x="2272" y="4649"/>
                  </a:cubicBezTo>
                  <a:lnTo>
                    <a:pt x="3096" y="3825"/>
                  </a:lnTo>
                  <a:lnTo>
                    <a:pt x="12448" y="3825"/>
                  </a:lnTo>
                  <a:cubicBezTo>
                    <a:pt x="12488" y="3825"/>
                    <a:pt x="12527" y="3809"/>
                    <a:pt x="12557" y="3781"/>
                  </a:cubicBezTo>
                  <a:lnTo>
                    <a:pt x="16074" y="264"/>
                  </a:lnTo>
                  <a:cubicBezTo>
                    <a:pt x="16134" y="203"/>
                    <a:pt x="16134" y="106"/>
                    <a:pt x="16074" y="46"/>
                  </a:cubicBezTo>
                  <a:cubicBezTo>
                    <a:pt x="16043" y="16"/>
                    <a:pt x="16004" y="1"/>
                    <a:pt x="1596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54"/>
            <p:cNvSpPr/>
            <p:nvPr/>
          </p:nvSpPr>
          <p:spPr>
            <a:xfrm rot="10800000">
              <a:off x="771542" y="3065963"/>
              <a:ext cx="56750" cy="56859"/>
            </a:xfrm>
            <a:custGeom>
              <a:avLst/>
              <a:gdLst/>
              <a:ahLst/>
              <a:cxnLst/>
              <a:rect l="l" t="t" r="r" b="b"/>
              <a:pathLst>
                <a:path w="1042" h="1044" extrusionOk="0">
                  <a:moveTo>
                    <a:pt x="520" y="0"/>
                  </a:moveTo>
                  <a:cubicBezTo>
                    <a:pt x="233" y="0"/>
                    <a:pt x="0" y="233"/>
                    <a:pt x="0" y="522"/>
                  </a:cubicBezTo>
                  <a:cubicBezTo>
                    <a:pt x="0" y="809"/>
                    <a:pt x="233" y="1043"/>
                    <a:pt x="520" y="1043"/>
                  </a:cubicBezTo>
                  <a:cubicBezTo>
                    <a:pt x="809" y="1043"/>
                    <a:pt x="1042" y="809"/>
                    <a:pt x="1042" y="522"/>
                  </a:cubicBezTo>
                  <a:cubicBezTo>
                    <a:pt x="1042" y="233"/>
                    <a:pt x="809" y="0"/>
                    <a:pt x="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54"/>
            <p:cNvSpPr/>
            <p:nvPr/>
          </p:nvSpPr>
          <p:spPr>
            <a:xfrm rot="10800000">
              <a:off x="-11303" y="2898273"/>
              <a:ext cx="1234229" cy="181850"/>
            </a:xfrm>
            <a:custGeom>
              <a:avLst/>
              <a:gdLst/>
              <a:ahLst/>
              <a:cxnLst/>
              <a:rect l="l" t="t" r="r" b="b"/>
              <a:pathLst>
                <a:path w="22662" h="3339" extrusionOk="0">
                  <a:moveTo>
                    <a:pt x="1237" y="0"/>
                  </a:moveTo>
                  <a:cubicBezTo>
                    <a:pt x="554" y="0"/>
                    <a:pt x="1" y="553"/>
                    <a:pt x="1" y="1237"/>
                  </a:cubicBezTo>
                  <a:cubicBezTo>
                    <a:pt x="1" y="1920"/>
                    <a:pt x="554" y="2475"/>
                    <a:pt x="1237" y="2475"/>
                  </a:cubicBezTo>
                  <a:cubicBezTo>
                    <a:pt x="1562" y="2475"/>
                    <a:pt x="1857" y="2347"/>
                    <a:pt x="2076" y="2141"/>
                  </a:cubicBezTo>
                  <a:lnTo>
                    <a:pt x="3230" y="3294"/>
                  </a:lnTo>
                  <a:cubicBezTo>
                    <a:pt x="3259" y="3323"/>
                    <a:pt x="3298" y="3339"/>
                    <a:pt x="3339" y="3339"/>
                  </a:cubicBezTo>
                  <a:lnTo>
                    <a:pt x="7566" y="3339"/>
                  </a:lnTo>
                  <a:cubicBezTo>
                    <a:pt x="7608" y="3339"/>
                    <a:pt x="7647" y="3323"/>
                    <a:pt x="7675" y="3294"/>
                  </a:cubicBezTo>
                  <a:lnTo>
                    <a:pt x="8719" y="2251"/>
                  </a:lnTo>
                  <a:lnTo>
                    <a:pt x="13252" y="2251"/>
                  </a:lnTo>
                  <a:cubicBezTo>
                    <a:pt x="13292" y="2251"/>
                    <a:pt x="13331" y="2235"/>
                    <a:pt x="13360" y="2206"/>
                  </a:cubicBezTo>
                  <a:lnTo>
                    <a:pt x="15246" y="319"/>
                  </a:lnTo>
                  <a:lnTo>
                    <a:pt x="20131" y="319"/>
                  </a:lnTo>
                  <a:lnTo>
                    <a:pt x="22385" y="2575"/>
                  </a:lnTo>
                  <a:cubicBezTo>
                    <a:pt x="22415" y="2605"/>
                    <a:pt x="22455" y="2619"/>
                    <a:pt x="22494" y="2619"/>
                  </a:cubicBezTo>
                  <a:cubicBezTo>
                    <a:pt x="22533" y="2619"/>
                    <a:pt x="22572" y="2605"/>
                    <a:pt x="22603" y="2575"/>
                  </a:cubicBezTo>
                  <a:cubicBezTo>
                    <a:pt x="22662" y="2515"/>
                    <a:pt x="22662" y="2417"/>
                    <a:pt x="22603" y="2358"/>
                  </a:cubicBezTo>
                  <a:lnTo>
                    <a:pt x="20303" y="57"/>
                  </a:lnTo>
                  <a:cubicBezTo>
                    <a:pt x="20274" y="29"/>
                    <a:pt x="20235" y="12"/>
                    <a:pt x="20193" y="12"/>
                  </a:cubicBezTo>
                  <a:lnTo>
                    <a:pt x="15182" y="12"/>
                  </a:lnTo>
                  <a:cubicBezTo>
                    <a:pt x="15141" y="12"/>
                    <a:pt x="15102" y="29"/>
                    <a:pt x="15073" y="57"/>
                  </a:cubicBezTo>
                  <a:lnTo>
                    <a:pt x="13188" y="1944"/>
                  </a:lnTo>
                  <a:lnTo>
                    <a:pt x="8655" y="1944"/>
                  </a:lnTo>
                  <a:cubicBezTo>
                    <a:pt x="8614" y="1944"/>
                    <a:pt x="8575" y="1959"/>
                    <a:pt x="8547" y="1989"/>
                  </a:cubicBezTo>
                  <a:lnTo>
                    <a:pt x="7503" y="3031"/>
                  </a:lnTo>
                  <a:lnTo>
                    <a:pt x="3402" y="3031"/>
                  </a:lnTo>
                  <a:lnTo>
                    <a:pt x="2276" y="1906"/>
                  </a:lnTo>
                  <a:cubicBezTo>
                    <a:pt x="2400" y="1712"/>
                    <a:pt x="2475" y="1484"/>
                    <a:pt x="2475" y="1237"/>
                  </a:cubicBezTo>
                  <a:cubicBezTo>
                    <a:pt x="2475" y="553"/>
                    <a:pt x="1920" y="0"/>
                    <a:pt x="1237"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54"/>
            <p:cNvSpPr/>
            <p:nvPr/>
          </p:nvSpPr>
          <p:spPr>
            <a:xfrm rot="10800000">
              <a:off x="1127127" y="2984323"/>
              <a:ext cx="56804" cy="56859"/>
            </a:xfrm>
            <a:custGeom>
              <a:avLst/>
              <a:gdLst/>
              <a:ahLst/>
              <a:cxnLst/>
              <a:rect l="l" t="t" r="r" b="b"/>
              <a:pathLst>
                <a:path w="1043" h="1044" extrusionOk="0">
                  <a:moveTo>
                    <a:pt x="521" y="0"/>
                  </a:moveTo>
                  <a:cubicBezTo>
                    <a:pt x="234" y="0"/>
                    <a:pt x="1" y="233"/>
                    <a:pt x="1" y="522"/>
                  </a:cubicBezTo>
                  <a:cubicBezTo>
                    <a:pt x="1" y="809"/>
                    <a:pt x="234" y="1043"/>
                    <a:pt x="521" y="1043"/>
                  </a:cubicBezTo>
                  <a:cubicBezTo>
                    <a:pt x="810" y="1043"/>
                    <a:pt x="1042" y="809"/>
                    <a:pt x="1042" y="522"/>
                  </a:cubicBezTo>
                  <a:cubicBezTo>
                    <a:pt x="1042" y="233"/>
                    <a:pt x="810"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54"/>
            <p:cNvSpPr/>
            <p:nvPr/>
          </p:nvSpPr>
          <p:spPr>
            <a:xfrm rot="10800000">
              <a:off x="-28076" y="3357385"/>
              <a:ext cx="878099" cy="659269"/>
            </a:xfrm>
            <a:custGeom>
              <a:avLst/>
              <a:gdLst/>
              <a:ahLst/>
              <a:cxnLst/>
              <a:rect l="l" t="t" r="r" b="b"/>
              <a:pathLst>
                <a:path w="16123" h="12105" extrusionOk="0">
                  <a:moveTo>
                    <a:pt x="15953" y="0"/>
                  </a:moveTo>
                  <a:cubicBezTo>
                    <a:pt x="15914" y="0"/>
                    <a:pt x="15874" y="15"/>
                    <a:pt x="15844" y="45"/>
                  </a:cubicBezTo>
                  <a:lnTo>
                    <a:pt x="10731" y="5158"/>
                  </a:lnTo>
                  <a:lnTo>
                    <a:pt x="4716" y="5158"/>
                  </a:lnTo>
                  <a:cubicBezTo>
                    <a:pt x="4676" y="5158"/>
                    <a:pt x="4636" y="5175"/>
                    <a:pt x="4608" y="5203"/>
                  </a:cubicBezTo>
                  <a:lnTo>
                    <a:pt x="3421" y="6390"/>
                  </a:lnTo>
                  <a:cubicBezTo>
                    <a:pt x="3392" y="6420"/>
                    <a:pt x="3376" y="6459"/>
                    <a:pt x="3376" y="6500"/>
                  </a:cubicBezTo>
                  <a:lnTo>
                    <a:pt x="3376" y="8694"/>
                  </a:lnTo>
                  <a:lnTo>
                    <a:pt x="2093" y="9977"/>
                  </a:lnTo>
                  <a:cubicBezTo>
                    <a:pt x="1871" y="9763"/>
                    <a:pt x="1571" y="9631"/>
                    <a:pt x="1237" y="9631"/>
                  </a:cubicBezTo>
                  <a:cubicBezTo>
                    <a:pt x="554" y="9631"/>
                    <a:pt x="1" y="10185"/>
                    <a:pt x="1" y="10868"/>
                  </a:cubicBezTo>
                  <a:cubicBezTo>
                    <a:pt x="1" y="11552"/>
                    <a:pt x="554" y="12105"/>
                    <a:pt x="1237" y="12105"/>
                  </a:cubicBezTo>
                  <a:cubicBezTo>
                    <a:pt x="1921" y="12105"/>
                    <a:pt x="2475" y="11552"/>
                    <a:pt x="2475" y="10868"/>
                  </a:cubicBezTo>
                  <a:cubicBezTo>
                    <a:pt x="2475" y="10628"/>
                    <a:pt x="2404" y="10407"/>
                    <a:pt x="2287" y="10218"/>
                  </a:cubicBezTo>
                  <a:lnTo>
                    <a:pt x="3638" y="8866"/>
                  </a:lnTo>
                  <a:cubicBezTo>
                    <a:pt x="3667" y="8837"/>
                    <a:pt x="3683" y="8798"/>
                    <a:pt x="3683" y="8757"/>
                  </a:cubicBezTo>
                  <a:lnTo>
                    <a:pt x="3683" y="6563"/>
                  </a:lnTo>
                  <a:lnTo>
                    <a:pt x="4780" y="5466"/>
                  </a:lnTo>
                  <a:lnTo>
                    <a:pt x="10795" y="5466"/>
                  </a:lnTo>
                  <a:cubicBezTo>
                    <a:pt x="10835" y="5466"/>
                    <a:pt x="10874" y="5450"/>
                    <a:pt x="10904" y="5421"/>
                  </a:cubicBezTo>
                  <a:lnTo>
                    <a:pt x="16062" y="263"/>
                  </a:lnTo>
                  <a:cubicBezTo>
                    <a:pt x="16122" y="203"/>
                    <a:pt x="16122" y="106"/>
                    <a:pt x="16062" y="45"/>
                  </a:cubicBezTo>
                  <a:cubicBezTo>
                    <a:pt x="16032" y="15"/>
                    <a:pt x="15992" y="0"/>
                    <a:pt x="15953"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54"/>
            <p:cNvSpPr/>
            <p:nvPr/>
          </p:nvSpPr>
          <p:spPr>
            <a:xfrm rot="10800000">
              <a:off x="754223" y="3396377"/>
              <a:ext cx="56750" cy="56804"/>
            </a:xfrm>
            <a:custGeom>
              <a:avLst/>
              <a:gdLst/>
              <a:ahLst/>
              <a:cxnLst/>
              <a:rect l="l" t="t" r="r" b="b"/>
              <a:pathLst>
                <a:path w="1042" h="1043" extrusionOk="0">
                  <a:moveTo>
                    <a:pt x="520" y="1"/>
                  </a:moveTo>
                  <a:cubicBezTo>
                    <a:pt x="233" y="1"/>
                    <a:pt x="0" y="234"/>
                    <a:pt x="0" y="522"/>
                  </a:cubicBezTo>
                  <a:cubicBezTo>
                    <a:pt x="0" y="810"/>
                    <a:pt x="233" y="1042"/>
                    <a:pt x="520" y="1042"/>
                  </a:cubicBezTo>
                  <a:cubicBezTo>
                    <a:pt x="809" y="1042"/>
                    <a:pt x="1042" y="810"/>
                    <a:pt x="1042" y="522"/>
                  </a:cubicBezTo>
                  <a:cubicBezTo>
                    <a:pt x="1042" y="234"/>
                    <a:pt x="809" y="1"/>
                    <a:pt x="5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54"/>
            <p:cNvSpPr/>
            <p:nvPr/>
          </p:nvSpPr>
          <p:spPr>
            <a:xfrm rot="10800000">
              <a:off x="-27205" y="4140231"/>
              <a:ext cx="961644" cy="172592"/>
            </a:xfrm>
            <a:custGeom>
              <a:avLst/>
              <a:gdLst/>
              <a:ahLst/>
              <a:cxnLst/>
              <a:rect l="l" t="t" r="r" b="b"/>
              <a:pathLst>
                <a:path w="17657" h="3169" extrusionOk="0">
                  <a:moveTo>
                    <a:pt x="1239" y="0"/>
                  </a:moveTo>
                  <a:cubicBezTo>
                    <a:pt x="555" y="0"/>
                    <a:pt x="1" y="555"/>
                    <a:pt x="1" y="1238"/>
                  </a:cubicBezTo>
                  <a:cubicBezTo>
                    <a:pt x="1" y="1922"/>
                    <a:pt x="555" y="2475"/>
                    <a:pt x="1239" y="2475"/>
                  </a:cubicBezTo>
                  <a:cubicBezTo>
                    <a:pt x="1547" y="2475"/>
                    <a:pt x="1826" y="2359"/>
                    <a:pt x="2043" y="2172"/>
                  </a:cubicBezTo>
                  <a:lnTo>
                    <a:pt x="2994" y="3123"/>
                  </a:lnTo>
                  <a:cubicBezTo>
                    <a:pt x="3023" y="3152"/>
                    <a:pt x="3062" y="3169"/>
                    <a:pt x="3103" y="3169"/>
                  </a:cubicBezTo>
                  <a:lnTo>
                    <a:pt x="7848" y="3169"/>
                  </a:lnTo>
                  <a:cubicBezTo>
                    <a:pt x="7890" y="3169"/>
                    <a:pt x="7929" y="3152"/>
                    <a:pt x="7957" y="3123"/>
                  </a:cubicBezTo>
                  <a:lnTo>
                    <a:pt x="10366" y="713"/>
                  </a:lnTo>
                  <a:lnTo>
                    <a:pt x="17503" y="713"/>
                  </a:lnTo>
                  <a:cubicBezTo>
                    <a:pt x="17588" y="713"/>
                    <a:pt x="17657" y="645"/>
                    <a:pt x="17657" y="560"/>
                  </a:cubicBezTo>
                  <a:cubicBezTo>
                    <a:pt x="17657" y="475"/>
                    <a:pt x="17588" y="406"/>
                    <a:pt x="17503" y="406"/>
                  </a:cubicBezTo>
                  <a:lnTo>
                    <a:pt x="10304" y="406"/>
                  </a:lnTo>
                  <a:cubicBezTo>
                    <a:pt x="10262" y="406"/>
                    <a:pt x="10223" y="423"/>
                    <a:pt x="10195" y="451"/>
                  </a:cubicBezTo>
                  <a:lnTo>
                    <a:pt x="7784" y="2860"/>
                  </a:lnTo>
                  <a:lnTo>
                    <a:pt x="3167" y="2860"/>
                  </a:lnTo>
                  <a:lnTo>
                    <a:pt x="2252" y="1946"/>
                  </a:lnTo>
                  <a:cubicBezTo>
                    <a:pt x="2392" y="1745"/>
                    <a:pt x="2476" y="1502"/>
                    <a:pt x="2476" y="1238"/>
                  </a:cubicBezTo>
                  <a:cubicBezTo>
                    <a:pt x="2476" y="555"/>
                    <a:pt x="1922" y="0"/>
                    <a:pt x="1239"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54"/>
            <p:cNvSpPr/>
            <p:nvPr/>
          </p:nvSpPr>
          <p:spPr>
            <a:xfrm rot="10800000">
              <a:off x="838585" y="4217023"/>
              <a:ext cx="56804" cy="56804"/>
            </a:xfrm>
            <a:custGeom>
              <a:avLst/>
              <a:gdLst/>
              <a:ahLst/>
              <a:cxnLst/>
              <a:rect l="l" t="t" r="r" b="b"/>
              <a:pathLst>
                <a:path w="1043" h="1043" extrusionOk="0">
                  <a:moveTo>
                    <a:pt x="522" y="1"/>
                  </a:moveTo>
                  <a:cubicBezTo>
                    <a:pt x="234" y="1"/>
                    <a:pt x="0" y="234"/>
                    <a:pt x="0" y="522"/>
                  </a:cubicBezTo>
                  <a:cubicBezTo>
                    <a:pt x="0" y="809"/>
                    <a:pt x="234" y="1042"/>
                    <a:pt x="522" y="1042"/>
                  </a:cubicBezTo>
                  <a:cubicBezTo>
                    <a:pt x="809" y="1042"/>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54"/>
            <p:cNvSpPr/>
            <p:nvPr/>
          </p:nvSpPr>
          <p:spPr>
            <a:xfrm rot="10800000">
              <a:off x="889834" y="3826688"/>
              <a:ext cx="59092" cy="59092"/>
            </a:xfrm>
            <a:custGeom>
              <a:avLst/>
              <a:gdLst/>
              <a:ahLst/>
              <a:cxnLst/>
              <a:rect l="l" t="t" r="r" b="b"/>
              <a:pathLst>
                <a:path w="1085" h="1085" extrusionOk="0">
                  <a:moveTo>
                    <a:pt x="544" y="1"/>
                  </a:moveTo>
                  <a:cubicBezTo>
                    <a:pt x="244" y="1"/>
                    <a:pt x="1" y="243"/>
                    <a:pt x="1" y="542"/>
                  </a:cubicBezTo>
                  <a:cubicBezTo>
                    <a:pt x="1" y="841"/>
                    <a:pt x="244" y="1085"/>
                    <a:pt x="544" y="1085"/>
                  </a:cubicBezTo>
                  <a:cubicBezTo>
                    <a:pt x="843" y="1085"/>
                    <a:pt x="1085" y="841"/>
                    <a:pt x="1085" y="542"/>
                  </a:cubicBezTo>
                  <a:cubicBezTo>
                    <a:pt x="1085" y="243"/>
                    <a:pt x="843" y="1"/>
                    <a:pt x="5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54"/>
            <p:cNvSpPr/>
            <p:nvPr/>
          </p:nvSpPr>
          <p:spPr>
            <a:xfrm rot="10800000">
              <a:off x="797629" y="3918839"/>
              <a:ext cx="59092" cy="59092"/>
            </a:xfrm>
            <a:custGeom>
              <a:avLst/>
              <a:gdLst/>
              <a:ahLst/>
              <a:cxnLst/>
              <a:rect l="l" t="t" r="r" b="b"/>
              <a:pathLst>
                <a:path w="1085" h="1085" extrusionOk="0">
                  <a:moveTo>
                    <a:pt x="543" y="0"/>
                  </a:moveTo>
                  <a:cubicBezTo>
                    <a:pt x="243" y="0"/>
                    <a:pt x="1" y="242"/>
                    <a:pt x="1" y="541"/>
                  </a:cubicBezTo>
                  <a:cubicBezTo>
                    <a:pt x="1" y="841"/>
                    <a:pt x="243" y="1084"/>
                    <a:pt x="543" y="1084"/>
                  </a:cubicBezTo>
                  <a:cubicBezTo>
                    <a:pt x="842" y="1084"/>
                    <a:pt x="1085" y="841"/>
                    <a:pt x="1085" y="541"/>
                  </a:cubicBezTo>
                  <a:cubicBezTo>
                    <a:pt x="1085" y="242"/>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54"/>
            <p:cNvSpPr/>
            <p:nvPr/>
          </p:nvSpPr>
          <p:spPr>
            <a:xfrm rot="10800000">
              <a:off x="702865" y="4013659"/>
              <a:ext cx="59092" cy="59092"/>
            </a:xfrm>
            <a:custGeom>
              <a:avLst/>
              <a:gdLst/>
              <a:ahLst/>
              <a:cxnLst/>
              <a:rect l="l" t="t" r="r" b="b"/>
              <a:pathLst>
                <a:path w="1085" h="1085" extrusionOk="0">
                  <a:moveTo>
                    <a:pt x="542" y="1"/>
                  </a:moveTo>
                  <a:cubicBezTo>
                    <a:pt x="243" y="1"/>
                    <a:pt x="1" y="243"/>
                    <a:pt x="1" y="542"/>
                  </a:cubicBezTo>
                  <a:cubicBezTo>
                    <a:pt x="1" y="843"/>
                    <a:pt x="243" y="1085"/>
                    <a:pt x="542" y="1085"/>
                  </a:cubicBezTo>
                  <a:cubicBezTo>
                    <a:pt x="843" y="1085"/>
                    <a:pt x="1085" y="843"/>
                    <a:pt x="1085" y="542"/>
                  </a:cubicBezTo>
                  <a:cubicBezTo>
                    <a:pt x="1085" y="243"/>
                    <a:pt x="843"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7" name="Google Shape;2367;p54"/>
          <p:cNvGrpSpPr/>
          <p:nvPr/>
        </p:nvGrpSpPr>
        <p:grpSpPr>
          <a:xfrm>
            <a:off x="6453731" y="4025353"/>
            <a:ext cx="2296779" cy="1183848"/>
            <a:chOff x="6453731" y="4025353"/>
            <a:chExt cx="2296779" cy="1183848"/>
          </a:xfrm>
        </p:grpSpPr>
        <p:sp>
          <p:nvSpPr>
            <p:cNvPr id="2368" name="Google Shape;2368;p54"/>
            <p:cNvSpPr/>
            <p:nvPr/>
          </p:nvSpPr>
          <p:spPr>
            <a:xfrm>
              <a:off x="6615530" y="4152868"/>
              <a:ext cx="188422" cy="1056333"/>
            </a:xfrm>
            <a:custGeom>
              <a:avLst/>
              <a:gdLst/>
              <a:ahLst/>
              <a:cxnLst/>
              <a:rect l="l" t="t" r="r" b="b"/>
              <a:pathLst>
                <a:path w="3644" h="20429" extrusionOk="0">
                  <a:moveTo>
                    <a:pt x="2406" y="1"/>
                  </a:moveTo>
                  <a:cubicBezTo>
                    <a:pt x="1723" y="1"/>
                    <a:pt x="1169" y="555"/>
                    <a:pt x="1169" y="1238"/>
                  </a:cubicBezTo>
                  <a:cubicBezTo>
                    <a:pt x="1169" y="1525"/>
                    <a:pt x="1270" y="1785"/>
                    <a:pt x="1434" y="1994"/>
                  </a:cubicBezTo>
                  <a:lnTo>
                    <a:pt x="46" y="3382"/>
                  </a:lnTo>
                  <a:cubicBezTo>
                    <a:pt x="17" y="3410"/>
                    <a:pt x="1" y="3449"/>
                    <a:pt x="1" y="3491"/>
                  </a:cubicBezTo>
                  <a:lnTo>
                    <a:pt x="1" y="13384"/>
                  </a:lnTo>
                  <a:cubicBezTo>
                    <a:pt x="1" y="13424"/>
                    <a:pt x="17" y="13463"/>
                    <a:pt x="46" y="13493"/>
                  </a:cubicBezTo>
                  <a:lnTo>
                    <a:pt x="2189" y="15636"/>
                  </a:lnTo>
                  <a:lnTo>
                    <a:pt x="2189" y="20275"/>
                  </a:lnTo>
                  <a:cubicBezTo>
                    <a:pt x="2189" y="20359"/>
                    <a:pt x="2258" y="20429"/>
                    <a:pt x="2343" y="20429"/>
                  </a:cubicBezTo>
                  <a:cubicBezTo>
                    <a:pt x="2428" y="20429"/>
                    <a:pt x="2496" y="20359"/>
                    <a:pt x="2496" y="20275"/>
                  </a:cubicBezTo>
                  <a:lnTo>
                    <a:pt x="2496" y="15572"/>
                  </a:lnTo>
                  <a:cubicBezTo>
                    <a:pt x="2496" y="15531"/>
                    <a:pt x="2480" y="15492"/>
                    <a:pt x="2451" y="15464"/>
                  </a:cubicBezTo>
                  <a:lnTo>
                    <a:pt x="308" y="13320"/>
                  </a:lnTo>
                  <a:lnTo>
                    <a:pt x="308" y="3554"/>
                  </a:lnTo>
                  <a:lnTo>
                    <a:pt x="1650" y="2211"/>
                  </a:lnTo>
                  <a:lnTo>
                    <a:pt x="1651" y="2211"/>
                  </a:lnTo>
                  <a:cubicBezTo>
                    <a:pt x="1860" y="2375"/>
                    <a:pt x="2120" y="2476"/>
                    <a:pt x="2406" y="2476"/>
                  </a:cubicBezTo>
                  <a:cubicBezTo>
                    <a:pt x="3090" y="2476"/>
                    <a:pt x="3643" y="1922"/>
                    <a:pt x="3643" y="1238"/>
                  </a:cubicBezTo>
                  <a:cubicBezTo>
                    <a:pt x="3643" y="555"/>
                    <a:pt x="3090" y="1"/>
                    <a:pt x="2406"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54"/>
            <p:cNvSpPr/>
            <p:nvPr/>
          </p:nvSpPr>
          <p:spPr>
            <a:xfrm>
              <a:off x="6713002" y="4189944"/>
              <a:ext cx="53931" cy="53931"/>
            </a:xfrm>
            <a:custGeom>
              <a:avLst/>
              <a:gdLst/>
              <a:ahLst/>
              <a:cxnLst/>
              <a:rect l="l" t="t" r="r" b="b"/>
              <a:pathLst>
                <a:path w="1043" h="1043" extrusionOk="0">
                  <a:moveTo>
                    <a:pt x="521" y="0"/>
                  </a:moveTo>
                  <a:cubicBezTo>
                    <a:pt x="233" y="0"/>
                    <a:pt x="0" y="234"/>
                    <a:pt x="0" y="521"/>
                  </a:cubicBezTo>
                  <a:cubicBezTo>
                    <a:pt x="0" y="809"/>
                    <a:pt x="233" y="1043"/>
                    <a:pt x="521" y="1043"/>
                  </a:cubicBezTo>
                  <a:cubicBezTo>
                    <a:pt x="809" y="1043"/>
                    <a:pt x="1043" y="809"/>
                    <a:pt x="1043" y="521"/>
                  </a:cubicBezTo>
                  <a:cubicBezTo>
                    <a:pt x="1043"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54"/>
            <p:cNvSpPr/>
            <p:nvPr/>
          </p:nvSpPr>
          <p:spPr>
            <a:xfrm>
              <a:off x="6803493" y="4025353"/>
              <a:ext cx="484344" cy="1183792"/>
            </a:xfrm>
            <a:custGeom>
              <a:avLst/>
              <a:gdLst/>
              <a:ahLst/>
              <a:cxnLst/>
              <a:rect l="l" t="t" r="r" b="b"/>
              <a:pathLst>
                <a:path w="9367" h="22894" extrusionOk="0">
                  <a:moveTo>
                    <a:pt x="1897" y="1"/>
                  </a:moveTo>
                  <a:cubicBezTo>
                    <a:pt x="1214" y="1"/>
                    <a:pt x="661" y="555"/>
                    <a:pt x="661" y="1238"/>
                  </a:cubicBezTo>
                  <a:cubicBezTo>
                    <a:pt x="661" y="1847"/>
                    <a:pt x="1103" y="2352"/>
                    <a:pt x="1683" y="2454"/>
                  </a:cubicBezTo>
                  <a:lnTo>
                    <a:pt x="1683" y="8153"/>
                  </a:lnTo>
                  <a:lnTo>
                    <a:pt x="46" y="9790"/>
                  </a:lnTo>
                  <a:cubicBezTo>
                    <a:pt x="17" y="9819"/>
                    <a:pt x="1" y="9858"/>
                    <a:pt x="1" y="9899"/>
                  </a:cubicBezTo>
                  <a:lnTo>
                    <a:pt x="1" y="13697"/>
                  </a:lnTo>
                  <a:cubicBezTo>
                    <a:pt x="1" y="13738"/>
                    <a:pt x="17" y="13778"/>
                    <a:pt x="46" y="13806"/>
                  </a:cubicBezTo>
                  <a:lnTo>
                    <a:pt x="9090" y="22849"/>
                  </a:lnTo>
                  <a:cubicBezTo>
                    <a:pt x="9119" y="22879"/>
                    <a:pt x="9158" y="22894"/>
                    <a:pt x="9198" y="22894"/>
                  </a:cubicBezTo>
                  <a:cubicBezTo>
                    <a:pt x="9237" y="22894"/>
                    <a:pt x="9276" y="22879"/>
                    <a:pt x="9307" y="22849"/>
                  </a:cubicBezTo>
                  <a:cubicBezTo>
                    <a:pt x="9366" y="22790"/>
                    <a:pt x="9366" y="22692"/>
                    <a:pt x="9307" y="22631"/>
                  </a:cubicBezTo>
                  <a:lnTo>
                    <a:pt x="308" y="13634"/>
                  </a:lnTo>
                  <a:lnTo>
                    <a:pt x="308" y="9963"/>
                  </a:lnTo>
                  <a:lnTo>
                    <a:pt x="1946" y="8326"/>
                  </a:lnTo>
                  <a:cubicBezTo>
                    <a:pt x="1974" y="8297"/>
                    <a:pt x="1991" y="8258"/>
                    <a:pt x="1991" y="8217"/>
                  </a:cubicBezTo>
                  <a:lnTo>
                    <a:pt x="1991" y="2466"/>
                  </a:lnTo>
                  <a:cubicBezTo>
                    <a:pt x="2629" y="2417"/>
                    <a:pt x="3135" y="1890"/>
                    <a:pt x="3135" y="1238"/>
                  </a:cubicBezTo>
                  <a:cubicBezTo>
                    <a:pt x="3135" y="555"/>
                    <a:pt x="2580" y="1"/>
                    <a:pt x="1897"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54"/>
            <p:cNvSpPr/>
            <p:nvPr/>
          </p:nvSpPr>
          <p:spPr>
            <a:xfrm>
              <a:off x="6874593" y="4062429"/>
              <a:ext cx="53983" cy="53879"/>
            </a:xfrm>
            <a:custGeom>
              <a:avLst/>
              <a:gdLst/>
              <a:ahLst/>
              <a:cxnLst/>
              <a:rect l="l" t="t" r="r" b="b"/>
              <a:pathLst>
                <a:path w="1044" h="1042" extrusionOk="0">
                  <a:moveTo>
                    <a:pt x="522" y="0"/>
                  </a:moveTo>
                  <a:cubicBezTo>
                    <a:pt x="235" y="0"/>
                    <a:pt x="1" y="233"/>
                    <a:pt x="1" y="521"/>
                  </a:cubicBezTo>
                  <a:cubicBezTo>
                    <a:pt x="1" y="809"/>
                    <a:pt x="235" y="1042"/>
                    <a:pt x="522" y="1042"/>
                  </a:cubicBezTo>
                  <a:cubicBezTo>
                    <a:pt x="811" y="1042"/>
                    <a:pt x="1043" y="809"/>
                    <a:pt x="1043" y="521"/>
                  </a:cubicBezTo>
                  <a:cubicBezTo>
                    <a:pt x="1043" y="233"/>
                    <a:pt x="81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54"/>
            <p:cNvSpPr/>
            <p:nvPr/>
          </p:nvSpPr>
          <p:spPr>
            <a:xfrm>
              <a:off x="6453731" y="4457126"/>
              <a:ext cx="138369" cy="752034"/>
            </a:xfrm>
            <a:custGeom>
              <a:avLst/>
              <a:gdLst/>
              <a:ahLst/>
              <a:cxnLst/>
              <a:rect l="l" t="t" r="r" b="b"/>
              <a:pathLst>
                <a:path w="2676" h="14544" extrusionOk="0">
                  <a:moveTo>
                    <a:pt x="1438" y="0"/>
                  </a:moveTo>
                  <a:cubicBezTo>
                    <a:pt x="755" y="0"/>
                    <a:pt x="200" y="555"/>
                    <a:pt x="200" y="1238"/>
                  </a:cubicBezTo>
                  <a:cubicBezTo>
                    <a:pt x="200" y="1525"/>
                    <a:pt x="302" y="1786"/>
                    <a:pt x="466" y="1996"/>
                  </a:cubicBezTo>
                  <a:lnTo>
                    <a:pt x="45" y="2417"/>
                  </a:lnTo>
                  <a:cubicBezTo>
                    <a:pt x="17" y="2445"/>
                    <a:pt x="1" y="2484"/>
                    <a:pt x="1" y="2526"/>
                  </a:cubicBezTo>
                  <a:lnTo>
                    <a:pt x="1" y="8856"/>
                  </a:lnTo>
                  <a:cubicBezTo>
                    <a:pt x="1" y="8896"/>
                    <a:pt x="17" y="8935"/>
                    <a:pt x="45" y="8965"/>
                  </a:cubicBezTo>
                  <a:lnTo>
                    <a:pt x="1990" y="10908"/>
                  </a:lnTo>
                  <a:lnTo>
                    <a:pt x="1990" y="14390"/>
                  </a:lnTo>
                  <a:cubicBezTo>
                    <a:pt x="1990" y="14475"/>
                    <a:pt x="2059" y="14544"/>
                    <a:pt x="2144" y="14544"/>
                  </a:cubicBezTo>
                  <a:cubicBezTo>
                    <a:pt x="2229" y="14544"/>
                    <a:pt x="2297" y="14475"/>
                    <a:pt x="2297" y="14390"/>
                  </a:cubicBezTo>
                  <a:lnTo>
                    <a:pt x="2297" y="10846"/>
                  </a:lnTo>
                  <a:cubicBezTo>
                    <a:pt x="2297" y="10804"/>
                    <a:pt x="2281" y="10765"/>
                    <a:pt x="2253" y="10737"/>
                  </a:cubicBezTo>
                  <a:lnTo>
                    <a:pt x="308" y="8792"/>
                  </a:lnTo>
                  <a:lnTo>
                    <a:pt x="308" y="2589"/>
                  </a:lnTo>
                  <a:lnTo>
                    <a:pt x="684" y="2213"/>
                  </a:lnTo>
                  <a:lnTo>
                    <a:pt x="685" y="2213"/>
                  </a:lnTo>
                  <a:cubicBezTo>
                    <a:pt x="894" y="2375"/>
                    <a:pt x="1153" y="2475"/>
                    <a:pt x="1438" y="2475"/>
                  </a:cubicBezTo>
                  <a:cubicBezTo>
                    <a:pt x="2121" y="2475"/>
                    <a:pt x="2676" y="1921"/>
                    <a:pt x="2676" y="1238"/>
                  </a:cubicBezTo>
                  <a:cubicBezTo>
                    <a:pt x="2676" y="555"/>
                    <a:pt x="2121" y="0"/>
                    <a:pt x="1438"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54"/>
            <p:cNvSpPr/>
            <p:nvPr/>
          </p:nvSpPr>
          <p:spPr>
            <a:xfrm>
              <a:off x="6501097" y="4494150"/>
              <a:ext cx="53983" cy="53983"/>
            </a:xfrm>
            <a:custGeom>
              <a:avLst/>
              <a:gdLst/>
              <a:ahLst/>
              <a:cxnLst/>
              <a:rect l="l" t="t" r="r" b="b"/>
              <a:pathLst>
                <a:path w="1044" h="1044" extrusionOk="0">
                  <a:moveTo>
                    <a:pt x="522" y="1"/>
                  </a:moveTo>
                  <a:cubicBezTo>
                    <a:pt x="235" y="1"/>
                    <a:pt x="1" y="234"/>
                    <a:pt x="1" y="522"/>
                  </a:cubicBezTo>
                  <a:cubicBezTo>
                    <a:pt x="1" y="809"/>
                    <a:pt x="235" y="1044"/>
                    <a:pt x="522" y="1044"/>
                  </a:cubicBezTo>
                  <a:cubicBezTo>
                    <a:pt x="809" y="1044"/>
                    <a:pt x="1043" y="809"/>
                    <a:pt x="1043" y="522"/>
                  </a:cubicBezTo>
                  <a:cubicBezTo>
                    <a:pt x="1043"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54"/>
            <p:cNvSpPr/>
            <p:nvPr/>
          </p:nvSpPr>
          <p:spPr>
            <a:xfrm>
              <a:off x="7362316" y="4292587"/>
              <a:ext cx="553994" cy="916567"/>
            </a:xfrm>
            <a:custGeom>
              <a:avLst/>
              <a:gdLst/>
              <a:ahLst/>
              <a:cxnLst/>
              <a:rect l="l" t="t" r="r" b="b"/>
              <a:pathLst>
                <a:path w="10714" h="17726" extrusionOk="0">
                  <a:moveTo>
                    <a:pt x="1237" y="0"/>
                  </a:moveTo>
                  <a:cubicBezTo>
                    <a:pt x="553" y="0"/>
                    <a:pt x="0" y="553"/>
                    <a:pt x="0" y="1237"/>
                  </a:cubicBezTo>
                  <a:cubicBezTo>
                    <a:pt x="0" y="1920"/>
                    <a:pt x="553" y="2474"/>
                    <a:pt x="1237" y="2474"/>
                  </a:cubicBezTo>
                  <a:cubicBezTo>
                    <a:pt x="1539" y="2474"/>
                    <a:pt x="1813" y="2362"/>
                    <a:pt x="2026" y="2182"/>
                  </a:cubicBezTo>
                  <a:lnTo>
                    <a:pt x="5616" y="5771"/>
                  </a:lnTo>
                  <a:lnTo>
                    <a:pt x="5616" y="12797"/>
                  </a:lnTo>
                  <a:cubicBezTo>
                    <a:pt x="5616" y="12839"/>
                    <a:pt x="5632" y="12878"/>
                    <a:pt x="5662" y="12906"/>
                  </a:cubicBezTo>
                  <a:cubicBezTo>
                    <a:pt x="5662" y="12906"/>
                    <a:pt x="10291" y="17537"/>
                    <a:pt x="10437" y="17681"/>
                  </a:cubicBezTo>
                  <a:cubicBezTo>
                    <a:pt x="10466" y="17711"/>
                    <a:pt x="10505" y="17726"/>
                    <a:pt x="10544" y="17726"/>
                  </a:cubicBezTo>
                  <a:cubicBezTo>
                    <a:pt x="10584" y="17726"/>
                    <a:pt x="10623" y="17710"/>
                    <a:pt x="10654" y="17681"/>
                  </a:cubicBezTo>
                  <a:cubicBezTo>
                    <a:pt x="10713" y="17620"/>
                    <a:pt x="10713" y="17524"/>
                    <a:pt x="10653" y="17463"/>
                  </a:cubicBezTo>
                  <a:lnTo>
                    <a:pt x="10654" y="17463"/>
                  </a:lnTo>
                  <a:cubicBezTo>
                    <a:pt x="10517" y="17327"/>
                    <a:pt x="6402" y="13211"/>
                    <a:pt x="5924" y="12733"/>
                  </a:cubicBezTo>
                  <a:lnTo>
                    <a:pt x="5924" y="5708"/>
                  </a:lnTo>
                  <a:cubicBezTo>
                    <a:pt x="5924" y="5667"/>
                    <a:pt x="5908" y="5627"/>
                    <a:pt x="5879" y="5599"/>
                  </a:cubicBezTo>
                  <a:lnTo>
                    <a:pt x="2238" y="1959"/>
                  </a:lnTo>
                  <a:cubicBezTo>
                    <a:pt x="2386" y="1754"/>
                    <a:pt x="2475" y="1507"/>
                    <a:pt x="2475" y="1237"/>
                  </a:cubicBezTo>
                  <a:cubicBezTo>
                    <a:pt x="2475" y="553"/>
                    <a:pt x="1920" y="0"/>
                    <a:pt x="1237"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54"/>
            <p:cNvSpPr/>
            <p:nvPr/>
          </p:nvSpPr>
          <p:spPr>
            <a:xfrm>
              <a:off x="7399339" y="4329559"/>
              <a:ext cx="53931" cy="53931"/>
            </a:xfrm>
            <a:custGeom>
              <a:avLst/>
              <a:gdLst/>
              <a:ahLst/>
              <a:cxnLst/>
              <a:rect l="l" t="t" r="r" b="b"/>
              <a:pathLst>
                <a:path w="1043" h="1043" extrusionOk="0">
                  <a:moveTo>
                    <a:pt x="521" y="0"/>
                  </a:moveTo>
                  <a:cubicBezTo>
                    <a:pt x="234" y="0"/>
                    <a:pt x="1" y="234"/>
                    <a:pt x="1" y="522"/>
                  </a:cubicBezTo>
                  <a:cubicBezTo>
                    <a:pt x="1" y="809"/>
                    <a:pt x="234" y="1043"/>
                    <a:pt x="521" y="1043"/>
                  </a:cubicBezTo>
                  <a:cubicBezTo>
                    <a:pt x="809" y="1043"/>
                    <a:pt x="1042" y="810"/>
                    <a:pt x="1042" y="522"/>
                  </a:cubicBezTo>
                  <a:cubicBezTo>
                    <a:pt x="1042"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54"/>
            <p:cNvSpPr/>
            <p:nvPr/>
          </p:nvSpPr>
          <p:spPr>
            <a:xfrm>
              <a:off x="7473180" y="4109381"/>
              <a:ext cx="1277330" cy="1062382"/>
            </a:xfrm>
            <a:custGeom>
              <a:avLst/>
              <a:gdLst/>
              <a:ahLst/>
              <a:cxnLst/>
              <a:rect l="l" t="t" r="r" b="b"/>
              <a:pathLst>
                <a:path w="24703" h="20546" extrusionOk="0">
                  <a:moveTo>
                    <a:pt x="1238" y="0"/>
                  </a:moveTo>
                  <a:cubicBezTo>
                    <a:pt x="555" y="0"/>
                    <a:pt x="1" y="553"/>
                    <a:pt x="1" y="1237"/>
                  </a:cubicBezTo>
                  <a:cubicBezTo>
                    <a:pt x="1" y="1920"/>
                    <a:pt x="555" y="2474"/>
                    <a:pt x="1238" y="2474"/>
                  </a:cubicBezTo>
                  <a:cubicBezTo>
                    <a:pt x="1922" y="2474"/>
                    <a:pt x="2415" y="1972"/>
                    <a:pt x="2466" y="1335"/>
                  </a:cubicBezTo>
                  <a:lnTo>
                    <a:pt x="11270" y="1335"/>
                  </a:lnTo>
                  <a:lnTo>
                    <a:pt x="14731" y="4796"/>
                  </a:lnTo>
                  <a:cubicBezTo>
                    <a:pt x="14759" y="4825"/>
                    <a:pt x="14798" y="4841"/>
                    <a:pt x="14839" y="4841"/>
                  </a:cubicBezTo>
                  <a:lnTo>
                    <a:pt x="19653" y="4841"/>
                  </a:lnTo>
                  <a:lnTo>
                    <a:pt x="21522" y="6710"/>
                  </a:lnTo>
                  <a:lnTo>
                    <a:pt x="21522" y="17534"/>
                  </a:lnTo>
                  <a:cubicBezTo>
                    <a:pt x="21522" y="17574"/>
                    <a:pt x="21539" y="17615"/>
                    <a:pt x="21567" y="17643"/>
                  </a:cubicBezTo>
                  <a:lnTo>
                    <a:pt x="24425" y="20500"/>
                  </a:lnTo>
                  <a:cubicBezTo>
                    <a:pt x="24455" y="20531"/>
                    <a:pt x="24494" y="20545"/>
                    <a:pt x="24533" y="20545"/>
                  </a:cubicBezTo>
                  <a:cubicBezTo>
                    <a:pt x="24573" y="20545"/>
                    <a:pt x="24612" y="20530"/>
                    <a:pt x="24642" y="20500"/>
                  </a:cubicBezTo>
                  <a:cubicBezTo>
                    <a:pt x="24702" y="20440"/>
                    <a:pt x="24702" y="20343"/>
                    <a:pt x="24642" y="20283"/>
                  </a:cubicBezTo>
                  <a:lnTo>
                    <a:pt x="21830" y="17470"/>
                  </a:lnTo>
                  <a:lnTo>
                    <a:pt x="21830" y="6646"/>
                  </a:lnTo>
                  <a:cubicBezTo>
                    <a:pt x="21830" y="6606"/>
                    <a:pt x="21814" y="6566"/>
                    <a:pt x="21785" y="6537"/>
                  </a:cubicBezTo>
                  <a:lnTo>
                    <a:pt x="19826" y="4579"/>
                  </a:lnTo>
                  <a:cubicBezTo>
                    <a:pt x="19797" y="4550"/>
                    <a:pt x="19758" y="4534"/>
                    <a:pt x="19717" y="4534"/>
                  </a:cubicBezTo>
                  <a:lnTo>
                    <a:pt x="14903" y="4534"/>
                  </a:lnTo>
                  <a:lnTo>
                    <a:pt x="11442" y="1072"/>
                  </a:lnTo>
                  <a:cubicBezTo>
                    <a:pt x="11413" y="1044"/>
                    <a:pt x="11374" y="1027"/>
                    <a:pt x="11333" y="1027"/>
                  </a:cubicBezTo>
                  <a:lnTo>
                    <a:pt x="2455" y="1027"/>
                  </a:lnTo>
                  <a:cubicBezTo>
                    <a:pt x="2354" y="445"/>
                    <a:pt x="1850" y="0"/>
                    <a:pt x="1238"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54"/>
            <p:cNvSpPr/>
            <p:nvPr/>
          </p:nvSpPr>
          <p:spPr>
            <a:xfrm>
              <a:off x="7510308" y="4146405"/>
              <a:ext cx="53879" cy="53879"/>
            </a:xfrm>
            <a:custGeom>
              <a:avLst/>
              <a:gdLst/>
              <a:ahLst/>
              <a:cxnLst/>
              <a:rect l="l" t="t" r="r" b="b"/>
              <a:pathLst>
                <a:path w="1042" h="1042" extrusionOk="0">
                  <a:moveTo>
                    <a:pt x="520" y="0"/>
                  </a:moveTo>
                  <a:cubicBezTo>
                    <a:pt x="233" y="0"/>
                    <a:pt x="0" y="233"/>
                    <a:pt x="0" y="521"/>
                  </a:cubicBezTo>
                  <a:cubicBezTo>
                    <a:pt x="0" y="809"/>
                    <a:pt x="233" y="1042"/>
                    <a:pt x="520" y="1042"/>
                  </a:cubicBezTo>
                  <a:cubicBezTo>
                    <a:pt x="809" y="1042"/>
                    <a:pt x="1042" y="809"/>
                    <a:pt x="1042" y="521"/>
                  </a:cubicBezTo>
                  <a:cubicBezTo>
                    <a:pt x="1042" y="233"/>
                    <a:pt x="809" y="0"/>
                    <a:pt x="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54"/>
            <p:cNvSpPr/>
            <p:nvPr/>
          </p:nvSpPr>
          <p:spPr>
            <a:xfrm>
              <a:off x="7238834" y="4534018"/>
              <a:ext cx="56103" cy="56103"/>
            </a:xfrm>
            <a:custGeom>
              <a:avLst/>
              <a:gdLst/>
              <a:ahLst/>
              <a:cxnLst/>
              <a:rect l="l" t="t" r="r" b="b"/>
              <a:pathLst>
                <a:path w="1085" h="1085" extrusionOk="0">
                  <a:moveTo>
                    <a:pt x="543" y="1"/>
                  </a:moveTo>
                  <a:cubicBezTo>
                    <a:pt x="244" y="1"/>
                    <a:pt x="0" y="243"/>
                    <a:pt x="0" y="542"/>
                  </a:cubicBezTo>
                  <a:cubicBezTo>
                    <a:pt x="0" y="842"/>
                    <a:pt x="244" y="1085"/>
                    <a:pt x="543" y="1085"/>
                  </a:cubicBezTo>
                  <a:cubicBezTo>
                    <a:pt x="842" y="1085"/>
                    <a:pt x="1084" y="842"/>
                    <a:pt x="1084" y="542"/>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54"/>
            <p:cNvSpPr/>
            <p:nvPr/>
          </p:nvSpPr>
          <p:spPr>
            <a:xfrm>
              <a:off x="7151342" y="4446474"/>
              <a:ext cx="56103" cy="56103"/>
            </a:xfrm>
            <a:custGeom>
              <a:avLst/>
              <a:gdLst/>
              <a:ahLst/>
              <a:cxnLst/>
              <a:rect l="l" t="t" r="r" b="b"/>
              <a:pathLst>
                <a:path w="1085" h="1085" extrusionOk="0">
                  <a:moveTo>
                    <a:pt x="542" y="1"/>
                  </a:moveTo>
                  <a:cubicBezTo>
                    <a:pt x="243" y="1"/>
                    <a:pt x="1" y="243"/>
                    <a:pt x="1" y="543"/>
                  </a:cubicBezTo>
                  <a:cubicBezTo>
                    <a:pt x="1" y="842"/>
                    <a:pt x="243" y="1085"/>
                    <a:pt x="542" y="1085"/>
                  </a:cubicBezTo>
                  <a:cubicBezTo>
                    <a:pt x="841" y="1085"/>
                    <a:pt x="1085" y="842"/>
                    <a:pt x="1085" y="543"/>
                  </a:cubicBezTo>
                  <a:cubicBezTo>
                    <a:pt x="1085"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54"/>
            <p:cNvSpPr/>
            <p:nvPr/>
          </p:nvSpPr>
          <p:spPr>
            <a:xfrm>
              <a:off x="7061367" y="4356500"/>
              <a:ext cx="56103" cy="56103"/>
            </a:xfrm>
            <a:custGeom>
              <a:avLst/>
              <a:gdLst/>
              <a:ahLst/>
              <a:cxnLst/>
              <a:rect l="l" t="t" r="r" b="b"/>
              <a:pathLst>
                <a:path w="1085" h="1085" extrusionOk="0">
                  <a:moveTo>
                    <a:pt x="542" y="1"/>
                  </a:moveTo>
                  <a:cubicBezTo>
                    <a:pt x="243" y="1"/>
                    <a:pt x="0" y="244"/>
                    <a:pt x="0" y="543"/>
                  </a:cubicBezTo>
                  <a:cubicBezTo>
                    <a:pt x="0" y="842"/>
                    <a:pt x="243" y="1085"/>
                    <a:pt x="542" y="1085"/>
                  </a:cubicBezTo>
                  <a:cubicBezTo>
                    <a:pt x="842" y="1085"/>
                    <a:pt x="1084" y="842"/>
                    <a:pt x="1084" y="543"/>
                  </a:cubicBezTo>
                  <a:cubicBezTo>
                    <a:pt x="1084" y="244"/>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54"/>
            <p:cNvSpPr/>
            <p:nvPr/>
          </p:nvSpPr>
          <p:spPr>
            <a:xfrm>
              <a:off x="8067114" y="4627870"/>
              <a:ext cx="56103" cy="56103"/>
            </a:xfrm>
            <a:custGeom>
              <a:avLst/>
              <a:gdLst/>
              <a:ahLst/>
              <a:cxnLst/>
              <a:rect l="l" t="t" r="r" b="b"/>
              <a:pathLst>
                <a:path w="1085" h="1085" extrusionOk="0">
                  <a:moveTo>
                    <a:pt x="542" y="0"/>
                  </a:moveTo>
                  <a:cubicBezTo>
                    <a:pt x="243" y="0"/>
                    <a:pt x="1" y="243"/>
                    <a:pt x="1" y="542"/>
                  </a:cubicBezTo>
                  <a:cubicBezTo>
                    <a:pt x="1" y="842"/>
                    <a:pt x="243" y="1084"/>
                    <a:pt x="542" y="1084"/>
                  </a:cubicBezTo>
                  <a:cubicBezTo>
                    <a:pt x="841" y="1084"/>
                    <a:pt x="1085" y="842"/>
                    <a:pt x="1085" y="542"/>
                  </a:cubicBezTo>
                  <a:cubicBezTo>
                    <a:pt x="1085" y="243"/>
                    <a:pt x="841"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54"/>
            <p:cNvSpPr/>
            <p:nvPr/>
          </p:nvSpPr>
          <p:spPr>
            <a:xfrm>
              <a:off x="7979570" y="4540326"/>
              <a:ext cx="56103" cy="56103"/>
            </a:xfrm>
            <a:custGeom>
              <a:avLst/>
              <a:gdLst/>
              <a:ahLst/>
              <a:cxnLst/>
              <a:rect l="l" t="t" r="r" b="b"/>
              <a:pathLst>
                <a:path w="1085" h="1085" extrusionOk="0">
                  <a:moveTo>
                    <a:pt x="542" y="0"/>
                  </a:moveTo>
                  <a:cubicBezTo>
                    <a:pt x="243" y="0"/>
                    <a:pt x="1" y="243"/>
                    <a:pt x="1" y="542"/>
                  </a:cubicBezTo>
                  <a:cubicBezTo>
                    <a:pt x="1" y="842"/>
                    <a:pt x="243" y="1084"/>
                    <a:pt x="542" y="1084"/>
                  </a:cubicBezTo>
                  <a:cubicBezTo>
                    <a:pt x="843" y="1084"/>
                    <a:pt x="1085" y="842"/>
                    <a:pt x="1085" y="542"/>
                  </a:cubicBezTo>
                  <a:cubicBezTo>
                    <a:pt x="1085" y="243"/>
                    <a:pt x="843" y="0"/>
                    <a:pt x="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54"/>
            <p:cNvSpPr/>
            <p:nvPr/>
          </p:nvSpPr>
          <p:spPr>
            <a:xfrm>
              <a:off x="7889595" y="4450352"/>
              <a:ext cx="56103" cy="56103"/>
            </a:xfrm>
            <a:custGeom>
              <a:avLst/>
              <a:gdLst/>
              <a:ahLst/>
              <a:cxnLst/>
              <a:rect l="l" t="t" r="r" b="b"/>
              <a:pathLst>
                <a:path w="1085" h="1085" extrusionOk="0">
                  <a:moveTo>
                    <a:pt x="543" y="0"/>
                  </a:moveTo>
                  <a:cubicBezTo>
                    <a:pt x="243" y="0"/>
                    <a:pt x="1" y="243"/>
                    <a:pt x="1" y="543"/>
                  </a:cubicBezTo>
                  <a:cubicBezTo>
                    <a:pt x="1" y="842"/>
                    <a:pt x="243" y="1084"/>
                    <a:pt x="543" y="1084"/>
                  </a:cubicBezTo>
                  <a:cubicBezTo>
                    <a:pt x="842" y="1084"/>
                    <a:pt x="1085" y="842"/>
                    <a:pt x="1085" y="543"/>
                  </a:cubicBezTo>
                  <a:cubicBezTo>
                    <a:pt x="1085" y="243"/>
                    <a:pt x="842" y="0"/>
                    <a:pt x="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54"/>
            <p:cNvSpPr/>
            <p:nvPr/>
          </p:nvSpPr>
          <p:spPr>
            <a:xfrm>
              <a:off x="6771020" y="4690956"/>
              <a:ext cx="80974" cy="81026"/>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54"/>
            <p:cNvSpPr/>
            <p:nvPr/>
          </p:nvSpPr>
          <p:spPr>
            <a:xfrm>
              <a:off x="6693094" y="4613081"/>
              <a:ext cx="236820" cy="236769"/>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54"/>
            <p:cNvSpPr/>
            <p:nvPr/>
          </p:nvSpPr>
          <p:spPr>
            <a:xfrm>
              <a:off x="7611141" y="4547204"/>
              <a:ext cx="81026" cy="81026"/>
            </a:xfrm>
            <a:custGeom>
              <a:avLst/>
              <a:gdLst/>
              <a:ahLst/>
              <a:cxnLst/>
              <a:rect l="l" t="t" r="r" b="b"/>
              <a:pathLst>
                <a:path w="1567" h="1567" extrusionOk="0">
                  <a:moveTo>
                    <a:pt x="783" y="1"/>
                  </a:moveTo>
                  <a:cubicBezTo>
                    <a:pt x="351" y="1"/>
                    <a:pt x="1" y="351"/>
                    <a:pt x="1" y="784"/>
                  </a:cubicBezTo>
                  <a:cubicBezTo>
                    <a:pt x="1" y="1216"/>
                    <a:pt x="351" y="1566"/>
                    <a:pt x="783" y="1566"/>
                  </a:cubicBezTo>
                  <a:cubicBezTo>
                    <a:pt x="1216" y="1566"/>
                    <a:pt x="1566" y="1216"/>
                    <a:pt x="1566" y="784"/>
                  </a:cubicBezTo>
                  <a:cubicBezTo>
                    <a:pt x="1566" y="351"/>
                    <a:pt x="1216"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54"/>
            <p:cNvSpPr/>
            <p:nvPr/>
          </p:nvSpPr>
          <p:spPr>
            <a:xfrm>
              <a:off x="7533215" y="4469278"/>
              <a:ext cx="236820" cy="236872"/>
            </a:xfrm>
            <a:custGeom>
              <a:avLst/>
              <a:gdLst/>
              <a:ahLst/>
              <a:cxnLst/>
              <a:rect l="l" t="t" r="r" b="b"/>
              <a:pathLst>
                <a:path w="4580" h="4581" extrusionOk="0">
                  <a:moveTo>
                    <a:pt x="2290" y="156"/>
                  </a:moveTo>
                  <a:cubicBezTo>
                    <a:pt x="3468" y="156"/>
                    <a:pt x="4426" y="1113"/>
                    <a:pt x="4426" y="2291"/>
                  </a:cubicBezTo>
                  <a:cubicBezTo>
                    <a:pt x="4426" y="3468"/>
                    <a:pt x="3468" y="4427"/>
                    <a:pt x="2290" y="4427"/>
                  </a:cubicBezTo>
                  <a:cubicBezTo>
                    <a:pt x="1113" y="4427"/>
                    <a:pt x="154" y="3468"/>
                    <a:pt x="154" y="2291"/>
                  </a:cubicBezTo>
                  <a:cubicBezTo>
                    <a:pt x="154" y="1113"/>
                    <a:pt x="1113" y="156"/>
                    <a:pt x="2290" y="156"/>
                  </a:cubicBezTo>
                  <a:close/>
                  <a:moveTo>
                    <a:pt x="2290" y="1"/>
                  </a:moveTo>
                  <a:cubicBezTo>
                    <a:pt x="1028" y="1"/>
                    <a:pt x="1" y="1028"/>
                    <a:pt x="1" y="2291"/>
                  </a:cubicBezTo>
                  <a:cubicBezTo>
                    <a:pt x="1" y="3553"/>
                    <a:pt x="1028" y="4580"/>
                    <a:pt x="2290" y="4580"/>
                  </a:cubicBezTo>
                  <a:cubicBezTo>
                    <a:pt x="3553" y="4580"/>
                    <a:pt x="4579" y="3553"/>
                    <a:pt x="4579" y="2291"/>
                  </a:cubicBezTo>
                  <a:cubicBezTo>
                    <a:pt x="4579" y="1028"/>
                    <a:pt x="3553" y="1"/>
                    <a:pt x="2290" y="1"/>
                  </a:cubicBezTo>
                  <a:close/>
                </a:path>
              </a:pathLst>
            </a:custGeom>
            <a:solidFill>
              <a:schemeClr val="accent1"/>
            </a:solidFill>
            <a:ln>
              <a:noFill/>
            </a:ln>
            <a:effectLst>
              <a:outerShdw blurRad="85725"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47"/>
        <p:cNvGrpSpPr/>
        <p:nvPr/>
      </p:nvGrpSpPr>
      <p:grpSpPr>
        <a:xfrm>
          <a:off x="0" y="0"/>
          <a:ext cx="0" cy="0"/>
          <a:chOff x="0" y="0"/>
          <a:chExt cx="0" cy="0"/>
        </a:xfrm>
      </p:grpSpPr>
      <p:sp>
        <p:nvSpPr>
          <p:cNvPr id="2248" name="Google Shape;2248;p52"/>
          <p:cNvSpPr txBox="1">
            <a:spLocks noGrp="1"/>
          </p:cNvSpPr>
          <p:nvPr>
            <p:ph type="title"/>
          </p:nvPr>
        </p:nvSpPr>
        <p:spPr>
          <a:xfrm>
            <a:off x="2184400" y="1316203"/>
            <a:ext cx="3860793" cy="117299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b="1" dirty="0" smtClean="0">
                <a:solidFill>
                  <a:srgbClr val="FFC000"/>
                </a:solidFill>
                <a:latin typeface="Times New Roman" panose="02020603050405020304" pitchFamily="18" charset="0"/>
                <a:cs typeface="Times New Roman" panose="02020603050405020304" pitchFamily="18" charset="0"/>
              </a:rPr>
              <a:t>Any Questions </a:t>
            </a:r>
            <a:endParaRPr sz="4400" b="1" dirty="0">
              <a:solidFill>
                <a:srgbClr val="FFC000"/>
              </a:solidFill>
              <a:latin typeface="Times New Roman" panose="02020603050405020304" pitchFamily="18" charset="0"/>
              <a:cs typeface="Times New Roman" panose="02020603050405020304" pitchFamily="18" charset="0"/>
            </a:endParaRPr>
          </a:p>
        </p:txBody>
      </p:sp>
      <p:grpSp>
        <p:nvGrpSpPr>
          <p:cNvPr id="2251" name="Google Shape;2251;p52"/>
          <p:cNvGrpSpPr/>
          <p:nvPr/>
        </p:nvGrpSpPr>
        <p:grpSpPr>
          <a:xfrm>
            <a:off x="724831" y="-43622"/>
            <a:ext cx="2207482" cy="1748498"/>
            <a:chOff x="724831" y="-43622"/>
            <a:chExt cx="2207482" cy="1748498"/>
          </a:xfrm>
        </p:grpSpPr>
        <p:sp>
          <p:nvSpPr>
            <p:cNvPr id="2252" name="Google Shape;2252;p52"/>
            <p:cNvSpPr/>
            <p:nvPr/>
          </p:nvSpPr>
          <p:spPr>
            <a:xfrm rot="5400000">
              <a:off x="2033374" y="-162906"/>
              <a:ext cx="765077" cy="1032799"/>
            </a:xfrm>
            <a:custGeom>
              <a:avLst/>
              <a:gdLst/>
              <a:ahLst/>
              <a:cxnLst/>
              <a:rect l="l" t="t" r="r" b="b"/>
              <a:pathLst>
                <a:path w="15326" h="20689" extrusionOk="0">
                  <a:moveTo>
                    <a:pt x="168" y="0"/>
                  </a:moveTo>
                  <a:cubicBezTo>
                    <a:pt x="129" y="0"/>
                    <a:pt x="89" y="15"/>
                    <a:pt x="59" y="45"/>
                  </a:cubicBezTo>
                  <a:cubicBezTo>
                    <a:pt x="0" y="104"/>
                    <a:pt x="0" y="202"/>
                    <a:pt x="59" y="262"/>
                  </a:cubicBezTo>
                  <a:lnTo>
                    <a:pt x="2055" y="2257"/>
                  </a:lnTo>
                  <a:lnTo>
                    <a:pt x="2055" y="4649"/>
                  </a:lnTo>
                  <a:cubicBezTo>
                    <a:pt x="2055" y="4689"/>
                    <a:pt x="2071" y="4728"/>
                    <a:pt x="2100" y="4756"/>
                  </a:cubicBezTo>
                  <a:lnTo>
                    <a:pt x="7439" y="10096"/>
                  </a:lnTo>
                  <a:cubicBezTo>
                    <a:pt x="7468" y="10125"/>
                    <a:pt x="7507" y="10141"/>
                    <a:pt x="7548" y="10141"/>
                  </a:cubicBezTo>
                  <a:lnTo>
                    <a:pt x="13590" y="10141"/>
                  </a:lnTo>
                  <a:lnTo>
                    <a:pt x="15018" y="11570"/>
                  </a:lnTo>
                  <a:lnTo>
                    <a:pt x="15018" y="14341"/>
                  </a:lnTo>
                  <a:lnTo>
                    <a:pt x="13328" y="16032"/>
                  </a:lnTo>
                  <a:lnTo>
                    <a:pt x="11834" y="16032"/>
                  </a:lnTo>
                  <a:cubicBezTo>
                    <a:pt x="11793" y="16032"/>
                    <a:pt x="11754" y="16048"/>
                    <a:pt x="11725" y="16077"/>
                  </a:cubicBezTo>
                  <a:lnTo>
                    <a:pt x="9898" y="17903"/>
                  </a:lnTo>
                  <a:cubicBezTo>
                    <a:pt x="9870" y="17932"/>
                    <a:pt x="9853" y="17972"/>
                    <a:pt x="9853" y="18012"/>
                  </a:cubicBezTo>
                  <a:lnTo>
                    <a:pt x="9853" y="20535"/>
                  </a:lnTo>
                  <a:cubicBezTo>
                    <a:pt x="9853" y="20619"/>
                    <a:pt x="9922" y="20688"/>
                    <a:pt x="10007" y="20688"/>
                  </a:cubicBezTo>
                  <a:cubicBezTo>
                    <a:pt x="10092" y="20688"/>
                    <a:pt x="10161" y="20620"/>
                    <a:pt x="10161" y="20535"/>
                  </a:cubicBezTo>
                  <a:lnTo>
                    <a:pt x="10161" y="18076"/>
                  </a:lnTo>
                  <a:lnTo>
                    <a:pt x="11897" y="16339"/>
                  </a:lnTo>
                  <a:lnTo>
                    <a:pt x="13392" y="16339"/>
                  </a:lnTo>
                  <a:cubicBezTo>
                    <a:pt x="13432" y="16339"/>
                    <a:pt x="13471" y="16324"/>
                    <a:pt x="13500" y="16294"/>
                  </a:cubicBezTo>
                  <a:lnTo>
                    <a:pt x="15281" y="14514"/>
                  </a:lnTo>
                  <a:cubicBezTo>
                    <a:pt x="15310" y="14484"/>
                    <a:pt x="15326" y="14445"/>
                    <a:pt x="15326" y="14405"/>
                  </a:cubicBezTo>
                  <a:lnTo>
                    <a:pt x="15326" y="11506"/>
                  </a:lnTo>
                  <a:cubicBezTo>
                    <a:pt x="15326" y="11466"/>
                    <a:pt x="15310" y="11427"/>
                    <a:pt x="15281" y="11398"/>
                  </a:cubicBezTo>
                  <a:lnTo>
                    <a:pt x="13762" y="9879"/>
                  </a:lnTo>
                  <a:cubicBezTo>
                    <a:pt x="13733" y="9850"/>
                    <a:pt x="13694" y="9834"/>
                    <a:pt x="13653" y="9834"/>
                  </a:cubicBezTo>
                  <a:lnTo>
                    <a:pt x="7612" y="9834"/>
                  </a:lnTo>
                  <a:lnTo>
                    <a:pt x="2362" y="4585"/>
                  </a:lnTo>
                  <a:lnTo>
                    <a:pt x="2362" y="2193"/>
                  </a:lnTo>
                  <a:cubicBezTo>
                    <a:pt x="2362" y="2153"/>
                    <a:pt x="2345" y="2114"/>
                    <a:pt x="2317" y="2084"/>
                  </a:cubicBezTo>
                  <a:lnTo>
                    <a:pt x="277" y="45"/>
                  </a:lnTo>
                  <a:cubicBezTo>
                    <a:pt x="247" y="15"/>
                    <a:pt x="208" y="0"/>
                    <a:pt x="16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52"/>
            <p:cNvSpPr/>
            <p:nvPr/>
          </p:nvSpPr>
          <p:spPr>
            <a:xfrm rot="5400000">
              <a:off x="1668247" y="-80837"/>
              <a:ext cx="817044" cy="920628"/>
            </a:xfrm>
            <a:custGeom>
              <a:avLst/>
              <a:gdLst/>
              <a:ahLst/>
              <a:cxnLst/>
              <a:rect l="l" t="t" r="r" b="b"/>
              <a:pathLst>
                <a:path w="16367" h="18442" extrusionOk="0">
                  <a:moveTo>
                    <a:pt x="168" y="0"/>
                  </a:moveTo>
                  <a:cubicBezTo>
                    <a:pt x="129" y="0"/>
                    <a:pt x="89" y="15"/>
                    <a:pt x="59" y="45"/>
                  </a:cubicBezTo>
                  <a:cubicBezTo>
                    <a:pt x="0" y="106"/>
                    <a:pt x="0" y="203"/>
                    <a:pt x="59" y="263"/>
                  </a:cubicBezTo>
                  <a:lnTo>
                    <a:pt x="6175" y="6377"/>
                  </a:lnTo>
                  <a:lnTo>
                    <a:pt x="6175" y="12362"/>
                  </a:lnTo>
                  <a:cubicBezTo>
                    <a:pt x="6175" y="12403"/>
                    <a:pt x="6191" y="12442"/>
                    <a:pt x="6219" y="12471"/>
                  </a:cubicBezTo>
                  <a:lnTo>
                    <a:pt x="9071" y="15323"/>
                  </a:lnTo>
                  <a:cubicBezTo>
                    <a:pt x="9100" y="15351"/>
                    <a:pt x="9139" y="15368"/>
                    <a:pt x="9180" y="15368"/>
                  </a:cubicBezTo>
                  <a:lnTo>
                    <a:pt x="14254" y="15368"/>
                  </a:lnTo>
                  <a:lnTo>
                    <a:pt x="16058" y="17172"/>
                  </a:lnTo>
                  <a:lnTo>
                    <a:pt x="16058" y="18288"/>
                  </a:lnTo>
                  <a:cubicBezTo>
                    <a:pt x="16058" y="18373"/>
                    <a:pt x="16127" y="18441"/>
                    <a:pt x="16211" y="18441"/>
                  </a:cubicBezTo>
                  <a:lnTo>
                    <a:pt x="16212" y="18441"/>
                  </a:lnTo>
                  <a:cubicBezTo>
                    <a:pt x="16296" y="18441"/>
                    <a:pt x="16366" y="18373"/>
                    <a:pt x="16366" y="18288"/>
                  </a:cubicBezTo>
                  <a:lnTo>
                    <a:pt x="16366" y="17108"/>
                  </a:lnTo>
                  <a:cubicBezTo>
                    <a:pt x="16366" y="17068"/>
                    <a:pt x="16350" y="17029"/>
                    <a:pt x="16321" y="16999"/>
                  </a:cubicBezTo>
                  <a:lnTo>
                    <a:pt x="14426" y="15105"/>
                  </a:lnTo>
                  <a:cubicBezTo>
                    <a:pt x="14398" y="15077"/>
                    <a:pt x="14359" y="15060"/>
                    <a:pt x="14317" y="15060"/>
                  </a:cubicBezTo>
                  <a:lnTo>
                    <a:pt x="9243" y="15060"/>
                  </a:lnTo>
                  <a:lnTo>
                    <a:pt x="6482" y="12299"/>
                  </a:lnTo>
                  <a:lnTo>
                    <a:pt x="6482" y="6313"/>
                  </a:lnTo>
                  <a:cubicBezTo>
                    <a:pt x="6482" y="6273"/>
                    <a:pt x="6465" y="6234"/>
                    <a:pt x="6437" y="6206"/>
                  </a:cubicBezTo>
                  <a:lnTo>
                    <a:pt x="277" y="45"/>
                  </a:lnTo>
                  <a:cubicBezTo>
                    <a:pt x="247" y="15"/>
                    <a:pt x="208" y="0"/>
                    <a:pt x="16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52"/>
            <p:cNvSpPr/>
            <p:nvPr/>
          </p:nvSpPr>
          <p:spPr>
            <a:xfrm rot="5400000">
              <a:off x="1355217" y="95955"/>
              <a:ext cx="1128496" cy="873703"/>
            </a:xfrm>
            <a:custGeom>
              <a:avLst/>
              <a:gdLst/>
              <a:ahLst/>
              <a:cxnLst/>
              <a:rect l="l" t="t" r="r" b="b"/>
              <a:pathLst>
                <a:path w="22606" h="17502" extrusionOk="0">
                  <a:moveTo>
                    <a:pt x="170" y="1"/>
                  </a:moveTo>
                  <a:cubicBezTo>
                    <a:pt x="130" y="1"/>
                    <a:pt x="91" y="16"/>
                    <a:pt x="61" y="45"/>
                  </a:cubicBezTo>
                  <a:cubicBezTo>
                    <a:pt x="1" y="106"/>
                    <a:pt x="1" y="204"/>
                    <a:pt x="61" y="263"/>
                  </a:cubicBezTo>
                  <a:lnTo>
                    <a:pt x="3137" y="3339"/>
                  </a:lnTo>
                  <a:lnTo>
                    <a:pt x="3137" y="8169"/>
                  </a:lnTo>
                  <a:cubicBezTo>
                    <a:pt x="3137" y="8209"/>
                    <a:pt x="3154" y="8250"/>
                    <a:pt x="3182" y="8278"/>
                  </a:cubicBezTo>
                  <a:lnTo>
                    <a:pt x="5189" y="10285"/>
                  </a:lnTo>
                  <a:lnTo>
                    <a:pt x="5189" y="13370"/>
                  </a:lnTo>
                  <a:cubicBezTo>
                    <a:pt x="5189" y="13411"/>
                    <a:pt x="5206" y="13450"/>
                    <a:pt x="5234" y="13478"/>
                  </a:cubicBezTo>
                  <a:lnTo>
                    <a:pt x="8536" y="16779"/>
                  </a:lnTo>
                  <a:cubicBezTo>
                    <a:pt x="8564" y="16809"/>
                    <a:pt x="8603" y="16824"/>
                    <a:pt x="8645" y="16824"/>
                  </a:cubicBezTo>
                  <a:lnTo>
                    <a:pt x="16881" y="16824"/>
                  </a:lnTo>
                  <a:lnTo>
                    <a:pt x="17514" y="17456"/>
                  </a:lnTo>
                  <a:cubicBezTo>
                    <a:pt x="17542" y="17485"/>
                    <a:pt x="17581" y="17501"/>
                    <a:pt x="17622" y="17501"/>
                  </a:cubicBezTo>
                  <a:lnTo>
                    <a:pt x="21542" y="17501"/>
                  </a:lnTo>
                  <a:cubicBezTo>
                    <a:pt x="21583" y="17501"/>
                    <a:pt x="21622" y="17485"/>
                    <a:pt x="21651" y="17456"/>
                  </a:cubicBezTo>
                  <a:lnTo>
                    <a:pt x="22545" y="16563"/>
                  </a:lnTo>
                  <a:cubicBezTo>
                    <a:pt x="22605" y="16502"/>
                    <a:pt x="22605" y="16406"/>
                    <a:pt x="22545" y="16345"/>
                  </a:cubicBezTo>
                  <a:cubicBezTo>
                    <a:pt x="22515" y="16315"/>
                    <a:pt x="22475" y="16300"/>
                    <a:pt x="22436" y="16300"/>
                  </a:cubicBezTo>
                  <a:cubicBezTo>
                    <a:pt x="22397" y="16300"/>
                    <a:pt x="22357" y="16315"/>
                    <a:pt x="22327" y="16345"/>
                  </a:cubicBezTo>
                  <a:lnTo>
                    <a:pt x="21479" y="17194"/>
                  </a:lnTo>
                  <a:lnTo>
                    <a:pt x="17685" y="17194"/>
                  </a:lnTo>
                  <a:lnTo>
                    <a:pt x="17054" y="16562"/>
                  </a:lnTo>
                  <a:cubicBezTo>
                    <a:pt x="17025" y="16533"/>
                    <a:pt x="16985" y="16517"/>
                    <a:pt x="16945" y="16517"/>
                  </a:cubicBezTo>
                  <a:lnTo>
                    <a:pt x="8707" y="16517"/>
                  </a:lnTo>
                  <a:lnTo>
                    <a:pt x="5497" y="13306"/>
                  </a:lnTo>
                  <a:lnTo>
                    <a:pt x="5497" y="10222"/>
                  </a:lnTo>
                  <a:cubicBezTo>
                    <a:pt x="5497" y="10181"/>
                    <a:pt x="5481" y="10142"/>
                    <a:pt x="5452" y="10113"/>
                  </a:cubicBezTo>
                  <a:lnTo>
                    <a:pt x="3444" y="8105"/>
                  </a:lnTo>
                  <a:lnTo>
                    <a:pt x="3444" y="3275"/>
                  </a:lnTo>
                  <a:cubicBezTo>
                    <a:pt x="3444" y="3234"/>
                    <a:pt x="3428" y="3195"/>
                    <a:pt x="3399" y="3166"/>
                  </a:cubicBezTo>
                  <a:lnTo>
                    <a:pt x="279" y="45"/>
                  </a:lnTo>
                  <a:cubicBezTo>
                    <a:pt x="248" y="16"/>
                    <a:pt x="209" y="1"/>
                    <a:pt x="17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52"/>
            <p:cNvSpPr/>
            <p:nvPr/>
          </p:nvSpPr>
          <p:spPr>
            <a:xfrm rot="5400000">
              <a:off x="695419" y="453659"/>
              <a:ext cx="1143772" cy="214008"/>
            </a:xfrm>
            <a:custGeom>
              <a:avLst/>
              <a:gdLst/>
              <a:ahLst/>
              <a:cxnLst/>
              <a:rect l="l" t="t" r="r" b="b"/>
              <a:pathLst>
                <a:path w="22912" h="4287" extrusionOk="0">
                  <a:moveTo>
                    <a:pt x="169" y="1"/>
                  </a:moveTo>
                  <a:cubicBezTo>
                    <a:pt x="129" y="1"/>
                    <a:pt x="90" y="16"/>
                    <a:pt x="60" y="46"/>
                  </a:cubicBezTo>
                  <a:cubicBezTo>
                    <a:pt x="0" y="105"/>
                    <a:pt x="0" y="203"/>
                    <a:pt x="60" y="263"/>
                  </a:cubicBezTo>
                  <a:lnTo>
                    <a:pt x="1720" y="1923"/>
                  </a:lnTo>
                  <a:cubicBezTo>
                    <a:pt x="1748" y="1952"/>
                    <a:pt x="1789" y="1968"/>
                    <a:pt x="1829" y="1968"/>
                  </a:cubicBezTo>
                  <a:lnTo>
                    <a:pt x="7052" y="1968"/>
                  </a:lnTo>
                  <a:lnTo>
                    <a:pt x="8195" y="3110"/>
                  </a:lnTo>
                  <a:cubicBezTo>
                    <a:pt x="8223" y="3140"/>
                    <a:pt x="8262" y="3156"/>
                    <a:pt x="8304" y="3156"/>
                  </a:cubicBezTo>
                  <a:lnTo>
                    <a:pt x="15072" y="3156"/>
                  </a:lnTo>
                  <a:lnTo>
                    <a:pt x="16157" y="4240"/>
                  </a:lnTo>
                  <a:cubicBezTo>
                    <a:pt x="16185" y="4270"/>
                    <a:pt x="16224" y="4286"/>
                    <a:pt x="16266" y="4286"/>
                  </a:cubicBezTo>
                  <a:lnTo>
                    <a:pt x="20601" y="4286"/>
                  </a:lnTo>
                  <a:lnTo>
                    <a:pt x="20601" y="4285"/>
                  </a:lnTo>
                  <a:cubicBezTo>
                    <a:pt x="20642" y="4285"/>
                    <a:pt x="20681" y="4270"/>
                    <a:pt x="20709" y="4240"/>
                  </a:cubicBezTo>
                  <a:lnTo>
                    <a:pt x="22852" y="2098"/>
                  </a:lnTo>
                  <a:cubicBezTo>
                    <a:pt x="22912" y="2038"/>
                    <a:pt x="22912" y="1941"/>
                    <a:pt x="22852" y="1881"/>
                  </a:cubicBezTo>
                  <a:cubicBezTo>
                    <a:pt x="22821" y="1851"/>
                    <a:pt x="22782" y="1836"/>
                    <a:pt x="22743" y="1836"/>
                  </a:cubicBezTo>
                  <a:cubicBezTo>
                    <a:pt x="22703" y="1836"/>
                    <a:pt x="22664" y="1851"/>
                    <a:pt x="22634" y="1881"/>
                  </a:cubicBezTo>
                  <a:lnTo>
                    <a:pt x="20537" y="3978"/>
                  </a:lnTo>
                  <a:lnTo>
                    <a:pt x="16328" y="3978"/>
                  </a:lnTo>
                  <a:lnTo>
                    <a:pt x="15244" y="2894"/>
                  </a:lnTo>
                  <a:cubicBezTo>
                    <a:pt x="15215" y="2864"/>
                    <a:pt x="15176" y="2848"/>
                    <a:pt x="15135" y="2848"/>
                  </a:cubicBezTo>
                  <a:lnTo>
                    <a:pt x="8366" y="2848"/>
                  </a:lnTo>
                  <a:lnTo>
                    <a:pt x="7224" y="1706"/>
                  </a:lnTo>
                  <a:cubicBezTo>
                    <a:pt x="7195" y="1677"/>
                    <a:pt x="7156" y="1661"/>
                    <a:pt x="7116" y="1661"/>
                  </a:cubicBezTo>
                  <a:lnTo>
                    <a:pt x="1893" y="1661"/>
                  </a:lnTo>
                  <a:lnTo>
                    <a:pt x="278" y="46"/>
                  </a:lnTo>
                  <a:cubicBezTo>
                    <a:pt x="248" y="16"/>
                    <a:pt x="208" y="1"/>
                    <a:pt x="16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52"/>
            <p:cNvSpPr/>
            <p:nvPr/>
          </p:nvSpPr>
          <p:spPr>
            <a:xfrm rot="5400000">
              <a:off x="171099" y="727920"/>
              <a:ext cx="1667734" cy="124651"/>
            </a:xfrm>
            <a:custGeom>
              <a:avLst/>
              <a:gdLst/>
              <a:ahLst/>
              <a:cxnLst/>
              <a:rect l="l" t="t" r="r" b="b"/>
              <a:pathLst>
                <a:path w="33408" h="2497" extrusionOk="0">
                  <a:moveTo>
                    <a:pt x="29290" y="1"/>
                  </a:moveTo>
                  <a:cubicBezTo>
                    <a:pt x="29248" y="1"/>
                    <a:pt x="29209" y="16"/>
                    <a:pt x="29181" y="46"/>
                  </a:cubicBezTo>
                  <a:lnTo>
                    <a:pt x="27265" y="1961"/>
                  </a:lnTo>
                  <a:lnTo>
                    <a:pt x="18260" y="1961"/>
                  </a:lnTo>
                  <a:lnTo>
                    <a:pt x="16612" y="314"/>
                  </a:lnTo>
                  <a:cubicBezTo>
                    <a:pt x="16584" y="284"/>
                    <a:pt x="16545" y="269"/>
                    <a:pt x="16503" y="269"/>
                  </a:cubicBezTo>
                  <a:lnTo>
                    <a:pt x="10403" y="269"/>
                  </a:lnTo>
                  <a:cubicBezTo>
                    <a:pt x="10362" y="269"/>
                    <a:pt x="10323" y="284"/>
                    <a:pt x="10294" y="314"/>
                  </a:cubicBezTo>
                  <a:lnTo>
                    <a:pt x="8418" y="2189"/>
                  </a:lnTo>
                  <a:lnTo>
                    <a:pt x="4597" y="2189"/>
                  </a:lnTo>
                  <a:lnTo>
                    <a:pt x="3608" y="1201"/>
                  </a:lnTo>
                  <a:cubicBezTo>
                    <a:pt x="3580" y="1171"/>
                    <a:pt x="3541" y="1154"/>
                    <a:pt x="3499" y="1154"/>
                  </a:cubicBezTo>
                  <a:lnTo>
                    <a:pt x="154" y="1154"/>
                  </a:lnTo>
                  <a:cubicBezTo>
                    <a:pt x="69" y="1154"/>
                    <a:pt x="0" y="1224"/>
                    <a:pt x="0" y="1308"/>
                  </a:cubicBezTo>
                  <a:cubicBezTo>
                    <a:pt x="0" y="1393"/>
                    <a:pt x="69" y="1462"/>
                    <a:pt x="154" y="1462"/>
                  </a:cubicBezTo>
                  <a:lnTo>
                    <a:pt x="3435" y="1462"/>
                  </a:lnTo>
                  <a:lnTo>
                    <a:pt x="4425" y="2451"/>
                  </a:lnTo>
                  <a:cubicBezTo>
                    <a:pt x="4454" y="2481"/>
                    <a:pt x="4493" y="2496"/>
                    <a:pt x="4534" y="2496"/>
                  </a:cubicBezTo>
                  <a:lnTo>
                    <a:pt x="8482" y="2496"/>
                  </a:lnTo>
                  <a:cubicBezTo>
                    <a:pt x="8522" y="2496"/>
                    <a:pt x="8561" y="2481"/>
                    <a:pt x="8591" y="2451"/>
                  </a:cubicBezTo>
                  <a:lnTo>
                    <a:pt x="10466" y="576"/>
                  </a:lnTo>
                  <a:lnTo>
                    <a:pt x="16441" y="576"/>
                  </a:lnTo>
                  <a:lnTo>
                    <a:pt x="18087" y="2223"/>
                  </a:lnTo>
                  <a:cubicBezTo>
                    <a:pt x="18116" y="2253"/>
                    <a:pt x="18156" y="2268"/>
                    <a:pt x="18196" y="2268"/>
                  </a:cubicBezTo>
                  <a:lnTo>
                    <a:pt x="27328" y="2268"/>
                  </a:lnTo>
                  <a:cubicBezTo>
                    <a:pt x="27369" y="2268"/>
                    <a:pt x="27408" y="2253"/>
                    <a:pt x="27437" y="2223"/>
                  </a:cubicBezTo>
                  <a:lnTo>
                    <a:pt x="29352" y="308"/>
                  </a:lnTo>
                  <a:lnTo>
                    <a:pt x="33254" y="308"/>
                  </a:lnTo>
                  <a:cubicBezTo>
                    <a:pt x="33339" y="308"/>
                    <a:pt x="33407" y="238"/>
                    <a:pt x="33407" y="154"/>
                  </a:cubicBezTo>
                  <a:cubicBezTo>
                    <a:pt x="33407" y="69"/>
                    <a:pt x="33339" y="1"/>
                    <a:pt x="3325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52"/>
            <p:cNvSpPr/>
            <p:nvPr/>
          </p:nvSpPr>
          <p:spPr>
            <a:xfrm rot="5400000">
              <a:off x="1794451" y="760564"/>
              <a:ext cx="54163" cy="54163"/>
            </a:xfrm>
            <a:custGeom>
              <a:avLst/>
              <a:gdLst/>
              <a:ahLst/>
              <a:cxnLst/>
              <a:rect l="l" t="t" r="r" b="b"/>
              <a:pathLst>
                <a:path w="1085" h="1085" extrusionOk="0">
                  <a:moveTo>
                    <a:pt x="543" y="1"/>
                  </a:moveTo>
                  <a:cubicBezTo>
                    <a:pt x="244" y="1"/>
                    <a:pt x="1" y="243"/>
                    <a:pt x="1" y="542"/>
                  </a:cubicBezTo>
                  <a:cubicBezTo>
                    <a:pt x="1" y="842"/>
                    <a:pt x="244" y="1085"/>
                    <a:pt x="543" y="1085"/>
                  </a:cubicBezTo>
                  <a:cubicBezTo>
                    <a:pt x="842" y="1085"/>
                    <a:pt x="1085" y="842"/>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52"/>
            <p:cNvSpPr/>
            <p:nvPr/>
          </p:nvSpPr>
          <p:spPr>
            <a:xfrm rot="5400000">
              <a:off x="1878968" y="676047"/>
              <a:ext cx="54163" cy="54163"/>
            </a:xfrm>
            <a:custGeom>
              <a:avLst/>
              <a:gdLst/>
              <a:ahLst/>
              <a:cxnLst/>
              <a:rect l="l" t="t" r="r" b="b"/>
              <a:pathLst>
                <a:path w="1085" h="1085" extrusionOk="0">
                  <a:moveTo>
                    <a:pt x="543" y="1"/>
                  </a:moveTo>
                  <a:cubicBezTo>
                    <a:pt x="244" y="1"/>
                    <a:pt x="1" y="243"/>
                    <a:pt x="1" y="542"/>
                  </a:cubicBezTo>
                  <a:cubicBezTo>
                    <a:pt x="1" y="843"/>
                    <a:pt x="244" y="1085"/>
                    <a:pt x="543" y="1085"/>
                  </a:cubicBezTo>
                  <a:cubicBezTo>
                    <a:pt x="842" y="1085"/>
                    <a:pt x="1085" y="843"/>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52"/>
            <p:cNvSpPr/>
            <p:nvPr/>
          </p:nvSpPr>
          <p:spPr>
            <a:xfrm rot="5400000">
              <a:off x="1965857" y="589208"/>
              <a:ext cx="54113" cy="54163"/>
            </a:xfrm>
            <a:custGeom>
              <a:avLst/>
              <a:gdLst/>
              <a:ahLst/>
              <a:cxnLst/>
              <a:rect l="l" t="t" r="r" b="b"/>
              <a:pathLst>
                <a:path w="1084" h="1085" extrusionOk="0">
                  <a:moveTo>
                    <a:pt x="542" y="1"/>
                  </a:moveTo>
                  <a:cubicBezTo>
                    <a:pt x="243" y="1"/>
                    <a:pt x="1" y="243"/>
                    <a:pt x="1" y="543"/>
                  </a:cubicBezTo>
                  <a:cubicBezTo>
                    <a:pt x="1" y="842"/>
                    <a:pt x="243" y="1085"/>
                    <a:pt x="542" y="1085"/>
                  </a:cubicBezTo>
                  <a:cubicBezTo>
                    <a:pt x="841" y="1085"/>
                    <a:pt x="1084" y="842"/>
                    <a:pt x="1084" y="543"/>
                  </a:cubicBezTo>
                  <a:cubicBezTo>
                    <a:pt x="1084"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52"/>
            <p:cNvSpPr/>
            <p:nvPr/>
          </p:nvSpPr>
          <p:spPr>
            <a:xfrm rot="5400000">
              <a:off x="724831" y="674899"/>
              <a:ext cx="54163" cy="54163"/>
            </a:xfrm>
            <a:custGeom>
              <a:avLst/>
              <a:gdLst/>
              <a:ahLst/>
              <a:cxnLst/>
              <a:rect l="l" t="t" r="r" b="b"/>
              <a:pathLst>
                <a:path w="1085" h="1085" extrusionOk="0">
                  <a:moveTo>
                    <a:pt x="543" y="1"/>
                  </a:moveTo>
                  <a:cubicBezTo>
                    <a:pt x="244" y="1"/>
                    <a:pt x="0" y="243"/>
                    <a:pt x="0" y="543"/>
                  </a:cubicBezTo>
                  <a:cubicBezTo>
                    <a:pt x="0" y="842"/>
                    <a:pt x="244" y="1085"/>
                    <a:pt x="543" y="1085"/>
                  </a:cubicBezTo>
                  <a:cubicBezTo>
                    <a:pt x="842" y="1085"/>
                    <a:pt x="1084" y="842"/>
                    <a:pt x="1084" y="543"/>
                  </a:cubicBezTo>
                  <a:cubicBezTo>
                    <a:pt x="1084"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52"/>
            <p:cNvSpPr/>
            <p:nvPr/>
          </p:nvSpPr>
          <p:spPr>
            <a:xfrm rot="5400000">
              <a:off x="809373" y="590407"/>
              <a:ext cx="54113" cy="54163"/>
            </a:xfrm>
            <a:custGeom>
              <a:avLst/>
              <a:gdLst/>
              <a:ahLst/>
              <a:cxnLst/>
              <a:rect l="l" t="t" r="r" b="b"/>
              <a:pathLst>
                <a:path w="1084" h="1085" extrusionOk="0">
                  <a:moveTo>
                    <a:pt x="542" y="1"/>
                  </a:moveTo>
                  <a:cubicBezTo>
                    <a:pt x="243" y="1"/>
                    <a:pt x="0" y="244"/>
                    <a:pt x="0" y="543"/>
                  </a:cubicBezTo>
                  <a:cubicBezTo>
                    <a:pt x="0" y="842"/>
                    <a:pt x="243" y="1085"/>
                    <a:pt x="542" y="1085"/>
                  </a:cubicBezTo>
                  <a:cubicBezTo>
                    <a:pt x="841" y="1085"/>
                    <a:pt x="1083" y="842"/>
                    <a:pt x="1083" y="543"/>
                  </a:cubicBezTo>
                  <a:cubicBezTo>
                    <a:pt x="1083" y="244"/>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52"/>
            <p:cNvSpPr/>
            <p:nvPr/>
          </p:nvSpPr>
          <p:spPr>
            <a:xfrm rot="5400000">
              <a:off x="896162" y="503568"/>
              <a:ext cx="54163" cy="54163"/>
            </a:xfrm>
            <a:custGeom>
              <a:avLst/>
              <a:gdLst/>
              <a:ahLst/>
              <a:cxnLst/>
              <a:rect l="l" t="t" r="r" b="b"/>
              <a:pathLst>
                <a:path w="1085" h="1085" extrusionOk="0">
                  <a:moveTo>
                    <a:pt x="542" y="1"/>
                  </a:moveTo>
                  <a:cubicBezTo>
                    <a:pt x="243" y="1"/>
                    <a:pt x="0" y="243"/>
                    <a:pt x="0" y="542"/>
                  </a:cubicBezTo>
                  <a:cubicBezTo>
                    <a:pt x="0" y="841"/>
                    <a:pt x="243" y="1085"/>
                    <a:pt x="542" y="1085"/>
                  </a:cubicBezTo>
                  <a:cubicBezTo>
                    <a:pt x="842" y="1085"/>
                    <a:pt x="1084" y="841"/>
                    <a:pt x="1084" y="542"/>
                  </a:cubicBezTo>
                  <a:cubicBezTo>
                    <a:pt x="1084" y="243"/>
                    <a:pt x="842"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52"/>
            <p:cNvSpPr/>
            <p:nvPr/>
          </p:nvSpPr>
          <p:spPr>
            <a:xfrm rot="5400000">
              <a:off x="1128922" y="974553"/>
              <a:ext cx="78225" cy="78275"/>
            </a:xfrm>
            <a:custGeom>
              <a:avLst/>
              <a:gdLst/>
              <a:ahLst/>
              <a:cxnLst/>
              <a:rect l="l" t="t" r="r" b="b"/>
              <a:pathLst>
                <a:path w="1567" h="1568" extrusionOk="0">
                  <a:moveTo>
                    <a:pt x="784" y="1"/>
                  </a:moveTo>
                  <a:cubicBezTo>
                    <a:pt x="351" y="1"/>
                    <a:pt x="0" y="352"/>
                    <a:pt x="0" y="785"/>
                  </a:cubicBezTo>
                  <a:cubicBezTo>
                    <a:pt x="0" y="1216"/>
                    <a:pt x="351" y="1567"/>
                    <a:pt x="784" y="1567"/>
                  </a:cubicBezTo>
                  <a:cubicBezTo>
                    <a:pt x="1215" y="1567"/>
                    <a:pt x="1567" y="1216"/>
                    <a:pt x="1567" y="785"/>
                  </a:cubicBezTo>
                  <a:cubicBezTo>
                    <a:pt x="1567" y="352"/>
                    <a:pt x="1215"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52"/>
            <p:cNvSpPr/>
            <p:nvPr/>
          </p:nvSpPr>
          <p:spPr>
            <a:xfrm rot="5400000">
              <a:off x="1053744" y="899371"/>
              <a:ext cx="228585" cy="228635"/>
            </a:xfrm>
            <a:custGeom>
              <a:avLst/>
              <a:gdLst/>
              <a:ahLst/>
              <a:cxnLst/>
              <a:rect l="l" t="t" r="r" b="b"/>
              <a:pathLst>
                <a:path w="4579" h="4580" extrusionOk="0">
                  <a:moveTo>
                    <a:pt x="2290" y="154"/>
                  </a:moveTo>
                  <a:cubicBezTo>
                    <a:pt x="3467" y="154"/>
                    <a:pt x="4425" y="1112"/>
                    <a:pt x="4425" y="2291"/>
                  </a:cubicBezTo>
                  <a:cubicBezTo>
                    <a:pt x="4425" y="3468"/>
                    <a:pt x="3467" y="4426"/>
                    <a:pt x="2290" y="4426"/>
                  </a:cubicBezTo>
                  <a:cubicBezTo>
                    <a:pt x="1112" y="4426"/>
                    <a:pt x="154" y="3468"/>
                    <a:pt x="154" y="2291"/>
                  </a:cubicBezTo>
                  <a:cubicBezTo>
                    <a:pt x="154" y="1112"/>
                    <a:pt x="1112" y="154"/>
                    <a:pt x="2290" y="154"/>
                  </a:cubicBezTo>
                  <a:close/>
                  <a:moveTo>
                    <a:pt x="2290" y="1"/>
                  </a:moveTo>
                  <a:cubicBezTo>
                    <a:pt x="1027" y="1"/>
                    <a:pt x="0" y="1028"/>
                    <a:pt x="0" y="2291"/>
                  </a:cubicBezTo>
                  <a:cubicBezTo>
                    <a:pt x="0" y="3552"/>
                    <a:pt x="1027" y="4579"/>
                    <a:pt x="2290" y="4579"/>
                  </a:cubicBezTo>
                  <a:cubicBezTo>
                    <a:pt x="3552" y="4579"/>
                    <a:pt x="4579" y="3552"/>
                    <a:pt x="4579" y="2291"/>
                  </a:cubicBezTo>
                  <a:cubicBezTo>
                    <a:pt x="4579" y="1028"/>
                    <a:pt x="3551"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52"/>
            <p:cNvSpPr/>
            <p:nvPr/>
          </p:nvSpPr>
          <p:spPr>
            <a:xfrm rot="5400000">
              <a:off x="1857628" y="409291"/>
              <a:ext cx="123602" cy="123552"/>
            </a:xfrm>
            <a:custGeom>
              <a:avLst/>
              <a:gdLst/>
              <a:ahLst/>
              <a:cxnLst/>
              <a:rect l="l" t="t" r="r" b="b"/>
              <a:pathLst>
                <a:path w="2476" h="2475" extrusionOk="0">
                  <a:moveTo>
                    <a:pt x="1238" y="0"/>
                  </a:moveTo>
                  <a:cubicBezTo>
                    <a:pt x="554" y="0"/>
                    <a:pt x="0" y="554"/>
                    <a:pt x="0" y="1237"/>
                  </a:cubicBezTo>
                  <a:cubicBezTo>
                    <a:pt x="0" y="1920"/>
                    <a:pt x="554" y="2475"/>
                    <a:pt x="1238" y="2475"/>
                  </a:cubicBezTo>
                  <a:cubicBezTo>
                    <a:pt x="1921" y="2475"/>
                    <a:pt x="2476" y="1920"/>
                    <a:pt x="2476" y="1237"/>
                  </a:cubicBezTo>
                  <a:cubicBezTo>
                    <a:pt x="2476" y="554"/>
                    <a:pt x="1921" y="0"/>
                    <a:pt x="1238"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52"/>
            <p:cNvSpPr/>
            <p:nvPr/>
          </p:nvSpPr>
          <p:spPr>
            <a:xfrm rot="5400000">
              <a:off x="1893395" y="445010"/>
              <a:ext cx="52117" cy="52117"/>
            </a:xfrm>
            <a:custGeom>
              <a:avLst/>
              <a:gdLst/>
              <a:ahLst/>
              <a:cxnLst/>
              <a:rect l="l" t="t" r="r" b="b"/>
              <a:pathLst>
                <a:path w="1044" h="1044" extrusionOk="0">
                  <a:moveTo>
                    <a:pt x="522" y="1"/>
                  </a:moveTo>
                  <a:cubicBezTo>
                    <a:pt x="235" y="1"/>
                    <a:pt x="0" y="235"/>
                    <a:pt x="0" y="522"/>
                  </a:cubicBezTo>
                  <a:cubicBezTo>
                    <a:pt x="0" y="810"/>
                    <a:pt x="233" y="1043"/>
                    <a:pt x="522" y="1043"/>
                  </a:cubicBezTo>
                  <a:cubicBezTo>
                    <a:pt x="809" y="1043"/>
                    <a:pt x="1043" y="810"/>
                    <a:pt x="1043" y="522"/>
                  </a:cubicBezTo>
                  <a:cubicBezTo>
                    <a:pt x="1043" y="235"/>
                    <a:pt x="809" y="1"/>
                    <a:pt x="5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52"/>
            <p:cNvSpPr/>
            <p:nvPr/>
          </p:nvSpPr>
          <p:spPr>
            <a:xfrm rot="5400000">
              <a:off x="1562392" y="718455"/>
              <a:ext cx="123552" cy="123602"/>
            </a:xfrm>
            <a:custGeom>
              <a:avLst/>
              <a:gdLst/>
              <a:ahLst/>
              <a:cxnLst/>
              <a:rect l="l" t="t" r="r" b="b"/>
              <a:pathLst>
                <a:path w="2475" h="2476" extrusionOk="0">
                  <a:moveTo>
                    <a:pt x="1237" y="1"/>
                  </a:moveTo>
                  <a:cubicBezTo>
                    <a:pt x="554" y="1"/>
                    <a:pt x="1" y="555"/>
                    <a:pt x="1" y="1239"/>
                  </a:cubicBezTo>
                  <a:cubicBezTo>
                    <a:pt x="1" y="1922"/>
                    <a:pt x="554" y="2475"/>
                    <a:pt x="1237" y="2475"/>
                  </a:cubicBezTo>
                  <a:cubicBezTo>
                    <a:pt x="1922" y="2475"/>
                    <a:pt x="2475" y="1922"/>
                    <a:pt x="2475" y="1239"/>
                  </a:cubicBezTo>
                  <a:cubicBezTo>
                    <a:pt x="2475" y="555"/>
                    <a:pt x="1922" y="1"/>
                    <a:pt x="1237"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52"/>
            <p:cNvSpPr/>
            <p:nvPr/>
          </p:nvSpPr>
          <p:spPr>
            <a:xfrm rot="5400000">
              <a:off x="1598159" y="754274"/>
              <a:ext cx="52017" cy="52017"/>
            </a:xfrm>
            <a:custGeom>
              <a:avLst/>
              <a:gdLst/>
              <a:ahLst/>
              <a:cxnLst/>
              <a:rect l="l" t="t" r="r" b="b"/>
              <a:pathLst>
                <a:path w="1042" h="1042" extrusionOk="0">
                  <a:moveTo>
                    <a:pt x="520" y="0"/>
                  </a:moveTo>
                  <a:cubicBezTo>
                    <a:pt x="233" y="0"/>
                    <a:pt x="0" y="233"/>
                    <a:pt x="0" y="522"/>
                  </a:cubicBezTo>
                  <a:cubicBezTo>
                    <a:pt x="0" y="809"/>
                    <a:pt x="233" y="1042"/>
                    <a:pt x="520" y="1042"/>
                  </a:cubicBezTo>
                  <a:cubicBezTo>
                    <a:pt x="809" y="1042"/>
                    <a:pt x="1042" y="809"/>
                    <a:pt x="1042" y="522"/>
                  </a:cubicBezTo>
                  <a:cubicBezTo>
                    <a:pt x="1042" y="233"/>
                    <a:pt x="809" y="0"/>
                    <a:pt x="5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52"/>
            <p:cNvSpPr/>
            <p:nvPr/>
          </p:nvSpPr>
          <p:spPr>
            <a:xfrm rot="5400000">
              <a:off x="1490979" y="1041722"/>
              <a:ext cx="123552" cy="123552"/>
            </a:xfrm>
            <a:custGeom>
              <a:avLst/>
              <a:gdLst/>
              <a:ahLst/>
              <a:cxnLst/>
              <a:rect l="l" t="t" r="r" b="b"/>
              <a:pathLst>
                <a:path w="2475" h="2475" extrusionOk="0">
                  <a:moveTo>
                    <a:pt x="1237" y="0"/>
                  </a:moveTo>
                  <a:cubicBezTo>
                    <a:pt x="554" y="0"/>
                    <a:pt x="0" y="554"/>
                    <a:pt x="0" y="1238"/>
                  </a:cubicBezTo>
                  <a:cubicBezTo>
                    <a:pt x="0" y="1921"/>
                    <a:pt x="554" y="2475"/>
                    <a:pt x="1237" y="2475"/>
                  </a:cubicBezTo>
                  <a:cubicBezTo>
                    <a:pt x="1920" y="2475"/>
                    <a:pt x="2475" y="1921"/>
                    <a:pt x="2475" y="1238"/>
                  </a:cubicBezTo>
                  <a:cubicBezTo>
                    <a:pt x="2475" y="554"/>
                    <a:pt x="1920" y="0"/>
                    <a:pt x="1237"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52"/>
            <p:cNvSpPr/>
            <p:nvPr/>
          </p:nvSpPr>
          <p:spPr>
            <a:xfrm rot="5400000">
              <a:off x="1526721" y="1077466"/>
              <a:ext cx="52067" cy="52067"/>
            </a:xfrm>
            <a:custGeom>
              <a:avLst/>
              <a:gdLst/>
              <a:ahLst/>
              <a:cxnLst/>
              <a:rect l="l" t="t" r="r" b="b"/>
              <a:pathLst>
                <a:path w="1043" h="1043" extrusionOk="0">
                  <a:moveTo>
                    <a:pt x="521" y="1"/>
                  </a:moveTo>
                  <a:cubicBezTo>
                    <a:pt x="234" y="1"/>
                    <a:pt x="1" y="234"/>
                    <a:pt x="1" y="522"/>
                  </a:cubicBezTo>
                  <a:cubicBezTo>
                    <a:pt x="1" y="809"/>
                    <a:pt x="234" y="1042"/>
                    <a:pt x="521" y="1042"/>
                  </a:cubicBezTo>
                  <a:cubicBezTo>
                    <a:pt x="809" y="1042"/>
                    <a:pt x="1042" y="809"/>
                    <a:pt x="1042" y="522"/>
                  </a:cubicBezTo>
                  <a:cubicBezTo>
                    <a:pt x="1042" y="234"/>
                    <a:pt x="809" y="1"/>
                    <a:pt x="5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52"/>
            <p:cNvSpPr/>
            <p:nvPr/>
          </p:nvSpPr>
          <p:spPr>
            <a:xfrm rot="5400000">
              <a:off x="1251680" y="1103450"/>
              <a:ext cx="123552" cy="123602"/>
            </a:xfrm>
            <a:custGeom>
              <a:avLst/>
              <a:gdLst/>
              <a:ahLst/>
              <a:cxnLst/>
              <a:rect l="l" t="t" r="r" b="b"/>
              <a:pathLst>
                <a:path w="2475" h="2476" extrusionOk="0">
                  <a:moveTo>
                    <a:pt x="1238" y="1"/>
                  </a:moveTo>
                  <a:cubicBezTo>
                    <a:pt x="554" y="1"/>
                    <a:pt x="0" y="554"/>
                    <a:pt x="0" y="1238"/>
                  </a:cubicBezTo>
                  <a:cubicBezTo>
                    <a:pt x="0" y="1921"/>
                    <a:pt x="554" y="2475"/>
                    <a:pt x="1238" y="2475"/>
                  </a:cubicBezTo>
                  <a:cubicBezTo>
                    <a:pt x="1921" y="2475"/>
                    <a:pt x="2474" y="1921"/>
                    <a:pt x="2474" y="1238"/>
                  </a:cubicBezTo>
                  <a:cubicBezTo>
                    <a:pt x="2474" y="554"/>
                    <a:pt x="1921" y="1"/>
                    <a:pt x="1238"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52"/>
            <p:cNvSpPr/>
            <p:nvPr/>
          </p:nvSpPr>
          <p:spPr>
            <a:xfrm rot="5400000">
              <a:off x="1287422" y="1139244"/>
              <a:ext cx="52117" cy="52067"/>
            </a:xfrm>
            <a:custGeom>
              <a:avLst/>
              <a:gdLst/>
              <a:ahLst/>
              <a:cxnLst/>
              <a:rect l="l" t="t" r="r" b="b"/>
              <a:pathLst>
                <a:path w="1044" h="1043" extrusionOk="0">
                  <a:moveTo>
                    <a:pt x="522" y="0"/>
                  </a:moveTo>
                  <a:cubicBezTo>
                    <a:pt x="233" y="0"/>
                    <a:pt x="0" y="234"/>
                    <a:pt x="0" y="522"/>
                  </a:cubicBezTo>
                  <a:cubicBezTo>
                    <a:pt x="0" y="810"/>
                    <a:pt x="233" y="1043"/>
                    <a:pt x="522" y="1043"/>
                  </a:cubicBezTo>
                  <a:cubicBezTo>
                    <a:pt x="809" y="1043"/>
                    <a:pt x="1043" y="810"/>
                    <a:pt x="1043" y="522"/>
                  </a:cubicBezTo>
                  <a:cubicBezTo>
                    <a:pt x="1043" y="234"/>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52"/>
            <p:cNvSpPr/>
            <p:nvPr/>
          </p:nvSpPr>
          <p:spPr>
            <a:xfrm rot="5400000">
              <a:off x="995757" y="1581224"/>
              <a:ext cx="123652" cy="123652"/>
            </a:xfrm>
            <a:custGeom>
              <a:avLst/>
              <a:gdLst/>
              <a:ahLst/>
              <a:cxnLst/>
              <a:rect l="l" t="t" r="r" b="b"/>
              <a:pathLst>
                <a:path w="2477" h="2477" extrusionOk="0">
                  <a:moveTo>
                    <a:pt x="1239" y="1"/>
                  </a:moveTo>
                  <a:cubicBezTo>
                    <a:pt x="555" y="1"/>
                    <a:pt x="1" y="555"/>
                    <a:pt x="1" y="1238"/>
                  </a:cubicBezTo>
                  <a:cubicBezTo>
                    <a:pt x="1" y="1922"/>
                    <a:pt x="555" y="2476"/>
                    <a:pt x="1239" y="2476"/>
                  </a:cubicBezTo>
                  <a:cubicBezTo>
                    <a:pt x="1922" y="2476"/>
                    <a:pt x="2476" y="1922"/>
                    <a:pt x="2476" y="1238"/>
                  </a:cubicBezTo>
                  <a:cubicBezTo>
                    <a:pt x="2476" y="555"/>
                    <a:pt x="1922" y="1"/>
                    <a:pt x="1239"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52"/>
            <p:cNvSpPr/>
            <p:nvPr/>
          </p:nvSpPr>
          <p:spPr>
            <a:xfrm rot="5400000">
              <a:off x="1031524" y="1617043"/>
              <a:ext cx="52117" cy="52067"/>
            </a:xfrm>
            <a:custGeom>
              <a:avLst/>
              <a:gdLst/>
              <a:ahLst/>
              <a:cxnLst/>
              <a:rect l="l" t="t" r="r" b="b"/>
              <a:pathLst>
                <a:path w="1044" h="1043" extrusionOk="0">
                  <a:moveTo>
                    <a:pt x="522" y="0"/>
                  </a:moveTo>
                  <a:cubicBezTo>
                    <a:pt x="234" y="0"/>
                    <a:pt x="0" y="234"/>
                    <a:pt x="0" y="521"/>
                  </a:cubicBezTo>
                  <a:cubicBezTo>
                    <a:pt x="0" y="809"/>
                    <a:pt x="234" y="1043"/>
                    <a:pt x="522" y="1043"/>
                  </a:cubicBezTo>
                  <a:cubicBezTo>
                    <a:pt x="810" y="1043"/>
                    <a:pt x="1043" y="809"/>
                    <a:pt x="1043" y="521"/>
                  </a:cubicBezTo>
                  <a:cubicBezTo>
                    <a:pt x="1043" y="234"/>
                    <a:pt x="810"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5" name="Google Shape;2275;p52"/>
          <p:cNvGrpSpPr/>
          <p:nvPr/>
        </p:nvGrpSpPr>
        <p:grpSpPr>
          <a:xfrm>
            <a:off x="5859613" y="3894874"/>
            <a:ext cx="3186812" cy="1676249"/>
            <a:chOff x="5859613" y="3894874"/>
            <a:chExt cx="3186812" cy="1676249"/>
          </a:xfrm>
        </p:grpSpPr>
        <p:sp>
          <p:nvSpPr>
            <p:cNvPr id="2276" name="Google Shape;2276;p52"/>
            <p:cNvSpPr/>
            <p:nvPr/>
          </p:nvSpPr>
          <p:spPr>
            <a:xfrm flipH="1">
              <a:off x="7113983" y="4081301"/>
              <a:ext cx="1610732" cy="1106051"/>
            </a:xfrm>
            <a:custGeom>
              <a:avLst/>
              <a:gdLst/>
              <a:ahLst/>
              <a:cxnLst/>
              <a:rect l="l" t="t" r="r" b="b"/>
              <a:pathLst>
                <a:path w="27528" h="18902" extrusionOk="0">
                  <a:moveTo>
                    <a:pt x="26291" y="0"/>
                  </a:moveTo>
                  <a:cubicBezTo>
                    <a:pt x="25607" y="0"/>
                    <a:pt x="25053" y="555"/>
                    <a:pt x="25053" y="1238"/>
                  </a:cubicBezTo>
                  <a:cubicBezTo>
                    <a:pt x="25053" y="1496"/>
                    <a:pt x="25132" y="1735"/>
                    <a:pt x="25267" y="1932"/>
                  </a:cubicBezTo>
                  <a:lnTo>
                    <a:pt x="24630" y="2568"/>
                  </a:lnTo>
                  <a:lnTo>
                    <a:pt x="13951" y="2568"/>
                  </a:lnTo>
                  <a:cubicBezTo>
                    <a:pt x="13910" y="2568"/>
                    <a:pt x="13871" y="2585"/>
                    <a:pt x="13842" y="2614"/>
                  </a:cubicBezTo>
                  <a:lnTo>
                    <a:pt x="11635" y="4820"/>
                  </a:lnTo>
                  <a:cubicBezTo>
                    <a:pt x="11607" y="4849"/>
                    <a:pt x="11590" y="4888"/>
                    <a:pt x="11590" y="4929"/>
                  </a:cubicBezTo>
                  <a:lnTo>
                    <a:pt x="11590" y="9278"/>
                  </a:lnTo>
                  <a:lnTo>
                    <a:pt x="8136" y="12734"/>
                  </a:lnTo>
                  <a:lnTo>
                    <a:pt x="6029" y="12734"/>
                  </a:lnTo>
                  <a:cubicBezTo>
                    <a:pt x="5988" y="12734"/>
                    <a:pt x="5949" y="12749"/>
                    <a:pt x="5921" y="12779"/>
                  </a:cubicBezTo>
                  <a:lnTo>
                    <a:pt x="61" y="18639"/>
                  </a:lnTo>
                  <a:cubicBezTo>
                    <a:pt x="0" y="18698"/>
                    <a:pt x="0" y="18796"/>
                    <a:pt x="61" y="18856"/>
                  </a:cubicBezTo>
                  <a:cubicBezTo>
                    <a:pt x="90" y="18886"/>
                    <a:pt x="129" y="18901"/>
                    <a:pt x="169" y="18901"/>
                  </a:cubicBezTo>
                  <a:cubicBezTo>
                    <a:pt x="208" y="18901"/>
                    <a:pt x="247" y="18886"/>
                    <a:pt x="278" y="18856"/>
                  </a:cubicBezTo>
                  <a:lnTo>
                    <a:pt x="6092" y="13041"/>
                  </a:lnTo>
                  <a:lnTo>
                    <a:pt x="8199" y="13041"/>
                  </a:lnTo>
                  <a:cubicBezTo>
                    <a:pt x="8240" y="13041"/>
                    <a:pt x="8279" y="13025"/>
                    <a:pt x="8307" y="12996"/>
                  </a:cubicBezTo>
                  <a:lnTo>
                    <a:pt x="11853" y="9451"/>
                  </a:lnTo>
                  <a:cubicBezTo>
                    <a:pt x="11881" y="9421"/>
                    <a:pt x="11898" y="9382"/>
                    <a:pt x="11898" y="9342"/>
                  </a:cubicBezTo>
                  <a:lnTo>
                    <a:pt x="11898" y="4993"/>
                  </a:lnTo>
                  <a:lnTo>
                    <a:pt x="14015" y="2876"/>
                  </a:lnTo>
                  <a:lnTo>
                    <a:pt x="24694" y="2876"/>
                  </a:lnTo>
                  <a:cubicBezTo>
                    <a:pt x="24735" y="2876"/>
                    <a:pt x="24774" y="2860"/>
                    <a:pt x="24802" y="2831"/>
                  </a:cubicBezTo>
                  <a:lnTo>
                    <a:pt x="25474" y="2160"/>
                  </a:lnTo>
                  <a:cubicBezTo>
                    <a:pt x="25693" y="2354"/>
                    <a:pt x="25976" y="2475"/>
                    <a:pt x="26291" y="2475"/>
                  </a:cubicBezTo>
                  <a:cubicBezTo>
                    <a:pt x="26974" y="2475"/>
                    <a:pt x="27527" y="1920"/>
                    <a:pt x="27527" y="1237"/>
                  </a:cubicBezTo>
                  <a:cubicBezTo>
                    <a:pt x="27527" y="555"/>
                    <a:pt x="26974" y="0"/>
                    <a:pt x="26291"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52"/>
            <p:cNvSpPr/>
            <p:nvPr/>
          </p:nvSpPr>
          <p:spPr>
            <a:xfrm flipH="1">
              <a:off x="7155899" y="4123198"/>
              <a:ext cx="60970" cy="61031"/>
            </a:xfrm>
            <a:custGeom>
              <a:avLst/>
              <a:gdLst/>
              <a:ahLst/>
              <a:cxnLst/>
              <a:rect l="l" t="t" r="r" b="b"/>
              <a:pathLst>
                <a:path w="1042" h="1043" extrusionOk="0">
                  <a:moveTo>
                    <a:pt x="522" y="1"/>
                  </a:moveTo>
                  <a:cubicBezTo>
                    <a:pt x="233" y="1"/>
                    <a:pt x="0" y="234"/>
                    <a:pt x="0" y="522"/>
                  </a:cubicBezTo>
                  <a:cubicBezTo>
                    <a:pt x="0" y="809"/>
                    <a:pt x="233" y="1042"/>
                    <a:pt x="522" y="1042"/>
                  </a:cubicBezTo>
                  <a:cubicBezTo>
                    <a:pt x="809" y="1042"/>
                    <a:pt x="1042" y="809"/>
                    <a:pt x="1042" y="522"/>
                  </a:cubicBezTo>
                  <a:cubicBezTo>
                    <a:pt x="1042"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52"/>
            <p:cNvSpPr/>
            <p:nvPr/>
          </p:nvSpPr>
          <p:spPr>
            <a:xfrm flipH="1">
              <a:off x="7658547" y="4332212"/>
              <a:ext cx="592088" cy="855138"/>
            </a:xfrm>
            <a:custGeom>
              <a:avLst/>
              <a:gdLst/>
              <a:ahLst/>
              <a:cxnLst/>
              <a:rect l="l" t="t" r="r" b="b"/>
              <a:pathLst>
                <a:path w="10119" h="14614" extrusionOk="0">
                  <a:moveTo>
                    <a:pt x="8882" y="0"/>
                  </a:moveTo>
                  <a:cubicBezTo>
                    <a:pt x="8198" y="0"/>
                    <a:pt x="7644" y="554"/>
                    <a:pt x="7644" y="1237"/>
                  </a:cubicBezTo>
                  <a:cubicBezTo>
                    <a:pt x="7644" y="1613"/>
                    <a:pt x="7815" y="1945"/>
                    <a:pt x="8079" y="2172"/>
                  </a:cubicBezTo>
                  <a:lnTo>
                    <a:pt x="6536" y="3716"/>
                  </a:lnTo>
                  <a:cubicBezTo>
                    <a:pt x="6507" y="3744"/>
                    <a:pt x="6491" y="3783"/>
                    <a:pt x="6491" y="3825"/>
                  </a:cubicBezTo>
                  <a:lnTo>
                    <a:pt x="6491" y="6474"/>
                  </a:lnTo>
                  <a:lnTo>
                    <a:pt x="3099" y="9864"/>
                  </a:lnTo>
                  <a:cubicBezTo>
                    <a:pt x="3071" y="9894"/>
                    <a:pt x="3055" y="9933"/>
                    <a:pt x="3055" y="9973"/>
                  </a:cubicBezTo>
                  <a:lnTo>
                    <a:pt x="3055" y="11357"/>
                  </a:lnTo>
                  <a:lnTo>
                    <a:pt x="61" y="14351"/>
                  </a:lnTo>
                  <a:cubicBezTo>
                    <a:pt x="1" y="14411"/>
                    <a:pt x="1" y="14508"/>
                    <a:pt x="61" y="14568"/>
                  </a:cubicBezTo>
                  <a:cubicBezTo>
                    <a:pt x="91" y="14598"/>
                    <a:pt x="130" y="14613"/>
                    <a:pt x="170" y="14613"/>
                  </a:cubicBezTo>
                  <a:cubicBezTo>
                    <a:pt x="209" y="14613"/>
                    <a:pt x="248" y="14598"/>
                    <a:pt x="279" y="14568"/>
                  </a:cubicBezTo>
                  <a:lnTo>
                    <a:pt x="3317" y="11530"/>
                  </a:lnTo>
                  <a:cubicBezTo>
                    <a:pt x="3345" y="11501"/>
                    <a:pt x="3362" y="11462"/>
                    <a:pt x="3362" y="11421"/>
                  </a:cubicBezTo>
                  <a:lnTo>
                    <a:pt x="3362" y="10037"/>
                  </a:lnTo>
                  <a:lnTo>
                    <a:pt x="6754" y="6646"/>
                  </a:lnTo>
                  <a:cubicBezTo>
                    <a:pt x="6782" y="6617"/>
                    <a:pt x="6799" y="6578"/>
                    <a:pt x="6799" y="6538"/>
                  </a:cubicBezTo>
                  <a:lnTo>
                    <a:pt x="6799" y="3888"/>
                  </a:lnTo>
                  <a:lnTo>
                    <a:pt x="8341" y="2346"/>
                  </a:lnTo>
                  <a:cubicBezTo>
                    <a:pt x="8504" y="2425"/>
                    <a:pt x="8686" y="2475"/>
                    <a:pt x="8882" y="2475"/>
                  </a:cubicBezTo>
                  <a:cubicBezTo>
                    <a:pt x="9565" y="2475"/>
                    <a:pt x="10118" y="1920"/>
                    <a:pt x="10118" y="1237"/>
                  </a:cubicBezTo>
                  <a:cubicBezTo>
                    <a:pt x="10118" y="554"/>
                    <a:pt x="9565" y="0"/>
                    <a:pt x="8882"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52"/>
            <p:cNvSpPr/>
            <p:nvPr/>
          </p:nvSpPr>
          <p:spPr>
            <a:xfrm flipH="1">
              <a:off x="7700488" y="4374050"/>
              <a:ext cx="60970" cy="61090"/>
            </a:xfrm>
            <a:custGeom>
              <a:avLst/>
              <a:gdLst/>
              <a:ahLst/>
              <a:cxnLst/>
              <a:rect l="l" t="t" r="r" b="b"/>
              <a:pathLst>
                <a:path w="1042" h="1044" extrusionOk="0">
                  <a:moveTo>
                    <a:pt x="522" y="0"/>
                  </a:moveTo>
                  <a:cubicBezTo>
                    <a:pt x="233" y="0"/>
                    <a:pt x="0" y="235"/>
                    <a:pt x="0" y="522"/>
                  </a:cubicBezTo>
                  <a:cubicBezTo>
                    <a:pt x="0" y="810"/>
                    <a:pt x="233" y="1043"/>
                    <a:pt x="522" y="1043"/>
                  </a:cubicBezTo>
                  <a:cubicBezTo>
                    <a:pt x="809" y="1043"/>
                    <a:pt x="1042" y="810"/>
                    <a:pt x="1042" y="522"/>
                  </a:cubicBezTo>
                  <a:cubicBezTo>
                    <a:pt x="1042" y="235"/>
                    <a:pt x="809"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52"/>
            <p:cNvSpPr/>
            <p:nvPr/>
          </p:nvSpPr>
          <p:spPr>
            <a:xfrm flipH="1">
              <a:off x="7352686" y="4362639"/>
              <a:ext cx="257865" cy="824710"/>
            </a:xfrm>
            <a:custGeom>
              <a:avLst/>
              <a:gdLst/>
              <a:ahLst/>
              <a:cxnLst/>
              <a:rect l="l" t="t" r="r" b="b"/>
              <a:pathLst>
                <a:path w="4407" h="14094" extrusionOk="0">
                  <a:moveTo>
                    <a:pt x="3169" y="0"/>
                  </a:moveTo>
                  <a:cubicBezTo>
                    <a:pt x="3169" y="0"/>
                    <a:pt x="3169" y="0"/>
                    <a:pt x="3170" y="0"/>
                  </a:cubicBezTo>
                  <a:lnTo>
                    <a:pt x="3170" y="0"/>
                  </a:lnTo>
                  <a:cubicBezTo>
                    <a:pt x="3170" y="0"/>
                    <a:pt x="3170" y="0"/>
                    <a:pt x="3170" y="0"/>
                  </a:cubicBezTo>
                  <a:close/>
                  <a:moveTo>
                    <a:pt x="3170" y="0"/>
                  </a:moveTo>
                  <a:cubicBezTo>
                    <a:pt x="2486" y="1"/>
                    <a:pt x="1932" y="555"/>
                    <a:pt x="1932" y="1238"/>
                  </a:cubicBezTo>
                  <a:cubicBezTo>
                    <a:pt x="1932" y="1522"/>
                    <a:pt x="2032" y="1781"/>
                    <a:pt x="2192" y="1989"/>
                  </a:cubicBezTo>
                  <a:lnTo>
                    <a:pt x="46" y="4136"/>
                  </a:lnTo>
                  <a:cubicBezTo>
                    <a:pt x="17" y="4165"/>
                    <a:pt x="1" y="4204"/>
                    <a:pt x="1" y="4244"/>
                  </a:cubicBezTo>
                  <a:lnTo>
                    <a:pt x="1" y="13940"/>
                  </a:lnTo>
                  <a:cubicBezTo>
                    <a:pt x="1" y="14023"/>
                    <a:pt x="69" y="14093"/>
                    <a:pt x="154" y="14093"/>
                  </a:cubicBezTo>
                  <a:cubicBezTo>
                    <a:pt x="239" y="14093"/>
                    <a:pt x="308" y="14023"/>
                    <a:pt x="308" y="13940"/>
                  </a:cubicBezTo>
                  <a:lnTo>
                    <a:pt x="308" y="4308"/>
                  </a:lnTo>
                  <a:lnTo>
                    <a:pt x="2409" y="2208"/>
                  </a:lnTo>
                  <a:cubicBezTo>
                    <a:pt x="2619" y="2373"/>
                    <a:pt x="2882" y="2475"/>
                    <a:pt x="3169" y="2475"/>
                  </a:cubicBezTo>
                  <a:cubicBezTo>
                    <a:pt x="3852" y="2475"/>
                    <a:pt x="4407" y="1921"/>
                    <a:pt x="4407" y="1238"/>
                  </a:cubicBezTo>
                  <a:cubicBezTo>
                    <a:pt x="4407" y="555"/>
                    <a:pt x="3854" y="1"/>
                    <a:pt x="3170"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52"/>
            <p:cNvSpPr/>
            <p:nvPr/>
          </p:nvSpPr>
          <p:spPr>
            <a:xfrm flipH="1">
              <a:off x="7394577" y="4404536"/>
              <a:ext cx="61029" cy="61090"/>
            </a:xfrm>
            <a:custGeom>
              <a:avLst/>
              <a:gdLst/>
              <a:ahLst/>
              <a:cxnLst/>
              <a:rect l="l" t="t" r="r" b="b"/>
              <a:pathLst>
                <a:path w="1043" h="1044" extrusionOk="0">
                  <a:moveTo>
                    <a:pt x="522" y="1"/>
                  </a:moveTo>
                  <a:cubicBezTo>
                    <a:pt x="234" y="1"/>
                    <a:pt x="1" y="234"/>
                    <a:pt x="1" y="522"/>
                  </a:cubicBezTo>
                  <a:cubicBezTo>
                    <a:pt x="1" y="809"/>
                    <a:pt x="234" y="1043"/>
                    <a:pt x="522" y="1043"/>
                  </a:cubicBezTo>
                  <a:cubicBezTo>
                    <a:pt x="809" y="1043"/>
                    <a:pt x="1042" y="809"/>
                    <a:pt x="1042" y="522"/>
                  </a:cubicBezTo>
                  <a:cubicBezTo>
                    <a:pt x="1042" y="234"/>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52"/>
            <p:cNvSpPr/>
            <p:nvPr/>
          </p:nvSpPr>
          <p:spPr>
            <a:xfrm flipH="1">
              <a:off x="7011085" y="4322674"/>
              <a:ext cx="383549" cy="864676"/>
            </a:xfrm>
            <a:custGeom>
              <a:avLst/>
              <a:gdLst/>
              <a:ahLst/>
              <a:cxnLst/>
              <a:rect l="l" t="t" r="r" b="b"/>
              <a:pathLst>
                <a:path w="6555" h="14777" extrusionOk="0">
                  <a:moveTo>
                    <a:pt x="5318" y="0"/>
                  </a:moveTo>
                  <a:lnTo>
                    <a:pt x="5318" y="1"/>
                  </a:lnTo>
                  <a:cubicBezTo>
                    <a:pt x="4634" y="1"/>
                    <a:pt x="4080" y="555"/>
                    <a:pt x="4080" y="1238"/>
                  </a:cubicBezTo>
                  <a:cubicBezTo>
                    <a:pt x="4080" y="1499"/>
                    <a:pt x="4162" y="1740"/>
                    <a:pt x="4300" y="1939"/>
                  </a:cubicBezTo>
                  <a:lnTo>
                    <a:pt x="2650" y="3589"/>
                  </a:lnTo>
                  <a:cubicBezTo>
                    <a:pt x="2621" y="3618"/>
                    <a:pt x="2605" y="3657"/>
                    <a:pt x="2605" y="3698"/>
                  </a:cubicBezTo>
                  <a:lnTo>
                    <a:pt x="2605" y="9205"/>
                  </a:lnTo>
                  <a:lnTo>
                    <a:pt x="45" y="11764"/>
                  </a:lnTo>
                  <a:cubicBezTo>
                    <a:pt x="17" y="11792"/>
                    <a:pt x="0" y="11831"/>
                    <a:pt x="0" y="11873"/>
                  </a:cubicBezTo>
                  <a:lnTo>
                    <a:pt x="0" y="14623"/>
                  </a:lnTo>
                  <a:cubicBezTo>
                    <a:pt x="0" y="14706"/>
                    <a:pt x="69" y="14776"/>
                    <a:pt x="154" y="14776"/>
                  </a:cubicBezTo>
                  <a:cubicBezTo>
                    <a:pt x="239" y="14776"/>
                    <a:pt x="308" y="14706"/>
                    <a:pt x="308" y="14623"/>
                  </a:cubicBezTo>
                  <a:lnTo>
                    <a:pt x="308" y="11937"/>
                  </a:lnTo>
                  <a:lnTo>
                    <a:pt x="2867" y="9377"/>
                  </a:lnTo>
                  <a:cubicBezTo>
                    <a:pt x="2897" y="9348"/>
                    <a:pt x="2912" y="9309"/>
                    <a:pt x="2912" y="9268"/>
                  </a:cubicBezTo>
                  <a:lnTo>
                    <a:pt x="2912" y="3762"/>
                  </a:lnTo>
                  <a:lnTo>
                    <a:pt x="4507" y="2166"/>
                  </a:lnTo>
                  <a:cubicBezTo>
                    <a:pt x="4724" y="2356"/>
                    <a:pt x="5006" y="2476"/>
                    <a:pt x="5318" y="2476"/>
                  </a:cubicBezTo>
                  <a:cubicBezTo>
                    <a:pt x="6001" y="2476"/>
                    <a:pt x="6554" y="1921"/>
                    <a:pt x="6554" y="1238"/>
                  </a:cubicBezTo>
                  <a:cubicBezTo>
                    <a:pt x="6554" y="555"/>
                    <a:pt x="6001" y="0"/>
                    <a:pt x="531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52"/>
            <p:cNvSpPr/>
            <p:nvPr/>
          </p:nvSpPr>
          <p:spPr>
            <a:xfrm flipH="1">
              <a:off x="7052914" y="4364570"/>
              <a:ext cx="61087" cy="61090"/>
            </a:xfrm>
            <a:custGeom>
              <a:avLst/>
              <a:gdLst/>
              <a:ahLst/>
              <a:cxnLst/>
              <a:rect l="l" t="t" r="r" b="b"/>
              <a:pathLst>
                <a:path w="1044" h="1044" extrusionOk="0">
                  <a:moveTo>
                    <a:pt x="522" y="1"/>
                  </a:moveTo>
                  <a:cubicBezTo>
                    <a:pt x="233" y="1"/>
                    <a:pt x="0" y="235"/>
                    <a:pt x="0" y="522"/>
                  </a:cubicBezTo>
                  <a:cubicBezTo>
                    <a:pt x="0" y="810"/>
                    <a:pt x="234" y="1043"/>
                    <a:pt x="522" y="1043"/>
                  </a:cubicBezTo>
                  <a:cubicBezTo>
                    <a:pt x="809" y="1043"/>
                    <a:pt x="1043" y="809"/>
                    <a:pt x="1043" y="522"/>
                  </a:cubicBezTo>
                  <a:cubicBezTo>
                    <a:pt x="1043" y="235"/>
                    <a:pt x="80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52"/>
            <p:cNvSpPr/>
            <p:nvPr/>
          </p:nvSpPr>
          <p:spPr>
            <a:xfrm flipH="1">
              <a:off x="6980641" y="3894874"/>
              <a:ext cx="2065784" cy="1292479"/>
            </a:xfrm>
            <a:custGeom>
              <a:avLst/>
              <a:gdLst/>
              <a:ahLst/>
              <a:cxnLst/>
              <a:rect l="l" t="t" r="r" b="b"/>
              <a:pathLst>
                <a:path w="35305" h="22088" extrusionOk="0">
                  <a:moveTo>
                    <a:pt x="34068" y="0"/>
                  </a:moveTo>
                  <a:lnTo>
                    <a:pt x="34068" y="2"/>
                  </a:lnTo>
                  <a:cubicBezTo>
                    <a:pt x="33417" y="2"/>
                    <a:pt x="32889" y="505"/>
                    <a:pt x="32840" y="1142"/>
                  </a:cubicBezTo>
                  <a:lnTo>
                    <a:pt x="30174" y="1142"/>
                  </a:lnTo>
                  <a:cubicBezTo>
                    <a:pt x="30133" y="1142"/>
                    <a:pt x="30094" y="1159"/>
                    <a:pt x="30065" y="1187"/>
                  </a:cubicBezTo>
                  <a:lnTo>
                    <a:pt x="28175" y="3078"/>
                  </a:lnTo>
                  <a:lnTo>
                    <a:pt x="23925" y="3078"/>
                  </a:lnTo>
                  <a:lnTo>
                    <a:pt x="22560" y="1712"/>
                  </a:lnTo>
                  <a:cubicBezTo>
                    <a:pt x="22531" y="1684"/>
                    <a:pt x="22492" y="1667"/>
                    <a:pt x="22451" y="1667"/>
                  </a:cubicBezTo>
                  <a:lnTo>
                    <a:pt x="18617" y="1667"/>
                  </a:lnTo>
                  <a:cubicBezTo>
                    <a:pt x="18576" y="1667"/>
                    <a:pt x="18537" y="1684"/>
                    <a:pt x="18508" y="1712"/>
                  </a:cubicBezTo>
                  <a:lnTo>
                    <a:pt x="15949" y="4272"/>
                  </a:lnTo>
                  <a:lnTo>
                    <a:pt x="13335" y="4272"/>
                  </a:lnTo>
                  <a:cubicBezTo>
                    <a:pt x="13295" y="4272"/>
                    <a:pt x="13256" y="4288"/>
                    <a:pt x="13226" y="4317"/>
                  </a:cubicBezTo>
                  <a:lnTo>
                    <a:pt x="11853" y="5692"/>
                  </a:lnTo>
                  <a:cubicBezTo>
                    <a:pt x="11823" y="5720"/>
                    <a:pt x="11806" y="5759"/>
                    <a:pt x="11806" y="5800"/>
                  </a:cubicBezTo>
                  <a:lnTo>
                    <a:pt x="11806" y="10077"/>
                  </a:lnTo>
                  <a:lnTo>
                    <a:pt x="60" y="21825"/>
                  </a:lnTo>
                  <a:cubicBezTo>
                    <a:pt x="0" y="21884"/>
                    <a:pt x="0" y="21982"/>
                    <a:pt x="60" y="22041"/>
                  </a:cubicBezTo>
                  <a:cubicBezTo>
                    <a:pt x="90" y="22072"/>
                    <a:pt x="129" y="22087"/>
                    <a:pt x="169" y="22087"/>
                  </a:cubicBezTo>
                  <a:cubicBezTo>
                    <a:pt x="208" y="22087"/>
                    <a:pt x="247" y="22072"/>
                    <a:pt x="278" y="22041"/>
                  </a:cubicBezTo>
                  <a:lnTo>
                    <a:pt x="12070" y="10249"/>
                  </a:lnTo>
                  <a:cubicBezTo>
                    <a:pt x="12098" y="10220"/>
                    <a:pt x="12115" y="10181"/>
                    <a:pt x="12115" y="10140"/>
                  </a:cubicBezTo>
                  <a:lnTo>
                    <a:pt x="12115" y="5864"/>
                  </a:lnTo>
                  <a:lnTo>
                    <a:pt x="13399" y="4579"/>
                  </a:lnTo>
                  <a:lnTo>
                    <a:pt x="16013" y="4579"/>
                  </a:lnTo>
                  <a:cubicBezTo>
                    <a:pt x="16053" y="4579"/>
                    <a:pt x="16092" y="4563"/>
                    <a:pt x="16121" y="4534"/>
                  </a:cubicBezTo>
                  <a:lnTo>
                    <a:pt x="18681" y="1975"/>
                  </a:lnTo>
                  <a:lnTo>
                    <a:pt x="22387" y="1975"/>
                  </a:lnTo>
                  <a:lnTo>
                    <a:pt x="23754" y="3340"/>
                  </a:lnTo>
                  <a:cubicBezTo>
                    <a:pt x="23782" y="3369"/>
                    <a:pt x="23821" y="3385"/>
                    <a:pt x="23862" y="3385"/>
                  </a:cubicBezTo>
                  <a:lnTo>
                    <a:pt x="28239" y="3385"/>
                  </a:lnTo>
                  <a:cubicBezTo>
                    <a:pt x="28280" y="3385"/>
                    <a:pt x="28319" y="3369"/>
                    <a:pt x="28347" y="3340"/>
                  </a:cubicBezTo>
                  <a:lnTo>
                    <a:pt x="30238" y="1450"/>
                  </a:lnTo>
                  <a:lnTo>
                    <a:pt x="32852" y="1450"/>
                  </a:lnTo>
                  <a:cubicBezTo>
                    <a:pt x="32952" y="2031"/>
                    <a:pt x="33457" y="2476"/>
                    <a:pt x="34068" y="2476"/>
                  </a:cubicBezTo>
                  <a:cubicBezTo>
                    <a:pt x="34751" y="2476"/>
                    <a:pt x="35305" y="1922"/>
                    <a:pt x="35305" y="1238"/>
                  </a:cubicBezTo>
                  <a:cubicBezTo>
                    <a:pt x="35305" y="555"/>
                    <a:pt x="34751" y="0"/>
                    <a:pt x="3406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52"/>
            <p:cNvSpPr/>
            <p:nvPr/>
          </p:nvSpPr>
          <p:spPr>
            <a:xfrm flipH="1">
              <a:off x="7022487" y="3936888"/>
              <a:ext cx="61029" cy="60973"/>
            </a:xfrm>
            <a:custGeom>
              <a:avLst/>
              <a:gdLst/>
              <a:ahLst/>
              <a:cxnLst/>
              <a:rect l="l" t="t" r="r" b="b"/>
              <a:pathLst>
                <a:path w="1043" h="1042" extrusionOk="0">
                  <a:moveTo>
                    <a:pt x="521" y="0"/>
                  </a:moveTo>
                  <a:cubicBezTo>
                    <a:pt x="234" y="0"/>
                    <a:pt x="1" y="233"/>
                    <a:pt x="1" y="520"/>
                  </a:cubicBezTo>
                  <a:cubicBezTo>
                    <a:pt x="1" y="809"/>
                    <a:pt x="234" y="1042"/>
                    <a:pt x="521" y="1042"/>
                  </a:cubicBezTo>
                  <a:cubicBezTo>
                    <a:pt x="809" y="1042"/>
                    <a:pt x="1042" y="809"/>
                    <a:pt x="1042" y="520"/>
                  </a:cubicBezTo>
                  <a:cubicBezTo>
                    <a:pt x="1042" y="233"/>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52"/>
            <p:cNvSpPr/>
            <p:nvPr/>
          </p:nvSpPr>
          <p:spPr>
            <a:xfrm rot="2576386">
              <a:off x="6242491" y="4224239"/>
              <a:ext cx="548115" cy="1339655"/>
            </a:xfrm>
            <a:custGeom>
              <a:avLst/>
              <a:gdLst/>
              <a:ahLst/>
              <a:cxnLst/>
              <a:rect l="l" t="t" r="r" b="b"/>
              <a:pathLst>
                <a:path w="9367" h="22894" extrusionOk="0">
                  <a:moveTo>
                    <a:pt x="1897" y="1"/>
                  </a:moveTo>
                  <a:cubicBezTo>
                    <a:pt x="1214" y="1"/>
                    <a:pt x="661" y="555"/>
                    <a:pt x="661" y="1238"/>
                  </a:cubicBezTo>
                  <a:cubicBezTo>
                    <a:pt x="661" y="1847"/>
                    <a:pt x="1103" y="2352"/>
                    <a:pt x="1683" y="2454"/>
                  </a:cubicBezTo>
                  <a:lnTo>
                    <a:pt x="1683" y="8153"/>
                  </a:lnTo>
                  <a:lnTo>
                    <a:pt x="46" y="9790"/>
                  </a:lnTo>
                  <a:cubicBezTo>
                    <a:pt x="17" y="9819"/>
                    <a:pt x="1" y="9858"/>
                    <a:pt x="1" y="9899"/>
                  </a:cubicBezTo>
                  <a:lnTo>
                    <a:pt x="1" y="13697"/>
                  </a:lnTo>
                  <a:cubicBezTo>
                    <a:pt x="1" y="13738"/>
                    <a:pt x="17" y="13778"/>
                    <a:pt x="46" y="13806"/>
                  </a:cubicBezTo>
                  <a:lnTo>
                    <a:pt x="9090" y="22849"/>
                  </a:lnTo>
                  <a:cubicBezTo>
                    <a:pt x="9119" y="22879"/>
                    <a:pt x="9158" y="22894"/>
                    <a:pt x="9198" y="22894"/>
                  </a:cubicBezTo>
                  <a:cubicBezTo>
                    <a:pt x="9237" y="22894"/>
                    <a:pt x="9276" y="22879"/>
                    <a:pt x="9307" y="22849"/>
                  </a:cubicBezTo>
                  <a:cubicBezTo>
                    <a:pt x="9366" y="22790"/>
                    <a:pt x="9366" y="22692"/>
                    <a:pt x="9307" y="22631"/>
                  </a:cubicBezTo>
                  <a:lnTo>
                    <a:pt x="308" y="13634"/>
                  </a:lnTo>
                  <a:lnTo>
                    <a:pt x="308" y="9963"/>
                  </a:lnTo>
                  <a:lnTo>
                    <a:pt x="1946" y="8326"/>
                  </a:lnTo>
                  <a:cubicBezTo>
                    <a:pt x="1974" y="8297"/>
                    <a:pt x="1991" y="8258"/>
                    <a:pt x="1991" y="8217"/>
                  </a:cubicBezTo>
                  <a:lnTo>
                    <a:pt x="1991" y="2466"/>
                  </a:lnTo>
                  <a:cubicBezTo>
                    <a:pt x="2629" y="2417"/>
                    <a:pt x="3135" y="1890"/>
                    <a:pt x="3135" y="1238"/>
                  </a:cubicBezTo>
                  <a:cubicBezTo>
                    <a:pt x="3135" y="555"/>
                    <a:pt x="2580" y="1"/>
                    <a:pt x="1897"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52"/>
            <p:cNvSpPr/>
            <p:nvPr/>
          </p:nvSpPr>
          <p:spPr>
            <a:xfrm rot="2576386">
              <a:off x="6773597" y="4315172"/>
              <a:ext cx="61090" cy="60973"/>
            </a:xfrm>
            <a:custGeom>
              <a:avLst/>
              <a:gdLst/>
              <a:ahLst/>
              <a:cxnLst/>
              <a:rect l="l" t="t" r="r" b="b"/>
              <a:pathLst>
                <a:path w="1044" h="1042" extrusionOk="0">
                  <a:moveTo>
                    <a:pt x="522" y="0"/>
                  </a:moveTo>
                  <a:cubicBezTo>
                    <a:pt x="235" y="0"/>
                    <a:pt x="1" y="233"/>
                    <a:pt x="1" y="521"/>
                  </a:cubicBezTo>
                  <a:cubicBezTo>
                    <a:pt x="1" y="809"/>
                    <a:pt x="235" y="1042"/>
                    <a:pt x="522" y="1042"/>
                  </a:cubicBezTo>
                  <a:cubicBezTo>
                    <a:pt x="811" y="1042"/>
                    <a:pt x="1043" y="809"/>
                    <a:pt x="1043" y="521"/>
                  </a:cubicBezTo>
                  <a:cubicBezTo>
                    <a:pt x="1043" y="233"/>
                    <a:pt x="81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52"/>
            <p:cNvSpPr/>
            <p:nvPr/>
          </p:nvSpPr>
          <p:spPr>
            <a:xfrm flipH="1">
              <a:off x="7555726" y="4571946"/>
              <a:ext cx="91631" cy="91752"/>
            </a:xfrm>
            <a:custGeom>
              <a:avLst/>
              <a:gdLst/>
              <a:ahLst/>
              <a:cxnLst/>
              <a:rect l="l" t="t" r="r" b="b"/>
              <a:pathLst>
                <a:path w="1566" h="1568" extrusionOk="0">
                  <a:moveTo>
                    <a:pt x="783" y="1"/>
                  </a:moveTo>
                  <a:cubicBezTo>
                    <a:pt x="351" y="1"/>
                    <a:pt x="1" y="352"/>
                    <a:pt x="1" y="783"/>
                  </a:cubicBezTo>
                  <a:cubicBezTo>
                    <a:pt x="1" y="1216"/>
                    <a:pt x="351" y="1567"/>
                    <a:pt x="783" y="1567"/>
                  </a:cubicBezTo>
                  <a:cubicBezTo>
                    <a:pt x="1216" y="1567"/>
                    <a:pt x="1566" y="1216"/>
                    <a:pt x="1566" y="783"/>
                  </a:cubicBezTo>
                  <a:cubicBezTo>
                    <a:pt x="1566" y="352"/>
                    <a:pt x="1216" y="1"/>
                    <a:pt x="7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52"/>
            <p:cNvSpPr/>
            <p:nvPr/>
          </p:nvSpPr>
          <p:spPr>
            <a:xfrm flipH="1">
              <a:off x="7467491" y="4483823"/>
              <a:ext cx="267987" cy="267999"/>
            </a:xfrm>
            <a:custGeom>
              <a:avLst/>
              <a:gdLst/>
              <a:ahLst/>
              <a:cxnLst/>
              <a:rect l="l" t="t" r="r" b="b"/>
              <a:pathLst>
                <a:path w="4580" h="4580" extrusionOk="0">
                  <a:moveTo>
                    <a:pt x="2289" y="154"/>
                  </a:moveTo>
                  <a:cubicBezTo>
                    <a:pt x="3467" y="154"/>
                    <a:pt x="4426" y="1112"/>
                    <a:pt x="4426" y="2289"/>
                  </a:cubicBezTo>
                  <a:cubicBezTo>
                    <a:pt x="4426" y="3468"/>
                    <a:pt x="3467" y="4426"/>
                    <a:pt x="2289" y="4426"/>
                  </a:cubicBezTo>
                  <a:cubicBezTo>
                    <a:pt x="1112" y="4426"/>
                    <a:pt x="154" y="3468"/>
                    <a:pt x="154" y="2289"/>
                  </a:cubicBezTo>
                  <a:cubicBezTo>
                    <a:pt x="154" y="1112"/>
                    <a:pt x="1112" y="154"/>
                    <a:pt x="2289" y="154"/>
                  </a:cubicBezTo>
                  <a:close/>
                  <a:moveTo>
                    <a:pt x="2289" y="1"/>
                  </a:moveTo>
                  <a:cubicBezTo>
                    <a:pt x="1027" y="1"/>
                    <a:pt x="1" y="1028"/>
                    <a:pt x="1" y="2289"/>
                  </a:cubicBezTo>
                  <a:cubicBezTo>
                    <a:pt x="1" y="3552"/>
                    <a:pt x="1027" y="4579"/>
                    <a:pt x="2289" y="4579"/>
                  </a:cubicBezTo>
                  <a:cubicBezTo>
                    <a:pt x="3552" y="4579"/>
                    <a:pt x="4579" y="3552"/>
                    <a:pt x="4579" y="2289"/>
                  </a:cubicBezTo>
                  <a:cubicBezTo>
                    <a:pt x="4579" y="1028"/>
                    <a:pt x="3552" y="1"/>
                    <a:pt x="228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52"/>
            <p:cNvSpPr/>
            <p:nvPr/>
          </p:nvSpPr>
          <p:spPr>
            <a:xfrm rot="2576386">
              <a:off x="6188745" y="4762327"/>
              <a:ext cx="91635" cy="91694"/>
            </a:xfrm>
            <a:custGeom>
              <a:avLst/>
              <a:gdLst/>
              <a:ahLst/>
              <a:cxnLst/>
              <a:rect l="l" t="t" r="r" b="b"/>
              <a:pathLst>
                <a:path w="1566" h="1567" extrusionOk="0">
                  <a:moveTo>
                    <a:pt x="783" y="0"/>
                  </a:moveTo>
                  <a:cubicBezTo>
                    <a:pt x="350" y="0"/>
                    <a:pt x="0" y="351"/>
                    <a:pt x="0" y="784"/>
                  </a:cubicBezTo>
                  <a:cubicBezTo>
                    <a:pt x="0" y="1216"/>
                    <a:pt x="350" y="1567"/>
                    <a:pt x="783" y="1567"/>
                  </a:cubicBezTo>
                  <a:cubicBezTo>
                    <a:pt x="1215" y="1567"/>
                    <a:pt x="1565" y="1216"/>
                    <a:pt x="1565" y="784"/>
                  </a:cubicBezTo>
                  <a:cubicBezTo>
                    <a:pt x="1565" y="351"/>
                    <a:pt x="1215"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52"/>
            <p:cNvSpPr/>
            <p:nvPr/>
          </p:nvSpPr>
          <p:spPr>
            <a:xfrm rot="2576386">
              <a:off x="6100556" y="4674205"/>
              <a:ext cx="268001" cy="267943"/>
            </a:xfrm>
            <a:custGeom>
              <a:avLst/>
              <a:gdLst/>
              <a:ahLst/>
              <a:cxnLst/>
              <a:rect l="l" t="t" r="r" b="b"/>
              <a:pathLst>
                <a:path w="4580" h="4579" extrusionOk="0">
                  <a:moveTo>
                    <a:pt x="2290" y="154"/>
                  </a:moveTo>
                  <a:cubicBezTo>
                    <a:pt x="3467" y="154"/>
                    <a:pt x="4426" y="1111"/>
                    <a:pt x="4426" y="2290"/>
                  </a:cubicBezTo>
                  <a:cubicBezTo>
                    <a:pt x="4426" y="3468"/>
                    <a:pt x="3467" y="4425"/>
                    <a:pt x="2290" y="4425"/>
                  </a:cubicBezTo>
                  <a:cubicBezTo>
                    <a:pt x="1112" y="4425"/>
                    <a:pt x="155" y="3468"/>
                    <a:pt x="155" y="2290"/>
                  </a:cubicBezTo>
                  <a:cubicBezTo>
                    <a:pt x="155" y="1113"/>
                    <a:pt x="1112" y="154"/>
                    <a:pt x="2290" y="154"/>
                  </a:cubicBezTo>
                  <a:close/>
                  <a:moveTo>
                    <a:pt x="2290" y="0"/>
                  </a:moveTo>
                  <a:cubicBezTo>
                    <a:pt x="1027" y="0"/>
                    <a:pt x="1" y="1028"/>
                    <a:pt x="1" y="2290"/>
                  </a:cubicBezTo>
                  <a:cubicBezTo>
                    <a:pt x="1" y="3553"/>
                    <a:pt x="1027" y="4579"/>
                    <a:pt x="2290" y="4579"/>
                  </a:cubicBezTo>
                  <a:cubicBezTo>
                    <a:pt x="3552" y="4579"/>
                    <a:pt x="4580" y="3551"/>
                    <a:pt x="4580" y="2290"/>
                  </a:cubicBezTo>
                  <a:cubicBezTo>
                    <a:pt x="4580" y="1028"/>
                    <a:pt x="3552" y="0"/>
                    <a:pt x="2290"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52"/>
            <p:cNvSpPr/>
            <p:nvPr/>
          </p:nvSpPr>
          <p:spPr>
            <a:xfrm flipH="1">
              <a:off x="7465557" y="4179196"/>
              <a:ext cx="138558" cy="138446"/>
            </a:xfrm>
            <a:custGeom>
              <a:avLst/>
              <a:gdLst/>
              <a:ahLst/>
              <a:cxnLst/>
              <a:rect l="l" t="t" r="r" b="b"/>
              <a:pathLst>
                <a:path w="2368" h="2366" extrusionOk="0">
                  <a:moveTo>
                    <a:pt x="1184" y="154"/>
                  </a:moveTo>
                  <a:cubicBezTo>
                    <a:pt x="1751" y="154"/>
                    <a:pt x="2214" y="615"/>
                    <a:pt x="2214" y="1182"/>
                  </a:cubicBezTo>
                  <a:cubicBezTo>
                    <a:pt x="2214" y="1750"/>
                    <a:pt x="1751" y="2212"/>
                    <a:pt x="1184" y="2212"/>
                  </a:cubicBezTo>
                  <a:cubicBezTo>
                    <a:pt x="617" y="2212"/>
                    <a:pt x="154" y="1750"/>
                    <a:pt x="154" y="1182"/>
                  </a:cubicBezTo>
                  <a:cubicBezTo>
                    <a:pt x="154" y="615"/>
                    <a:pt x="617" y="154"/>
                    <a:pt x="1184" y="154"/>
                  </a:cubicBezTo>
                  <a:close/>
                  <a:moveTo>
                    <a:pt x="1184" y="0"/>
                  </a:moveTo>
                  <a:cubicBezTo>
                    <a:pt x="531" y="0"/>
                    <a:pt x="1" y="530"/>
                    <a:pt x="1" y="1182"/>
                  </a:cubicBezTo>
                  <a:cubicBezTo>
                    <a:pt x="1" y="1835"/>
                    <a:pt x="531" y="2366"/>
                    <a:pt x="1184" y="2366"/>
                  </a:cubicBezTo>
                  <a:cubicBezTo>
                    <a:pt x="1837" y="2366"/>
                    <a:pt x="2367" y="1835"/>
                    <a:pt x="2367" y="1182"/>
                  </a:cubicBezTo>
                  <a:cubicBezTo>
                    <a:pt x="2367" y="531"/>
                    <a:pt x="1837" y="0"/>
                    <a:pt x="11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p:cNvPicPr>
            <a:picLocks noChangeAspect="1"/>
          </p:cNvPicPr>
          <p:nvPr/>
        </p:nvPicPr>
        <p:blipFill>
          <a:blip r:embed="rId3"/>
          <a:stretch>
            <a:fillRect/>
          </a:stretch>
        </p:blipFill>
        <p:spPr>
          <a:xfrm rot="1622639">
            <a:off x="5632239" y="992624"/>
            <a:ext cx="2064938" cy="2114078"/>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62"/>
        <p:cNvGrpSpPr/>
        <p:nvPr/>
      </p:nvGrpSpPr>
      <p:grpSpPr>
        <a:xfrm>
          <a:off x="0" y="0"/>
          <a:ext cx="0" cy="0"/>
          <a:chOff x="0" y="0"/>
          <a:chExt cx="0" cy="0"/>
        </a:xfrm>
      </p:grpSpPr>
      <p:grpSp>
        <p:nvGrpSpPr>
          <p:cNvPr id="2464" name="Google Shape;2464;p57"/>
          <p:cNvGrpSpPr/>
          <p:nvPr/>
        </p:nvGrpSpPr>
        <p:grpSpPr>
          <a:xfrm>
            <a:off x="7424335" y="2555426"/>
            <a:ext cx="1748498" cy="2190906"/>
            <a:chOff x="7424335" y="2555426"/>
            <a:chExt cx="1748498" cy="2190906"/>
          </a:xfrm>
        </p:grpSpPr>
        <p:sp>
          <p:nvSpPr>
            <p:cNvPr id="2465" name="Google Shape;2465;p57"/>
            <p:cNvSpPr/>
            <p:nvPr/>
          </p:nvSpPr>
          <p:spPr>
            <a:xfrm flipH="1">
              <a:off x="8341212" y="2555426"/>
              <a:ext cx="817044" cy="920628"/>
            </a:xfrm>
            <a:custGeom>
              <a:avLst/>
              <a:gdLst/>
              <a:ahLst/>
              <a:cxnLst/>
              <a:rect l="l" t="t" r="r" b="b"/>
              <a:pathLst>
                <a:path w="16367" h="18442" extrusionOk="0">
                  <a:moveTo>
                    <a:pt x="168" y="0"/>
                  </a:moveTo>
                  <a:cubicBezTo>
                    <a:pt x="129" y="0"/>
                    <a:pt x="89" y="15"/>
                    <a:pt x="59" y="45"/>
                  </a:cubicBezTo>
                  <a:cubicBezTo>
                    <a:pt x="0" y="106"/>
                    <a:pt x="0" y="203"/>
                    <a:pt x="59" y="263"/>
                  </a:cubicBezTo>
                  <a:lnTo>
                    <a:pt x="6175" y="6377"/>
                  </a:lnTo>
                  <a:lnTo>
                    <a:pt x="6175" y="12362"/>
                  </a:lnTo>
                  <a:cubicBezTo>
                    <a:pt x="6175" y="12403"/>
                    <a:pt x="6191" y="12442"/>
                    <a:pt x="6219" y="12471"/>
                  </a:cubicBezTo>
                  <a:lnTo>
                    <a:pt x="9071" y="15323"/>
                  </a:lnTo>
                  <a:cubicBezTo>
                    <a:pt x="9100" y="15351"/>
                    <a:pt x="9139" y="15368"/>
                    <a:pt x="9180" y="15368"/>
                  </a:cubicBezTo>
                  <a:lnTo>
                    <a:pt x="14254" y="15368"/>
                  </a:lnTo>
                  <a:lnTo>
                    <a:pt x="16058" y="17172"/>
                  </a:lnTo>
                  <a:lnTo>
                    <a:pt x="16058" y="18288"/>
                  </a:lnTo>
                  <a:cubicBezTo>
                    <a:pt x="16058" y="18373"/>
                    <a:pt x="16127" y="18441"/>
                    <a:pt x="16211" y="18441"/>
                  </a:cubicBezTo>
                  <a:lnTo>
                    <a:pt x="16212" y="18441"/>
                  </a:lnTo>
                  <a:cubicBezTo>
                    <a:pt x="16296" y="18441"/>
                    <a:pt x="16366" y="18373"/>
                    <a:pt x="16366" y="18288"/>
                  </a:cubicBezTo>
                  <a:lnTo>
                    <a:pt x="16366" y="17108"/>
                  </a:lnTo>
                  <a:cubicBezTo>
                    <a:pt x="16366" y="17068"/>
                    <a:pt x="16350" y="17029"/>
                    <a:pt x="16321" y="16999"/>
                  </a:cubicBezTo>
                  <a:lnTo>
                    <a:pt x="14426" y="15105"/>
                  </a:lnTo>
                  <a:cubicBezTo>
                    <a:pt x="14398" y="15077"/>
                    <a:pt x="14359" y="15060"/>
                    <a:pt x="14317" y="15060"/>
                  </a:cubicBezTo>
                  <a:lnTo>
                    <a:pt x="9243" y="15060"/>
                  </a:lnTo>
                  <a:lnTo>
                    <a:pt x="6482" y="12299"/>
                  </a:lnTo>
                  <a:lnTo>
                    <a:pt x="6482" y="6313"/>
                  </a:lnTo>
                  <a:cubicBezTo>
                    <a:pt x="6482" y="6273"/>
                    <a:pt x="6465" y="6234"/>
                    <a:pt x="6437" y="6206"/>
                  </a:cubicBezTo>
                  <a:lnTo>
                    <a:pt x="277" y="45"/>
                  </a:lnTo>
                  <a:cubicBezTo>
                    <a:pt x="247" y="15"/>
                    <a:pt x="208" y="0"/>
                    <a:pt x="168"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57"/>
            <p:cNvSpPr/>
            <p:nvPr/>
          </p:nvSpPr>
          <p:spPr>
            <a:xfrm flipH="1">
              <a:off x="8032156" y="2736192"/>
              <a:ext cx="1128496" cy="873703"/>
            </a:xfrm>
            <a:custGeom>
              <a:avLst/>
              <a:gdLst/>
              <a:ahLst/>
              <a:cxnLst/>
              <a:rect l="l" t="t" r="r" b="b"/>
              <a:pathLst>
                <a:path w="22606" h="17502" extrusionOk="0">
                  <a:moveTo>
                    <a:pt x="170" y="1"/>
                  </a:moveTo>
                  <a:cubicBezTo>
                    <a:pt x="130" y="1"/>
                    <a:pt x="91" y="16"/>
                    <a:pt x="61" y="45"/>
                  </a:cubicBezTo>
                  <a:cubicBezTo>
                    <a:pt x="1" y="106"/>
                    <a:pt x="1" y="204"/>
                    <a:pt x="61" y="263"/>
                  </a:cubicBezTo>
                  <a:lnTo>
                    <a:pt x="3137" y="3339"/>
                  </a:lnTo>
                  <a:lnTo>
                    <a:pt x="3137" y="8169"/>
                  </a:lnTo>
                  <a:cubicBezTo>
                    <a:pt x="3137" y="8209"/>
                    <a:pt x="3154" y="8250"/>
                    <a:pt x="3182" y="8278"/>
                  </a:cubicBezTo>
                  <a:lnTo>
                    <a:pt x="5189" y="10285"/>
                  </a:lnTo>
                  <a:lnTo>
                    <a:pt x="5189" y="13370"/>
                  </a:lnTo>
                  <a:cubicBezTo>
                    <a:pt x="5189" y="13411"/>
                    <a:pt x="5206" y="13450"/>
                    <a:pt x="5234" y="13478"/>
                  </a:cubicBezTo>
                  <a:lnTo>
                    <a:pt x="8536" y="16779"/>
                  </a:lnTo>
                  <a:cubicBezTo>
                    <a:pt x="8564" y="16809"/>
                    <a:pt x="8603" y="16824"/>
                    <a:pt x="8645" y="16824"/>
                  </a:cubicBezTo>
                  <a:lnTo>
                    <a:pt x="16881" y="16824"/>
                  </a:lnTo>
                  <a:lnTo>
                    <a:pt x="17514" y="17456"/>
                  </a:lnTo>
                  <a:cubicBezTo>
                    <a:pt x="17542" y="17485"/>
                    <a:pt x="17581" y="17501"/>
                    <a:pt x="17622" y="17501"/>
                  </a:cubicBezTo>
                  <a:lnTo>
                    <a:pt x="21542" y="17501"/>
                  </a:lnTo>
                  <a:cubicBezTo>
                    <a:pt x="21583" y="17501"/>
                    <a:pt x="21622" y="17485"/>
                    <a:pt x="21651" y="17456"/>
                  </a:cubicBezTo>
                  <a:lnTo>
                    <a:pt x="22545" y="16563"/>
                  </a:lnTo>
                  <a:cubicBezTo>
                    <a:pt x="22605" y="16502"/>
                    <a:pt x="22605" y="16406"/>
                    <a:pt x="22545" y="16345"/>
                  </a:cubicBezTo>
                  <a:cubicBezTo>
                    <a:pt x="22515" y="16315"/>
                    <a:pt x="22475" y="16300"/>
                    <a:pt x="22436" y="16300"/>
                  </a:cubicBezTo>
                  <a:cubicBezTo>
                    <a:pt x="22397" y="16300"/>
                    <a:pt x="22357" y="16315"/>
                    <a:pt x="22327" y="16345"/>
                  </a:cubicBezTo>
                  <a:lnTo>
                    <a:pt x="21479" y="17194"/>
                  </a:lnTo>
                  <a:lnTo>
                    <a:pt x="17685" y="17194"/>
                  </a:lnTo>
                  <a:lnTo>
                    <a:pt x="17054" y="16562"/>
                  </a:lnTo>
                  <a:cubicBezTo>
                    <a:pt x="17025" y="16533"/>
                    <a:pt x="16985" y="16517"/>
                    <a:pt x="16945" y="16517"/>
                  </a:cubicBezTo>
                  <a:lnTo>
                    <a:pt x="8707" y="16517"/>
                  </a:lnTo>
                  <a:lnTo>
                    <a:pt x="5497" y="13306"/>
                  </a:lnTo>
                  <a:lnTo>
                    <a:pt x="5497" y="10222"/>
                  </a:lnTo>
                  <a:cubicBezTo>
                    <a:pt x="5497" y="10181"/>
                    <a:pt x="5481" y="10142"/>
                    <a:pt x="5452" y="10113"/>
                  </a:cubicBezTo>
                  <a:lnTo>
                    <a:pt x="3444" y="8105"/>
                  </a:lnTo>
                  <a:lnTo>
                    <a:pt x="3444" y="3275"/>
                  </a:lnTo>
                  <a:cubicBezTo>
                    <a:pt x="3444" y="3234"/>
                    <a:pt x="3428" y="3195"/>
                    <a:pt x="3399" y="3166"/>
                  </a:cubicBezTo>
                  <a:lnTo>
                    <a:pt x="279" y="45"/>
                  </a:lnTo>
                  <a:cubicBezTo>
                    <a:pt x="248" y="16"/>
                    <a:pt x="209" y="1"/>
                    <a:pt x="17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57"/>
            <p:cNvSpPr/>
            <p:nvPr/>
          </p:nvSpPr>
          <p:spPr>
            <a:xfrm flipH="1">
              <a:off x="7996662" y="3718200"/>
              <a:ext cx="1143772" cy="214008"/>
            </a:xfrm>
            <a:custGeom>
              <a:avLst/>
              <a:gdLst/>
              <a:ahLst/>
              <a:cxnLst/>
              <a:rect l="l" t="t" r="r" b="b"/>
              <a:pathLst>
                <a:path w="22912" h="4287" extrusionOk="0">
                  <a:moveTo>
                    <a:pt x="169" y="1"/>
                  </a:moveTo>
                  <a:cubicBezTo>
                    <a:pt x="129" y="1"/>
                    <a:pt x="90" y="16"/>
                    <a:pt x="60" y="46"/>
                  </a:cubicBezTo>
                  <a:cubicBezTo>
                    <a:pt x="0" y="105"/>
                    <a:pt x="0" y="203"/>
                    <a:pt x="60" y="263"/>
                  </a:cubicBezTo>
                  <a:lnTo>
                    <a:pt x="1720" y="1923"/>
                  </a:lnTo>
                  <a:cubicBezTo>
                    <a:pt x="1748" y="1952"/>
                    <a:pt x="1789" y="1968"/>
                    <a:pt x="1829" y="1968"/>
                  </a:cubicBezTo>
                  <a:lnTo>
                    <a:pt x="7052" y="1968"/>
                  </a:lnTo>
                  <a:lnTo>
                    <a:pt x="8195" y="3110"/>
                  </a:lnTo>
                  <a:cubicBezTo>
                    <a:pt x="8223" y="3140"/>
                    <a:pt x="8262" y="3156"/>
                    <a:pt x="8304" y="3156"/>
                  </a:cubicBezTo>
                  <a:lnTo>
                    <a:pt x="15072" y="3156"/>
                  </a:lnTo>
                  <a:lnTo>
                    <a:pt x="16157" y="4240"/>
                  </a:lnTo>
                  <a:cubicBezTo>
                    <a:pt x="16185" y="4270"/>
                    <a:pt x="16224" y="4286"/>
                    <a:pt x="16266" y="4286"/>
                  </a:cubicBezTo>
                  <a:lnTo>
                    <a:pt x="20601" y="4286"/>
                  </a:lnTo>
                  <a:lnTo>
                    <a:pt x="20601" y="4285"/>
                  </a:lnTo>
                  <a:cubicBezTo>
                    <a:pt x="20642" y="4285"/>
                    <a:pt x="20681" y="4270"/>
                    <a:pt x="20709" y="4240"/>
                  </a:cubicBezTo>
                  <a:lnTo>
                    <a:pt x="22852" y="2098"/>
                  </a:lnTo>
                  <a:cubicBezTo>
                    <a:pt x="22912" y="2038"/>
                    <a:pt x="22912" y="1941"/>
                    <a:pt x="22852" y="1881"/>
                  </a:cubicBezTo>
                  <a:cubicBezTo>
                    <a:pt x="22821" y="1851"/>
                    <a:pt x="22782" y="1836"/>
                    <a:pt x="22743" y="1836"/>
                  </a:cubicBezTo>
                  <a:cubicBezTo>
                    <a:pt x="22703" y="1836"/>
                    <a:pt x="22664" y="1851"/>
                    <a:pt x="22634" y="1881"/>
                  </a:cubicBezTo>
                  <a:lnTo>
                    <a:pt x="20537" y="3978"/>
                  </a:lnTo>
                  <a:lnTo>
                    <a:pt x="16328" y="3978"/>
                  </a:lnTo>
                  <a:lnTo>
                    <a:pt x="15244" y="2894"/>
                  </a:lnTo>
                  <a:cubicBezTo>
                    <a:pt x="15215" y="2864"/>
                    <a:pt x="15176" y="2848"/>
                    <a:pt x="15135" y="2848"/>
                  </a:cubicBezTo>
                  <a:lnTo>
                    <a:pt x="8366" y="2848"/>
                  </a:lnTo>
                  <a:lnTo>
                    <a:pt x="7224" y="1706"/>
                  </a:lnTo>
                  <a:cubicBezTo>
                    <a:pt x="7195" y="1677"/>
                    <a:pt x="7156" y="1661"/>
                    <a:pt x="7116" y="1661"/>
                  </a:cubicBezTo>
                  <a:lnTo>
                    <a:pt x="1893" y="1661"/>
                  </a:lnTo>
                  <a:lnTo>
                    <a:pt x="278" y="46"/>
                  </a:lnTo>
                  <a:cubicBezTo>
                    <a:pt x="248" y="16"/>
                    <a:pt x="208" y="1"/>
                    <a:pt x="16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57"/>
            <p:cNvSpPr/>
            <p:nvPr/>
          </p:nvSpPr>
          <p:spPr>
            <a:xfrm flipH="1">
              <a:off x="7505099" y="4025218"/>
              <a:ext cx="1667734" cy="124651"/>
            </a:xfrm>
            <a:custGeom>
              <a:avLst/>
              <a:gdLst/>
              <a:ahLst/>
              <a:cxnLst/>
              <a:rect l="l" t="t" r="r" b="b"/>
              <a:pathLst>
                <a:path w="33408" h="2497" extrusionOk="0">
                  <a:moveTo>
                    <a:pt x="29290" y="1"/>
                  </a:moveTo>
                  <a:cubicBezTo>
                    <a:pt x="29248" y="1"/>
                    <a:pt x="29209" y="16"/>
                    <a:pt x="29181" y="46"/>
                  </a:cubicBezTo>
                  <a:lnTo>
                    <a:pt x="27265" y="1961"/>
                  </a:lnTo>
                  <a:lnTo>
                    <a:pt x="18260" y="1961"/>
                  </a:lnTo>
                  <a:lnTo>
                    <a:pt x="16612" y="314"/>
                  </a:lnTo>
                  <a:cubicBezTo>
                    <a:pt x="16584" y="284"/>
                    <a:pt x="16545" y="269"/>
                    <a:pt x="16503" y="269"/>
                  </a:cubicBezTo>
                  <a:lnTo>
                    <a:pt x="10403" y="269"/>
                  </a:lnTo>
                  <a:cubicBezTo>
                    <a:pt x="10362" y="269"/>
                    <a:pt x="10323" y="284"/>
                    <a:pt x="10294" y="314"/>
                  </a:cubicBezTo>
                  <a:lnTo>
                    <a:pt x="8418" y="2189"/>
                  </a:lnTo>
                  <a:lnTo>
                    <a:pt x="4597" y="2189"/>
                  </a:lnTo>
                  <a:lnTo>
                    <a:pt x="3608" y="1201"/>
                  </a:lnTo>
                  <a:cubicBezTo>
                    <a:pt x="3580" y="1171"/>
                    <a:pt x="3541" y="1154"/>
                    <a:pt x="3499" y="1154"/>
                  </a:cubicBezTo>
                  <a:lnTo>
                    <a:pt x="154" y="1154"/>
                  </a:lnTo>
                  <a:cubicBezTo>
                    <a:pt x="69" y="1154"/>
                    <a:pt x="0" y="1224"/>
                    <a:pt x="0" y="1308"/>
                  </a:cubicBezTo>
                  <a:cubicBezTo>
                    <a:pt x="0" y="1393"/>
                    <a:pt x="69" y="1462"/>
                    <a:pt x="154" y="1462"/>
                  </a:cubicBezTo>
                  <a:lnTo>
                    <a:pt x="3435" y="1462"/>
                  </a:lnTo>
                  <a:lnTo>
                    <a:pt x="4425" y="2451"/>
                  </a:lnTo>
                  <a:cubicBezTo>
                    <a:pt x="4454" y="2481"/>
                    <a:pt x="4493" y="2496"/>
                    <a:pt x="4534" y="2496"/>
                  </a:cubicBezTo>
                  <a:lnTo>
                    <a:pt x="8482" y="2496"/>
                  </a:lnTo>
                  <a:cubicBezTo>
                    <a:pt x="8522" y="2496"/>
                    <a:pt x="8561" y="2481"/>
                    <a:pt x="8591" y="2451"/>
                  </a:cubicBezTo>
                  <a:lnTo>
                    <a:pt x="10466" y="576"/>
                  </a:lnTo>
                  <a:lnTo>
                    <a:pt x="16441" y="576"/>
                  </a:lnTo>
                  <a:lnTo>
                    <a:pt x="18087" y="2223"/>
                  </a:lnTo>
                  <a:cubicBezTo>
                    <a:pt x="18116" y="2253"/>
                    <a:pt x="18156" y="2268"/>
                    <a:pt x="18196" y="2268"/>
                  </a:cubicBezTo>
                  <a:lnTo>
                    <a:pt x="27328" y="2268"/>
                  </a:lnTo>
                  <a:cubicBezTo>
                    <a:pt x="27369" y="2268"/>
                    <a:pt x="27408" y="2253"/>
                    <a:pt x="27437" y="2223"/>
                  </a:cubicBezTo>
                  <a:lnTo>
                    <a:pt x="29352" y="308"/>
                  </a:lnTo>
                  <a:lnTo>
                    <a:pt x="33254" y="308"/>
                  </a:lnTo>
                  <a:cubicBezTo>
                    <a:pt x="33339" y="308"/>
                    <a:pt x="33407" y="238"/>
                    <a:pt x="33407" y="154"/>
                  </a:cubicBezTo>
                  <a:cubicBezTo>
                    <a:pt x="33407" y="69"/>
                    <a:pt x="33339" y="1"/>
                    <a:pt x="3325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57"/>
            <p:cNvSpPr/>
            <p:nvPr/>
          </p:nvSpPr>
          <p:spPr>
            <a:xfrm flipH="1">
              <a:off x="8341312" y="4330239"/>
              <a:ext cx="831521" cy="139078"/>
            </a:xfrm>
            <a:custGeom>
              <a:avLst/>
              <a:gdLst/>
              <a:ahLst/>
              <a:cxnLst/>
              <a:rect l="l" t="t" r="r" b="b"/>
              <a:pathLst>
                <a:path w="16657" h="2786" extrusionOk="0">
                  <a:moveTo>
                    <a:pt x="154" y="0"/>
                  </a:moveTo>
                  <a:cubicBezTo>
                    <a:pt x="69" y="0"/>
                    <a:pt x="0" y="69"/>
                    <a:pt x="0" y="154"/>
                  </a:cubicBezTo>
                  <a:cubicBezTo>
                    <a:pt x="0" y="239"/>
                    <a:pt x="69" y="308"/>
                    <a:pt x="154" y="308"/>
                  </a:cubicBezTo>
                  <a:lnTo>
                    <a:pt x="5453" y="308"/>
                  </a:lnTo>
                  <a:lnTo>
                    <a:pt x="7886" y="2740"/>
                  </a:lnTo>
                  <a:cubicBezTo>
                    <a:pt x="7916" y="2769"/>
                    <a:pt x="7955" y="2785"/>
                    <a:pt x="7995" y="2785"/>
                  </a:cubicBezTo>
                  <a:lnTo>
                    <a:pt x="16503" y="2785"/>
                  </a:lnTo>
                  <a:cubicBezTo>
                    <a:pt x="16588" y="2785"/>
                    <a:pt x="16657" y="2717"/>
                    <a:pt x="16657" y="2632"/>
                  </a:cubicBezTo>
                  <a:cubicBezTo>
                    <a:pt x="16657" y="2547"/>
                    <a:pt x="16588" y="2478"/>
                    <a:pt x="16503" y="2478"/>
                  </a:cubicBezTo>
                  <a:lnTo>
                    <a:pt x="8059" y="2478"/>
                  </a:lnTo>
                  <a:lnTo>
                    <a:pt x="5626" y="45"/>
                  </a:lnTo>
                  <a:cubicBezTo>
                    <a:pt x="5598" y="16"/>
                    <a:pt x="5557" y="0"/>
                    <a:pt x="5517" y="0"/>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57"/>
            <p:cNvSpPr/>
            <p:nvPr/>
          </p:nvSpPr>
          <p:spPr>
            <a:xfrm flipH="1">
              <a:off x="7951335" y="4498475"/>
              <a:ext cx="1221497" cy="196436"/>
            </a:xfrm>
            <a:custGeom>
              <a:avLst/>
              <a:gdLst/>
              <a:ahLst/>
              <a:cxnLst/>
              <a:rect l="l" t="t" r="r" b="b"/>
              <a:pathLst>
                <a:path w="24469" h="3935" extrusionOk="0">
                  <a:moveTo>
                    <a:pt x="20637" y="1"/>
                  </a:moveTo>
                  <a:cubicBezTo>
                    <a:pt x="20596" y="1"/>
                    <a:pt x="20557" y="17"/>
                    <a:pt x="20529" y="47"/>
                  </a:cubicBezTo>
                  <a:lnTo>
                    <a:pt x="16947" y="3627"/>
                  </a:lnTo>
                  <a:lnTo>
                    <a:pt x="6092" y="3627"/>
                  </a:lnTo>
                  <a:lnTo>
                    <a:pt x="4400" y="1936"/>
                  </a:lnTo>
                  <a:cubicBezTo>
                    <a:pt x="4372" y="1907"/>
                    <a:pt x="4332" y="1891"/>
                    <a:pt x="4291" y="1891"/>
                  </a:cubicBezTo>
                  <a:lnTo>
                    <a:pt x="154" y="1891"/>
                  </a:lnTo>
                  <a:cubicBezTo>
                    <a:pt x="69" y="1891"/>
                    <a:pt x="0" y="1959"/>
                    <a:pt x="0" y="2045"/>
                  </a:cubicBezTo>
                  <a:cubicBezTo>
                    <a:pt x="0" y="2130"/>
                    <a:pt x="69" y="2198"/>
                    <a:pt x="154" y="2198"/>
                  </a:cubicBezTo>
                  <a:lnTo>
                    <a:pt x="4227" y="2198"/>
                  </a:lnTo>
                  <a:lnTo>
                    <a:pt x="5919" y="3890"/>
                  </a:lnTo>
                  <a:cubicBezTo>
                    <a:pt x="5949" y="3918"/>
                    <a:pt x="5988" y="3935"/>
                    <a:pt x="6028" y="3935"/>
                  </a:cubicBezTo>
                  <a:lnTo>
                    <a:pt x="17010" y="3935"/>
                  </a:lnTo>
                  <a:cubicBezTo>
                    <a:pt x="17051" y="3935"/>
                    <a:pt x="17090" y="3918"/>
                    <a:pt x="17119" y="3890"/>
                  </a:cubicBezTo>
                  <a:lnTo>
                    <a:pt x="20701" y="308"/>
                  </a:lnTo>
                  <a:lnTo>
                    <a:pt x="24315" y="308"/>
                  </a:lnTo>
                  <a:cubicBezTo>
                    <a:pt x="24400" y="308"/>
                    <a:pt x="24469" y="239"/>
                    <a:pt x="24469" y="154"/>
                  </a:cubicBezTo>
                  <a:cubicBezTo>
                    <a:pt x="24469" y="70"/>
                    <a:pt x="24400" y="1"/>
                    <a:pt x="24315"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57"/>
            <p:cNvSpPr/>
            <p:nvPr/>
          </p:nvSpPr>
          <p:spPr>
            <a:xfrm flipH="1">
              <a:off x="8314483" y="3243895"/>
              <a:ext cx="54163" cy="54163"/>
            </a:xfrm>
            <a:custGeom>
              <a:avLst/>
              <a:gdLst/>
              <a:ahLst/>
              <a:cxnLst/>
              <a:rect l="l" t="t" r="r" b="b"/>
              <a:pathLst>
                <a:path w="1085" h="1085" extrusionOk="0">
                  <a:moveTo>
                    <a:pt x="543" y="1"/>
                  </a:moveTo>
                  <a:cubicBezTo>
                    <a:pt x="244" y="1"/>
                    <a:pt x="1" y="243"/>
                    <a:pt x="1" y="542"/>
                  </a:cubicBezTo>
                  <a:cubicBezTo>
                    <a:pt x="1" y="842"/>
                    <a:pt x="244" y="1085"/>
                    <a:pt x="543" y="1085"/>
                  </a:cubicBezTo>
                  <a:cubicBezTo>
                    <a:pt x="842" y="1085"/>
                    <a:pt x="1085" y="842"/>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57"/>
            <p:cNvSpPr/>
            <p:nvPr/>
          </p:nvSpPr>
          <p:spPr>
            <a:xfrm flipH="1">
              <a:off x="8399001" y="3159378"/>
              <a:ext cx="54163" cy="54163"/>
            </a:xfrm>
            <a:custGeom>
              <a:avLst/>
              <a:gdLst/>
              <a:ahLst/>
              <a:cxnLst/>
              <a:rect l="l" t="t" r="r" b="b"/>
              <a:pathLst>
                <a:path w="1085" h="1085" extrusionOk="0">
                  <a:moveTo>
                    <a:pt x="543" y="1"/>
                  </a:moveTo>
                  <a:cubicBezTo>
                    <a:pt x="244" y="1"/>
                    <a:pt x="1" y="243"/>
                    <a:pt x="1" y="542"/>
                  </a:cubicBezTo>
                  <a:cubicBezTo>
                    <a:pt x="1" y="843"/>
                    <a:pt x="244" y="1085"/>
                    <a:pt x="543" y="1085"/>
                  </a:cubicBezTo>
                  <a:cubicBezTo>
                    <a:pt x="842" y="1085"/>
                    <a:pt x="1085" y="843"/>
                    <a:pt x="1085" y="542"/>
                  </a:cubicBezTo>
                  <a:cubicBezTo>
                    <a:pt x="1085" y="243"/>
                    <a:pt x="842" y="1"/>
                    <a:pt x="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57"/>
            <p:cNvSpPr/>
            <p:nvPr/>
          </p:nvSpPr>
          <p:spPr>
            <a:xfrm flipH="1">
              <a:off x="8485864" y="3072514"/>
              <a:ext cx="54113" cy="54163"/>
            </a:xfrm>
            <a:custGeom>
              <a:avLst/>
              <a:gdLst/>
              <a:ahLst/>
              <a:cxnLst/>
              <a:rect l="l" t="t" r="r" b="b"/>
              <a:pathLst>
                <a:path w="1084" h="1085" extrusionOk="0">
                  <a:moveTo>
                    <a:pt x="542" y="1"/>
                  </a:moveTo>
                  <a:cubicBezTo>
                    <a:pt x="243" y="1"/>
                    <a:pt x="1" y="243"/>
                    <a:pt x="1" y="543"/>
                  </a:cubicBezTo>
                  <a:cubicBezTo>
                    <a:pt x="1" y="842"/>
                    <a:pt x="243" y="1085"/>
                    <a:pt x="542" y="1085"/>
                  </a:cubicBezTo>
                  <a:cubicBezTo>
                    <a:pt x="841" y="1085"/>
                    <a:pt x="1084" y="842"/>
                    <a:pt x="1084" y="543"/>
                  </a:cubicBezTo>
                  <a:cubicBezTo>
                    <a:pt x="1084" y="243"/>
                    <a:pt x="841" y="1"/>
                    <a:pt x="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57"/>
            <p:cNvSpPr/>
            <p:nvPr/>
          </p:nvSpPr>
          <p:spPr>
            <a:xfrm flipH="1">
              <a:off x="8076408" y="3885338"/>
              <a:ext cx="78225" cy="78275"/>
            </a:xfrm>
            <a:custGeom>
              <a:avLst/>
              <a:gdLst/>
              <a:ahLst/>
              <a:cxnLst/>
              <a:rect l="l" t="t" r="r" b="b"/>
              <a:pathLst>
                <a:path w="1567" h="1568" extrusionOk="0">
                  <a:moveTo>
                    <a:pt x="784" y="1"/>
                  </a:moveTo>
                  <a:cubicBezTo>
                    <a:pt x="351" y="1"/>
                    <a:pt x="0" y="352"/>
                    <a:pt x="0" y="785"/>
                  </a:cubicBezTo>
                  <a:cubicBezTo>
                    <a:pt x="0" y="1216"/>
                    <a:pt x="351" y="1567"/>
                    <a:pt x="784" y="1567"/>
                  </a:cubicBezTo>
                  <a:cubicBezTo>
                    <a:pt x="1215" y="1567"/>
                    <a:pt x="1567" y="1216"/>
                    <a:pt x="1567" y="785"/>
                  </a:cubicBezTo>
                  <a:cubicBezTo>
                    <a:pt x="1567" y="352"/>
                    <a:pt x="1215"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57"/>
            <p:cNvSpPr/>
            <p:nvPr/>
          </p:nvSpPr>
          <p:spPr>
            <a:xfrm flipH="1">
              <a:off x="8001231" y="3810156"/>
              <a:ext cx="228585" cy="228635"/>
            </a:xfrm>
            <a:custGeom>
              <a:avLst/>
              <a:gdLst/>
              <a:ahLst/>
              <a:cxnLst/>
              <a:rect l="l" t="t" r="r" b="b"/>
              <a:pathLst>
                <a:path w="4579" h="4580" extrusionOk="0">
                  <a:moveTo>
                    <a:pt x="2290" y="154"/>
                  </a:moveTo>
                  <a:cubicBezTo>
                    <a:pt x="3467" y="154"/>
                    <a:pt x="4425" y="1112"/>
                    <a:pt x="4425" y="2291"/>
                  </a:cubicBezTo>
                  <a:cubicBezTo>
                    <a:pt x="4425" y="3468"/>
                    <a:pt x="3467" y="4426"/>
                    <a:pt x="2290" y="4426"/>
                  </a:cubicBezTo>
                  <a:cubicBezTo>
                    <a:pt x="1112" y="4426"/>
                    <a:pt x="154" y="3468"/>
                    <a:pt x="154" y="2291"/>
                  </a:cubicBezTo>
                  <a:cubicBezTo>
                    <a:pt x="154" y="1112"/>
                    <a:pt x="1112" y="154"/>
                    <a:pt x="2290" y="154"/>
                  </a:cubicBezTo>
                  <a:close/>
                  <a:moveTo>
                    <a:pt x="2290" y="1"/>
                  </a:moveTo>
                  <a:cubicBezTo>
                    <a:pt x="1027" y="1"/>
                    <a:pt x="0" y="1028"/>
                    <a:pt x="0" y="2291"/>
                  </a:cubicBezTo>
                  <a:cubicBezTo>
                    <a:pt x="0" y="3552"/>
                    <a:pt x="1027" y="4579"/>
                    <a:pt x="2290" y="4579"/>
                  </a:cubicBezTo>
                  <a:cubicBezTo>
                    <a:pt x="3552" y="4579"/>
                    <a:pt x="4579" y="3552"/>
                    <a:pt x="4579" y="2291"/>
                  </a:cubicBezTo>
                  <a:cubicBezTo>
                    <a:pt x="4579" y="1028"/>
                    <a:pt x="3551"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57"/>
            <p:cNvSpPr/>
            <p:nvPr/>
          </p:nvSpPr>
          <p:spPr>
            <a:xfrm flipH="1">
              <a:off x="8736271" y="4422544"/>
              <a:ext cx="78175" cy="78175"/>
            </a:xfrm>
            <a:custGeom>
              <a:avLst/>
              <a:gdLst/>
              <a:ahLst/>
              <a:cxnLst/>
              <a:rect l="l" t="t" r="r" b="b"/>
              <a:pathLst>
                <a:path w="1566" h="1566" extrusionOk="0">
                  <a:moveTo>
                    <a:pt x="783" y="0"/>
                  </a:moveTo>
                  <a:cubicBezTo>
                    <a:pt x="350" y="0"/>
                    <a:pt x="0" y="350"/>
                    <a:pt x="0" y="783"/>
                  </a:cubicBezTo>
                  <a:cubicBezTo>
                    <a:pt x="0" y="1215"/>
                    <a:pt x="350" y="1565"/>
                    <a:pt x="783" y="1565"/>
                  </a:cubicBezTo>
                  <a:cubicBezTo>
                    <a:pt x="1216" y="1565"/>
                    <a:pt x="1566" y="1215"/>
                    <a:pt x="1566" y="783"/>
                  </a:cubicBezTo>
                  <a:cubicBezTo>
                    <a:pt x="1566" y="350"/>
                    <a:pt x="1216" y="0"/>
                    <a:pt x="7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57"/>
            <p:cNvSpPr/>
            <p:nvPr/>
          </p:nvSpPr>
          <p:spPr>
            <a:xfrm flipH="1">
              <a:off x="8661043" y="4347312"/>
              <a:ext cx="228585" cy="228635"/>
            </a:xfrm>
            <a:custGeom>
              <a:avLst/>
              <a:gdLst/>
              <a:ahLst/>
              <a:cxnLst/>
              <a:rect l="l" t="t" r="r" b="b"/>
              <a:pathLst>
                <a:path w="4579" h="4580" extrusionOk="0">
                  <a:moveTo>
                    <a:pt x="2289" y="155"/>
                  </a:moveTo>
                  <a:cubicBezTo>
                    <a:pt x="3466" y="155"/>
                    <a:pt x="4425" y="1112"/>
                    <a:pt x="4425" y="2290"/>
                  </a:cubicBezTo>
                  <a:cubicBezTo>
                    <a:pt x="4425" y="3467"/>
                    <a:pt x="3466" y="4426"/>
                    <a:pt x="2289" y="4426"/>
                  </a:cubicBezTo>
                  <a:cubicBezTo>
                    <a:pt x="1112" y="4426"/>
                    <a:pt x="154" y="3467"/>
                    <a:pt x="154" y="2290"/>
                  </a:cubicBezTo>
                  <a:cubicBezTo>
                    <a:pt x="154" y="1112"/>
                    <a:pt x="1112" y="155"/>
                    <a:pt x="2289" y="155"/>
                  </a:cubicBezTo>
                  <a:close/>
                  <a:moveTo>
                    <a:pt x="2289" y="1"/>
                  </a:moveTo>
                  <a:cubicBezTo>
                    <a:pt x="1026" y="1"/>
                    <a:pt x="0" y="1028"/>
                    <a:pt x="0" y="2290"/>
                  </a:cubicBezTo>
                  <a:cubicBezTo>
                    <a:pt x="0" y="3552"/>
                    <a:pt x="1026" y="4580"/>
                    <a:pt x="2289" y="4580"/>
                  </a:cubicBezTo>
                  <a:cubicBezTo>
                    <a:pt x="3552" y="4580"/>
                    <a:pt x="4579" y="3552"/>
                    <a:pt x="4579" y="2290"/>
                  </a:cubicBezTo>
                  <a:cubicBezTo>
                    <a:pt x="4579" y="1028"/>
                    <a:pt x="3552" y="1"/>
                    <a:pt x="2289"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57"/>
            <p:cNvSpPr/>
            <p:nvPr/>
          </p:nvSpPr>
          <p:spPr>
            <a:xfrm flipH="1">
              <a:off x="8097675" y="4467074"/>
              <a:ext cx="78225" cy="78225"/>
            </a:xfrm>
            <a:custGeom>
              <a:avLst/>
              <a:gdLst/>
              <a:ahLst/>
              <a:cxnLst/>
              <a:rect l="l" t="t" r="r" b="b"/>
              <a:pathLst>
                <a:path w="1567" h="1567" extrusionOk="0">
                  <a:moveTo>
                    <a:pt x="784" y="1"/>
                  </a:moveTo>
                  <a:cubicBezTo>
                    <a:pt x="352" y="1"/>
                    <a:pt x="1" y="352"/>
                    <a:pt x="1" y="783"/>
                  </a:cubicBezTo>
                  <a:cubicBezTo>
                    <a:pt x="1" y="1216"/>
                    <a:pt x="352" y="1567"/>
                    <a:pt x="784" y="1567"/>
                  </a:cubicBezTo>
                  <a:cubicBezTo>
                    <a:pt x="1216" y="1567"/>
                    <a:pt x="1567" y="1216"/>
                    <a:pt x="1567" y="783"/>
                  </a:cubicBezTo>
                  <a:cubicBezTo>
                    <a:pt x="1567" y="352"/>
                    <a:pt x="1216" y="1"/>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57"/>
            <p:cNvSpPr/>
            <p:nvPr/>
          </p:nvSpPr>
          <p:spPr>
            <a:xfrm flipH="1">
              <a:off x="8022447" y="4391892"/>
              <a:ext cx="228635" cy="228635"/>
            </a:xfrm>
            <a:custGeom>
              <a:avLst/>
              <a:gdLst/>
              <a:ahLst/>
              <a:cxnLst/>
              <a:rect l="l" t="t" r="r" b="b"/>
              <a:pathLst>
                <a:path w="4580" h="4580" extrusionOk="0">
                  <a:moveTo>
                    <a:pt x="2290" y="154"/>
                  </a:moveTo>
                  <a:cubicBezTo>
                    <a:pt x="3468" y="154"/>
                    <a:pt x="4425" y="1112"/>
                    <a:pt x="4425" y="2289"/>
                  </a:cubicBezTo>
                  <a:cubicBezTo>
                    <a:pt x="4425" y="3468"/>
                    <a:pt x="3468" y="4425"/>
                    <a:pt x="2290" y="4425"/>
                  </a:cubicBezTo>
                  <a:cubicBezTo>
                    <a:pt x="1113" y="4425"/>
                    <a:pt x="154" y="3468"/>
                    <a:pt x="154" y="2289"/>
                  </a:cubicBezTo>
                  <a:cubicBezTo>
                    <a:pt x="154" y="1112"/>
                    <a:pt x="1113" y="154"/>
                    <a:pt x="2290" y="154"/>
                  </a:cubicBezTo>
                  <a:close/>
                  <a:moveTo>
                    <a:pt x="2290" y="1"/>
                  </a:moveTo>
                  <a:cubicBezTo>
                    <a:pt x="1028" y="1"/>
                    <a:pt x="0" y="1028"/>
                    <a:pt x="0" y="2289"/>
                  </a:cubicBezTo>
                  <a:cubicBezTo>
                    <a:pt x="0" y="3552"/>
                    <a:pt x="1028" y="4579"/>
                    <a:pt x="2290" y="4579"/>
                  </a:cubicBezTo>
                  <a:cubicBezTo>
                    <a:pt x="3553" y="4579"/>
                    <a:pt x="4579" y="3552"/>
                    <a:pt x="4579" y="2289"/>
                  </a:cubicBezTo>
                  <a:cubicBezTo>
                    <a:pt x="4579" y="1028"/>
                    <a:pt x="3552" y="1"/>
                    <a:pt x="2290"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57"/>
            <p:cNvSpPr/>
            <p:nvPr/>
          </p:nvSpPr>
          <p:spPr>
            <a:xfrm flipH="1">
              <a:off x="8402697" y="4628121"/>
              <a:ext cx="118211" cy="118211"/>
            </a:xfrm>
            <a:custGeom>
              <a:avLst/>
              <a:gdLst/>
              <a:ahLst/>
              <a:cxnLst/>
              <a:rect l="l" t="t" r="r" b="b"/>
              <a:pathLst>
                <a:path w="2368" h="2368" extrusionOk="0">
                  <a:moveTo>
                    <a:pt x="1184" y="154"/>
                  </a:moveTo>
                  <a:cubicBezTo>
                    <a:pt x="1751" y="154"/>
                    <a:pt x="2214" y="617"/>
                    <a:pt x="2214" y="1184"/>
                  </a:cubicBezTo>
                  <a:cubicBezTo>
                    <a:pt x="2214" y="1752"/>
                    <a:pt x="1751" y="2214"/>
                    <a:pt x="1184" y="2214"/>
                  </a:cubicBezTo>
                  <a:cubicBezTo>
                    <a:pt x="616" y="2214"/>
                    <a:pt x="155" y="1752"/>
                    <a:pt x="155" y="1184"/>
                  </a:cubicBezTo>
                  <a:cubicBezTo>
                    <a:pt x="155" y="617"/>
                    <a:pt x="616" y="154"/>
                    <a:pt x="1184" y="154"/>
                  </a:cubicBezTo>
                  <a:close/>
                  <a:moveTo>
                    <a:pt x="1184" y="1"/>
                  </a:moveTo>
                  <a:cubicBezTo>
                    <a:pt x="531" y="1"/>
                    <a:pt x="1" y="532"/>
                    <a:pt x="1" y="1184"/>
                  </a:cubicBezTo>
                  <a:cubicBezTo>
                    <a:pt x="1" y="1837"/>
                    <a:pt x="531" y="2368"/>
                    <a:pt x="1184" y="2368"/>
                  </a:cubicBezTo>
                  <a:cubicBezTo>
                    <a:pt x="1836" y="2368"/>
                    <a:pt x="2367" y="1837"/>
                    <a:pt x="2367" y="1184"/>
                  </a:cubicBezTo>
                  <a:cubicBezTo>
                    <a:pt x="2367" y="532"/>
                    <a:pt x="1836" y="1"/>
                    <a:pt x="1184" y="1"/>
                  </a:cubicBezTo>
                  <a:close/>
                </a:path>
              </a:pathLst>
            </a:custGeom>
            <a:solidFill>
              <a:schemeClr val="accent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57"/>
            <p:cNvSpPr/>
            <p:nvPr/>
          </p:nvSpPr>
          <p:spPr>
            <a:xfrm flipH="1">
              <a:off x="8287178" y="3406540"/>
              <a:ext cx="123552" cy="123602"/>
            </a:xfrm>
            <a:custGeom>
              <a:avLst/>
              <a:gdLst/>
              <a:ahLst/>
              <a:cxnLst/>
              <a:rect l="l" t="t" r="r" b="b"/>
              <a:pathLst>
                <a:path w="2475" h="2476" extrusionOk="0">
                  <a:moveTo>
                    <a:pt x="1237" y="1"/>
                  </a:moveTo>
                  <a:cubicBezTo>
                    <a:pt x="554" y="1"/>
                    <a:pt x="1" y="555"/>
                    <a:pt x="1" y="1239"/>
                  </a:cubicBezTo>
                  <a:cubicBezTo>
                    <a:pt x="1" y="1922"/>
                    <a:pt x="554" y="2475"/>
                    <a:pt x="1237" y="2475"/>
                  </a:cubicBezTo>
                  <a:cubicBezTo>
                    <a:pt x="1922" y="2475"/>
                    <a:pt x="2475" y="1922"/>
                    <a:pt x="2475" y="1239"/>
                  </a:cubicBezTo>
                  <a:cubicBezTo>
                    <a:pt x="2475" y="555"/>
                    <a:pt x="1922" y="1"/>
                    <a:pt x="1237"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57"/>
            <p:cNvSpPr/>
            <p:nvPr/>
          </p:nvSpPr>
          <p:spPr>
            <a:xfrm flipH="1">
              <a:off x="8322920" y="3442333"/>
              <a:ext cx="52017" cy="52017"/>
            </a:xfrm>
            <a:custGeom>
              <a:avLst/>
              <a:gdLst/>
              <a:ahLst/>
              <a:cxnLst/>
              <a:rect l="l" t="t" r="r" b="b"/>
              <a:pathLst>
                <a:path w="1042" h="1042" extrusionOk="0">
                  <a:moveTo>
                    <a:pt x="520" y="0"/>
                  </a:moveTo>
                  <a:cubicBezTo>
                    <a:pt x="233" y="0"/>
                    <a:pt x="0" y="233"/>
                    <a:pt x="0" y="522"/>
                  </a:cubicBezTo>
                  <a:cubicBezTo>
                    <a:pt x="0" y="809"/>
                    <a:pt x="233" y="1042"/>
                    <a:pt x="520" y="1042"/>
                  </a:cubicBezTo>
                  <a:cubicBezTo>
                    <a:pt x="809" y="1042"/>
                    <a:pt x="1042" y="809"/>
                    <a:pt x="1042" y="522"/>
                  </a:cubicBezTo>
                  <a:cubicBezTo>
                    <a:pt x="1042" y="233"/>
                    <a:pt x="809" y="0"/>
                    <a:pt x="5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57"/>
            <p:cNvSpPr/>
            <p:nvPr/>
          </p:nvSpPr>
          <p:spPr>
            <a:xfrm flipH="1">
              <a:off x="7963936" y="3477977"/>
              <a:ext cx="123552" cy="123552"/>
            </a:xfrm>
            <a:custGeom>
              <a:avLst/>
              <a:gdLst/>
              <a:ahLst/>
              <a:cxnLst/>
              <a:rect l="l" t="t" r="r" b="b"/>
              <a:pathLst>
                <a:path w="2475" h="2475" extrusionOk="0">
                  <a:moveTo>
                    <a:pt x="1237" y="0"/>
                  </a:moveTo>
                  <a:cubicBezTo>
                    <a:pt x="554" y="0"/>
                    <a:pt x="0" y="554"/>
                    <a:pt x="0" y="1238"/>
                  </a:cubicBezTo>
                  <a:cubicBezTo>
                    <a:pt x="0" y="1921"/>
                    <a:pt x="554" y="2475"/>
                    <a:pt x="1237" y="2475"/>
                  </a:cubicBezTo>
                  <a:cubicBezTo>
                    <a:pt x="1920" y="2475"/>
                    <a:pt x="2475" y="1921"/>
                    <a:pt x="2475" y="1238"/>
                  </a:cubicBezTo>
                  <a:cubicBezTo>
                    <a:pt x="2475" y="554"/>
                    <a:pt x="1920" y="0"/>
                    <a:pt x="1237"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57"/>
            <p:cNvSpPr/>
            <p:nvPr/>
          </p:nvSpPr>
          <p:spPr>
            <a:xfrm flipH="1">
              <a:off x="7999678" y="3513721"/>
              <a:ext cx="52067" cy="52067"/>
            </a:xfrm>
            <a:custGeom>
              <a:avLst/>
              <a:gdLst/>
              <a:ahLst/>
              <a:cxnLst/>
              <a:rect l="l" t="t" r="r" b="b"/>
              <a:pathLst>
                <a:path w="1043" h="1043" extrusionOk="0">
                  <a:moveTo>
                    <a:pt x="521" y="1"/>
                  </a:moveTo>
                  <a:cubicBezTo>
                    <a:pt x="234" y="1"/>
                    <a:pt x="1" y="234"/>
                    <a:pt x="1" y="522"/>
                  </a:cubicBezTo>
                  <a:cubicBezTo>
                    <a:pt x="1" y="809"/>
                    <a:pt x="234" y="1042"/>
                    <a:pt x="521" y="1042"/>
                  </a:cubicBezTo>
                  <a:cubicBezTo>
                    <a:pt x="809" y="1042"/>
                    <a:pt x="1042" y="809"/>
                    <a:pt x="1042" y="522"/>
                  </a:cubicBezTo>
                  <a:cubicBezTo>
                    <a:pt x="1042" y="234"/>
                    <a:pt x="809" y="1"/>
                    <a:pt x="5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57"/>
            <p:cNvSpPr/>
            <p:nvPr/>
          </p:nvSpPr>
          <p:spPr>
            <a:xfrm flipH="1">
              <a:off x="7902183" y="3717252"/>
              <a:ext cx="123552" cy="123602"/>
            </a:xfrm>
            <a:custGeom>
              <a:avLst/>
              <a:gdLst/>
              <a:ahLst/>
              <a:cxnLst/>
              <a:rect l="l" t="t" r="r" b="b"/>
              <a:pathLst>
                <a:path w="2475" h="2476" extrusionOk="0">
                  <a:moveTo>
                    <a:pt x="1238" y="1"/>
                  </a:moveTo>
                  <a:cubicBezTo>
                    <a:pt x="554" y="1"/>
                    <a:pt x="0" y="554"/>
                    <a:pt x="0" y="1238"/>
                  </a:cubicBezTo>
                  <a:cubicBezTo>
                    <a:pt x="0" y="1921"/>
                    <a:pt x="554" y="2475"/>
                    <a:pt x="1238" y="2475"/>
                  </a:cubicBezTo>
                  <a:cubicBezTo>
                    <a:pt x="1921" y="2475"/>
                    <a:pt x="2474" y="1921"/>
                    <a:pt x="2474" y="1238"/>
                  </a:cubicBezTo>
                  <a:cubicBezTo>
                    <a:pt x="2474" y="554"/>
                    <a:pt x="1921" y="1"/>
                    <a:pt x="1238"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57"/>
            <p:cNvSpPr/>
            <p:nvPr/>
          </p:nvSpPr>
          <p:spPr>
            <a:xfrm flipH="1">
              <a:off x="7937875" y="3752995"/>
              <a:ext cx="52117" cy="52067"/>
            </a:xfrm>
            <a:custGeom>
              <a:avLst/>
              <a:gdLst/>
              <a:ahLst/>
              <a:cxnLst/>
              <a:rect l="l" t="t" r="r" b="b"/>
              <a:pathLst>
                <a:path w="1044" h="1043" extrusionOk="0">
                  <a:moveTo>
                    <a:pt x="522" y="0"/>
                  </a:moveTo>
                  <a:cubicBezTo>
                    <a:pt x="233" y="0"/>
                    <a:pt x="0" y="234"/>
                    <a:pt x="0" y="522"/>
                  </a:cubicBezTo>
                  <a:cubicBezTo>
                    <a:pt x="0" y="810"/>
                    <a:pt x="233" y="1043"/>
                    <a:pt x="522" y="1043"/>
                  </a:cubicBezTo>
                  <a:cubicBezTo>
                    <a:pt x="809" y="1043"/>
                    <a:pt x="1043" y="810"/>
                    <a:pt x="1043" y="522"/>
                  </a:cubicBezTo>
                  <a:cubicBezTo>
                    <a:pt x="1043" y="234"/>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57"/>
            <p:cNvSpPr/>
            <p:nvPr/>
          </p:nvSpPr>
          <p:spPr>
            <a:xfrm flipH="1">
              <a:off x="7424335" y="3973100"/>
              <a:ext cx="123652" cy="123652"/>
            </a:xfrm>
            <a:custGeom>
              <a:avLst/>
              <a:gdLst/>
              <a:ahLst/>
              <a:cxnLst/>
              <a:rect l="l" t="t" r="r" b="b"/>
              <a:pathLst>
                <a:path w="2477" h="2477" extrusionOk="0">
                  <a:moveTo>
                    <a:pt x="1239" y="1"/>
                  </a:moveTo>
                  <a:cubicBezTo>
                    <a:pt x="555" y="1"/>
                    <a:pt x="1" y="555"/>
                    <a:pt x="1" y="1238"/>
                  </a:cubicBezTo>
                  <a:cubicBezTo>
                    <a:pt x="1" y="1922"/>
                    <a:pt x="555" y="2476"/>
                    <a:pt x="1239" y="2476"/>
                  </a:cubicBezTo>
                  <a:cubicBezTo>
                    <a:pt x="1922" y="2476"/>
                    <a:pt x="2476" y="1922"/>
                    <a:pt x="2476" y="1238"/>
                  </a:cubicBezTo>
                  <a:cubicBezTo>
                    <a:pt x="2476" y="555"/>
                    <a:pt x="1922" y="1"/>
                    <a:pt x="1239"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57"/>
            <p:cNvSpPr/>
            <p:nvPr/>
          </p:nvSpPr>
          <p:spPr>
            <a:xfrm flipH="1">
              <a:off x="7460076" y="4008894"/>
              <a:ext cx="52117" cy="52067"/>
            </a:xfrm>
            <a:custGeom>
              <a:avLst/>
              <a:gdLst/>
              <a:ahLst/>
              <a:cxnLst/>
              <a:rect l="l" t="t" r="r" b="b"/>
              <a:pathLst>
                <a:path w="1044" h="1043" extrusionOk="0">
                  <a:moveTo>
                    <a:pt x="522" y="0"/>
                  </a:moveTo>
                  <a:cubicBezTo>
                    <a:pt x="234" y="0"/>
                    <a:pt x="0" y="234"/>
                    <a:pt x="0" y="521"/>
                  </a:cubicBezTo>
                  <a:cubicBezTo>
                    <a:pt x="0" y="809"/>
                    <a:pt x="234" y="1043"/>
                    <a:pt x="522" y="1043"/>
                  </a:cubicBezTo>
                  <a:cubicBezTo>
                    <a:pt x="810" y="1043"/>
                    <a:pt x="1043" y="809"/>
                    <a:pt x="1043" y="521"/>
                  </a:cubicBezTo>
                  <a:cubicBezTo>
                    <a:pt x="1043" y="234"/>
                    <a:pt x="810"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57"/>
            <p:cNvSpPr/>
            <p:nvPr/>
          </p:nvSpPr>
          <p:spPr>
            <a:xfrm flipH="1">
              <a:off x="8287178" y="4399880"/>
              <a:ext cx="123552" cy="123552"/>
            </a:xfrm>
            <a:custGeom>
              <a:avLst/>
              <a:gdLst/>
              <a:ahLst/>
              <a:cxnLst/>
              <a:rect l="l" t="t" r="r" b="b"/>
              <a:pathLst>
                <a:path w="2475" h="2475" extrusionOk="0">
                  <a:moveTo>
                    <a:pt x="1237" y="0"/>
                  </a:moveTo>
                  <a:cubicBezTo>
                    <a:pt x="554" y="0"/>
                    <a:pt x="1" y="553"/>
                    <a:pt x="1" y="1237"/>
                  </a:cubicBezTo>
                  <a:cubicBezTo>
                    <a:pt x="1" y="1920"/>
                    <a:pt x="554" y="2474"/>
                    <a:pt x="1237" y="2474"/>
                  </a:cubicBezTo>
                  <a:cubicBezTo>
                    <a:pt x="1922" y="2474"/>
                    <a:pt x="2475" y="1920"/>
                    <a:pt x="2475" y="1237"/>
                  </a:cubicBezTo>
                  <a:cubicBezTo>
                    <a:pt x="2475" y="553"/>
                    <a:pt x="1922" y="0"/>
                    <a:pt x="1237" y="0"/>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57"/>
            <p:cNvSpPr/>
            <p:nvPr/>
          </p:nvSpPr>
          <p:spPr>
            <a:xfrm flipH="1">
              <a:off x="8322920" y="4435573"/>
              <a:ext cx="52017" cy="52117"/>
            </a:xfrm>
            <a:custGeom>
              <a:avLst/>
              <a:gdLst/>
              <a:ahLst/>
              <a:cxnLst/>
              <a:rect l="l" t="t" r="r" b="b"/>
              <a:pathLst>
                <a:path w="1042" h="1044" extrusionOk="0">
                  <a:moveTo>
                    <a:pt x="520" y="0"/>
                  </a:moveTo>
                  <a:cubicBezTo>
                    <a:pt x="233" y="0"/>
                    <a:pt x="0" y="234"/>
                    <a:pt x="0" y="522"/>
                  </a:cubicBezTo>
                  <a:cubicBezTo>
                    <a:pt x="0" y="810"/>
                    <a:pt x="233" y="1043"/>
                    <a:pt x="520" y="1043"/>
                  </a:cubicBezTo>
                  <a:cubicBezTo>
                    <a:pt x="809" y="1043"/>
                    <a:pt x="1042" y="810"/>
                    <a:pt x="1042" y="522"/>
                  </a:cubicBezTo>
                  <a:cubicBezTo>
                    <a:pt x="1042" y="234"/>
                    <a:pt x="809" y="0"/>
                    <a:pt x="5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57"/>
            <p:cNvSpPr/>
            <p:nvPr/>
          </p:nvSpPr>
          <p:spPr>
            <a:xfrm flipH="1">
              <a:off x="7857354" y="4444410"/>
              <a:ext cx="123552" cy="123552"/>
            </a:xfrm>
            <a:custGeom>
              <a:avLst/>
              <a:gdLst/>
              <a:ahLst/>
              <a:cxnLst/>
              <a:rect l="l" t="t" r="r" b="b"/>
              <a:pathLst>
                <a:path w="2475" h="2475" extrusionOk="0">
                  <a:moveTo>
                    <a:pt x="1238" y="1"/>
                  </a:moveTo>
                  <a:cubicBezTo>
                    <a:pt x="555" y="1"/>
                    <a:pt x="0" y="554"/>
                    <a:pt x="0" y="1237"/>
                  </a:cubicBezTo>
                  <a:cubicBezTo>
                    <a:pt x="0" y="1921"/>
                    <a:pt x="555" y="2475"/>
                    <a:pt x="1238" y="2475"/>
                  </a:cubicBezTo>
                  <a:cubicBezTo>
                    <a:pt x="1922" y="2475"/>
                    <a:pt x="2475" y="1921"/>
                    <a:pt x="2475" y="1237"/>
                  </a:cubicBezTo>
                  <a:cubicBezTo>
                    <a:pt x="2475" y="554"/>
                    <a:pt x="1922" y="1"/>
                    <a:pt x="1238" y="1"/>
                  </a:cubicBezTo>
                  <a:close/>
                </a:path>
              </a:pathLst>
            </a:custGeom>
            <a:solidFill>
              <a:schemeClr val="dk1"/>
            </a:solidFill>
            <a:ln>
              <a:noFill/>
            </a:ln>
            <a:effectLst>
              <a:outerShdw blurRad="85725"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57"/>
            <p:cNvSpPr/>
            <p:nvPr/>
          </p:nvSpPr>
          <p:spPr>
            <a:xfrm flipH="1">
              <a:off x="7893096" y="4480203"/>
              <a:ext cx="52067" cy="52017"/>
            </a:xfrm>
            <a:custGeom>
              <a:avLst/>
              <a:gdLst/>
              <a:ahLst/>
              <a:cxnLst/>
              <a:rect l="l" t="t" r="r" b="b"/>
              <a:pathLst>
                <a:path w="1043" h="1042" extrusionOk="0">
                  <a:moveTo>
                    <a:pt x="522" y="0"/>
                  </a:moveTo>
                  <a:cubicBezTo>
                    <a:pt x="234" y="0"/>
                    <a:pt x="1" y="233"/>
                    <a:pt x="1" y="520"/>
                  </a:cubicBezTo>
                  <a:cubicBezTo>
                    <a:pt x="1" y="809"/>
                    <a:pt x="234" y="1042"/>
                    <a:pt x="522" y="1042"/>
                  </a:cubicBezTo>
                  <a:cubicBezTo>
                    <a:pt x="809" y="1042"/>
                    <a:pt x="1042" y="809"/>
                    <a:pt x="1042" y="520"/>
                  </a:cubicBezTo>
                  <a:cubicBezTo>
                    <a:pt x="1042" y="233"/>
                    <a:pt x="809"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93" name="Google Shape;2493;p57"/>
          <p:cNvSpPr txBox="1">
            <a:spLocks noGrp="1"/>
          </p:cNvSpPr>
          <p:nvPr>
            <p:ph type="title"/>
          </p:nvPr>
        </p:nvSpPr>
        <p:spPr>
          <a:xfrm>
            <a:off x="2616200" y="1460500"/>
            <a:ext cx="4210050" cy="109492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latin typeface="Times New Roman" panose="02020603050405020304" pitchFamily="18" charset="0"/>
                <a:cs typeface="Times New Roman" panose="02020603050405020304" pitchFamily="18" charset="0"/>
              </a:rPr>
              <a:t>Thank You</a:t>
            </a:r>
            <a:endParaRPr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ogrammable Logic Controller (PLC) by Slidesgo">
  <a:themeElements>
    <a:clrScheme name="Simple Light">
      <a:dk1>
        <a:srgbClr val="FFFFFF"/>
      </a:dk1>
      <a:lt1>
        <a:srgbClr val="003C6F"/>
      </a:lt1>
      <a:dk2>
        <a:srgbClr val="002448"/>
      </a:dk2>
      <a:lt2>
        <a:srgbClr val="0054AC"/>
      </a:lt2>
      <a:accent1>
        <a:srgbClr val="02FBFF"/>
      </a:accent1>
      <a:accent2>
        <a:srgbClr val="FFFFFF"/>
      </a:accent2>
      <a:accent3>
        <a:srgbClr val="FFFFFF"/>
      </a:accent3>
      <a:accent4>
        <a:srgbClr val="FFFFFF"/>
      </a:accent4>
      <a:accent5>
        <a:srgbClr val="FFFFFF"/>
      </a:accent5>
      <a:accent6>
        <a:srgbClr val="FFFFFF"/>
      </a:accent6>
      <a:hlink>
        <a:srgbClr val="02FB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948</Words>
  <Application>Microsoft Office PowerPoint</Application>
  <PresentationFormat>On-screen Show (16:9)</PresentationFormat>
  <Paragraphs>159</Paragraphs>
  <Slides>20</Slides>
  <Notes>20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Wingdings</vt:lpstr>
      <vt:lpstr>Times New Roman</vt:lpstr>
      <vt:lpstr>Nunito Light</vt:lpstr>
      <vt:lpstr>Calibri</vt:lpstr>
      <vt:lpstr>Courier New</vt:lpstr>
      <vt:lpstr>Symbol</vt:lpstr>
      <vt:lpstr>Roboto Mono</vt:lpstr>
      <vt:lpstr>Arial</vt:lpstr>
      <vt:lpstr>Anaheim</vt:lpstr>
      <vt:lpstr>Golos Text</vt:lpstr>
      <vt:lpstr>Programmable Logic Controller (PLC) by Slidesgo</vt:lpstr>
      <vt:lpstr>Digital Dependency: The Impact of Auto-Suggestions in Keyboards on Spelling and Writing Skills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Findings Summary</vt:lpstr>
      <vt:lpstr>Qualitative Insights  Reduced Effort "Auto-suggestions make writing faster, but I no longer think about spelling or word choice." Frequent users acknowledged a decreased cognitive engagement during writing tasks.  Diminished Confidence "I feel less capable without predictive text. It’s like a crutch I can’t do without." Open-ended responses reveal anxiety when auto-suggestions are disabled.  Communication Errors Examples include reliance on inappropriate suggestions: "I once sent a message with a wrong word because I trusted auto-suggestions." Participants expressed frustration with irrelevant or inaccurate suggestions leading to misunderstandings. </vt:lpstr>
      <vt:lpstr>PowerPoint Presentation</vt:lpstr>
      <vt:lpstr>PowerPoint Presentation</vt:lpstr>
      <vt:lpstr>Any Questions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Dependency: The Impact of Auto-Suggestions in Keyboards on Spelling and Writing Skills</dc:title>
  <dc:creator>MD. JAHID HASAN</dc:creator>
  <cp:lastModifiedBy>Jahid hasan</cp:lastModifiedBy>
  <cp:revision>16</cp:revision>
  <dcterms:modified xsi:type="dcterms:W3CDTF">2024-12-02T17:30:04Z</dcterms:modified>
</cp:coreProperties>
</file>